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83" r:id="rId2"/>
    <p:sldId id="447" r:id="rId3"/>
    <p:sldId id="423" r:id="rId4"/>
    <p:sldId id="333" r:id="rId5"/>
    <p:sldId id="427" r:id="rId6"/>
    <p:sldId id="428" r:id="rId7"/>
    <p:sldId id="611" r:id="rId8"/>
    <p:sldId id="612" r:id="rId9"/>
    <p:sldId id="644" r:id="rId10"/>
    <p:sldId id="607" r:id="rId11"/>
    <p:sldId id="725" r:id="rId12"/>
    <p:sldId id="430" r:id="rId13"/>
    <p:sldId id="431" r:id="rId14"/>
    <p:sldId id="613" r:id="rId15"/>
    <p:sldId id="614" r:id="rId16"/>
    <p:sldId id="615" r:id="rId17"/>
    <p:sldId id="617" r:id="rId18"/>
    <p:sldId id="616" r:id="rId19"/>
    <p:sldId id="618" r:id="rId20"/>
    <p:sldId id="6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63DC8870-DB6C-438B-8070-11A8FA504ECC}"/>
    <pc:docChg chg="undo custSel delSld modSld">
      <pc:chgData name="Mohammed Fasha" userId="cc64f42d-a1a6-4f08-b97b-0c37f877119f" providerId="ADAL" clId="{63DC8870-DB6C-438B-8070-11A8FA504ECC}" dt="2025-05-16T05:58:26.814" v="101" actId="20577"/>
      <pc:docMkLst>
        <pc:docMk/>
      </pc:docMkLst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63DC8870-DB6C-438B-8070-11A8FA504ECC}" dt="2025-05-16T05:58:26.814" v="101" actId="20577"/>
        <pc:sldMkLst>
          <pc:docMk/>
          <pc:sldMk cId="4208461039" sldId="447"/>
        </pc:sldMkLst>
        <pc:spChg chg="mod">
          <ac:chgData name="Mohammed Fasha" userId="cc64f42d-a1a6-4f08-b97b-0c37f877119f" providerId="ADAL" clId="{63DC8870-DB6C-438B-8070-11A8FA504ECC}" dt="2025-05-16T05:58:26.814" v="101" actId="20577"/>
          <ac:spMkLst>
            <pc:docMk/>
            <pc:sldMk cId="4208461039" sldId="447"/>
            <ac:spMk id="3" creationId="{33DCE5F9-E85C-BE5A-115B-5073F877C0A4}"/>
          </ac:spMkLst>
        </pc:spChg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726994946" sldId="479"/>
        </pc:sldMkLst>
      </pc:sldChg>
      <pc:sldChg chg="modSp mod">
        <pc:chgData name="Mohammed Fasha" userId="cc64f42d-a1a6-4f08-b97b-0c37f877119f" providerId="ADAL" clId="{63DC8870-DB6C-438B-8070-11A8FA504ECC}" dt="2025-05-16T05:56:12.898" v="7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63DC8870-DB6C-438B-8070-11A8FA504ECC}" dt="2025-05-16T05:56:12.898" v="7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941853383" sldId="48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75291572" sldId="63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63DC8870-DB6C-438B-8070-11A8FA504ECC}" dt="2025-05-16T05:45:00.833" v="3" actId="47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92622100" sldId="65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80231355" sldId="66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862107672" sldId="70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270641495" sldId="71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096386322" sldId="71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84058309" sldId="71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43812923" sldId="71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555545871" sldId="719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150550060" sldId="72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915229598" sldId="72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17524918" sldId="72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18477773" sldId="72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056700689" sldId="72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660604927" sldId="72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19B6BCF0-69C5-47B4-98CC-B0941D29A039}"/>
    <pc:docChg chg="undo redo custSel addSld delSld modSld sldOrd modMainMaster">
      <pc:chgData name="Mohammed Fasha" userId="cc64f42d-a1a6-4f08-b97b-0c37f877119f" providerId="ADAL" clId="{19B6BCF0-69C5-47B4-98CC-B0941D29A039}" dt="2025-04-09T04:34:39.336" v="631" actId="1076"/>
      <pc:docMkLst>
        <pc:docMk/>
      </pc:docMkLst>
      <pc:sldChg chg="modSp mod">
        <pc:chgData name="Mohammed Fasha" userId="cc64f42d-a1a6-4f08-b97b-0c37f877119f" providerId="ADAL" clId="{19B6BCF0-69C5-47B4-98CC-B0941D29A039}" dt="2025-04-09T04:33:31.242" v="608" actId="27636"/>
        <pc:sldMkLst>
          <pc:docMk/>
          <pc:sldMk cId="3241718055" sldId="344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852804652" sldId="3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127906749" sldId="427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2127906749" sldId="427"/>
            <ac:spMk id="3" creationId="{32E2342E-0CC8-71FC-EE2F-99270AAFCB94}"/>
          </ac:spMkLst>
        </pc:spChg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339445507" sldId="430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3339445507" sldId="430"/>
            <ac:spMk id="3" creationId="{C1943909-B67F-2AFB-1222-ADB4F344CF2F}"/>
          </ac:spMkLst>
        </pc:spChg>
      </pc:sldChg>
      <pc:sldChg chg="addSp delSp modSp mod">
        <pc:chgData name="Mohammed Fasha" userId="cc64f42d-a1a6-4f08-b97b-0c37f877119f" providerId="ADAL" clId="{19B6BCF0-69C5-47B4-98CC-B0941D29A039}" dt="2025-04-09T04:16:36.518" v="433" actId="1076"/>
        <pc:sldMkLst>
          <pc:docMk/>
          <pc:sldMk cId="1210803598" sldId="478"/>
        </pc:sldMkLst>
      </pc:sldChg>
      <pc:sldChg chg="modSp mod">
        <pc:chgData name="Mohammed Fasha" userId="cc64f42d-a1a6-4f08-b97b-0c37f877119f" providerId="ADAL" clId="{19B6BCF0-69C5-47B4-98CC-B0941D29A039}" dt="2025-04-07T04:00:51.916" v="22" actId="207"/>
        <pc:sldMkLst>
          <pc:docMk/>
          <pc:sldMk cId="1772982877" sldId="590"/>
        </pc:sldMkLst>
      </pc:sldChg>
      <pc:sldChg chg="modSp mod chgLayout">
        <pc:chgData name="Mohammed Fasha" userId="cc64f42d-a1a6-4f08-b97b-0c37f877119f" providerId="ADAL" clId="{19B6BCF0-69C5-47B4-98CC-B0941D29A039}" dt="2025-04-09T04:26:31.177" v="523" actId="700"/>
        <pc:sldMkLst>
          <pc:docMk/>
          <pc:sldMk cId="4204510001" sldId="592"/>
        </pc:sldMkLst>
      </pc:sldChg>
      <pc:sldChg chg="modSp mod chgLayout">
        <pc:chgData name="Mohammed Fasha" userId="cc64f42d-a1a6-4f08-b97b-0c37f877119f" providerId="ADAL" clId="{19B6BCF0-69C5-47B4-98CC-B0941D29A039}" dt="2025-04-09T04:24:52.300" v="492" actId="700"/>
        <pc:sldMkLst>
          <pc:docMk/>
          <pc:sldMk cId="1503045661" sldId="593"/>
        </pc:sldMkLst>
      </pc:sldChg>
      <pc:sldChg chg="addSp delSp modSp mod">
        <pc:chgData name="Mohammed Fasha" userId="cc64f42d-a1a6-4f08-b97b-0c37f877119f" providerId="ADAL" clId="{19B6BCF0-69C5-47B4-98CC-B0941D29A039}" dt="2025-04-09T04:14:48.624" v="428" actId="1076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627652750" sldId="615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627652750" sldId="615"/>
            <ac:spMk id="3" creationId="{484F9505-EA03-A008-0752-7C7865FA6971}"/>
          </ac:spMkLst>
        </pc:spChg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839834530" sldId="621"/>
        </pc:sldMkLst>
      </pc:sldChg>
      <pc:sldChg chg="modSp mod">
        <pc:chgData name="Mohammed Fasha" userId="cc64f42d-a1a6-4f08-b97b-0c37f877119f" providerId="ADAL" clId="{19B6BCF0-69C5-47B4-98CC-B0941D29A039}" dt="2025-04-09T04:26:32.504" v="525" actId="404"/>
        <pc:sldMkLst>
          <pc:docMk/>
          <pc:sldMk cId="662689605" sldId="64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942060319" sldId="650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916802035" sldId="651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892622100" sldId="65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680231355" sldId="66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620993364" sldId="672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2004852" sldId="708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139017106" sldId="71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043812923" sldId="718"/>
        </pc:sldMkLst>
      </pc:sldChg>
      <pc:sldChg chg="addSp delSp modSp new add del mod">
        <pc:chgData name="Mohammed Fasha" userId="cc64f42d-a1a6-4f08-b97b-0c37f877119f" providerId="ADAL" clId="{19B6BCF0-69C5-47B4-98CC-B0941D29A039}" dt="2025-04-09T04:34:39.336" v="631" actId="1076"/>
        <pc:sldMkLst>
          <pc:docMk/>
          <pc:sldMk cId="555545871" sldId="719"/>
        </pc:sldMkLst>
      </pc:sldChg>
      <pc:sldChg chg="addSp delSp modSp new del mod">
        <pc:chgData name="Mohammed Fasha" userId="cc64f42d-a1a6-4f08-b97b-0c37f877119f" providerId="ADAL" clId="{19B6BCF0-69C5-47B4-98CC-B0941D29A039}" dt="2025-04-07T04:08:55.256" v="104" actId="2696"/>
        <pc:sldMkLst>
          <pc:docMk/>
          <pc:sldMk cId="2947275043" sldId="720"/>
        </pc:sldMkLst>
      </pc:sldChg>
      <pc:sldChg chg="addSp delSp modSp add del mod ord">
        <pc:chgData name="Mohammed Fasha" userId="cc64f42d-a1a6-4f08-b97b-0c37f877119f" providerId="ADAL" clId="{19B6BCF0-69C5-47B4-98CC-B0941D29A039}" dt="2025-04-09T04:32:45.968" v="563" actId="2696"/>
        <pc:sldMkLst>
          <pc:docMk/>
          <pc:sldMk cId="3150113204" sldId="720"/>
        </pc:sldMkLst>
      </pc:sldChg>
      <pc:sldChg chg="modSp add mod">
        <pc:chgData name="Mohammed Fasha" userId="cc64f42d-a1a6-4f08-b97b-0c37f877119f" providerId="ADAL" clId="{19B6BCF0-69C5-47B4-98CC-B0941D29A039}" dt="2025-04-09T04:33:34.769" v="611" actId="27636"/>
        <pc:sldMkLst>
          <pc:docMk/>
          <pc:sldMk cId="3150550060" sldId="720"/>
        </pc:sldMkLst>
      </pc:sldChg>
      <pc:sldChg chg="add">
        <pc:chgData name="Mohammed Fasha" userId="cc64f42d-a1a6-4f08-b97b-0c37f877119f" providerId="ADAL" clId="{19B6BCF0-69C5-47B4-98CC-B0941D29A039}" dt="2025-04-09T04:33:17.533" v="605"/>
        <pc:sldMkLst>
          <pc:docMk/>
          <pc:sldMk cId="1915229598" sldId="721"/>
        </pc:sldMkLst>
      </pc:sldChg>
      <pc:sldChg chg="addSp delSp modSp new del mod">
        <pc:chgData name="Mohammed Fasha" userId="cc64f42d-a1a6-4f08-b97b-0c37f877119f" providerId="ADAL" clId="{19B6BCF0-69C5-47B4-98CC-B0941D29A039}" dt="2025-04-09T04:32:45.968" v="563" actId="2696"/>
        <pc:sldMkLst>
          <pc:docMk/>
          <pc:sldMk cId="4183243958" sldId="721"/>
        </pc:sldMkLst>
      </pc:sldChg>
      <pc:sldChg chg="modSp new del mod">
        <pc:chgData name="Mohammed Fasha" userId="cc64f42d-a1a6-4f08-b97b-0c37f877119f" providerId="ADAL" clId="{19B6BCF0-69C5-47B4-98CC-B0941D29A039}" dt="2025-04-07T04:12:17.364" v="158" actId="680"/>
        <pc:sldMkLst>
          <pc:docMk/>
          <pc:sldMk cId="3245137052" sldId="722"/>
        </pc:sldMkLst>
      </pc:sldChg>
      <pc:sldChg chg="modSp new mod">
        <pc:chgData name="Mohammed Fasha" userId="cc64f42d-a1a6-4f08-b97b-0c37f877119f" providerId="ADAL" clId="{19B6BCF0-69C5-47B4-98CC-B0941D29A039}" dt="2025-04-07T04:19:02.971" v="311" actId="404"/>
        <pc:sldMkLst>
          <pc:docMk/>
          <pc:sldMk cId="3417524918" sldId="722"/>
        </pc:sldMkLst>
      </pc:sldChg>
      <pc:sldChg chg="modSp new del mod">
        <pc:chgData name="Mohammed Fasha" userId="cc64f42d-a1a6-4f08-b97b-0c37f877119f" providerId="ADAL" clId="{19B6BCF0-69C5-47B4-98CC-B0941D29A039}" dt="2025-04-09T04:00:40.794" v="375" actId="47"/>
        <pc:sldMkLst>
          <pc:docMk/>
          <pc:sldMk cId="180109985" sldId="723"/>
        </pc:sldMkLst>
      </pc:sldChg>
      <pc:sldChg chg="addSp delSp modSp new mod modClrScheme chgLayout">
        <pc:chgData name="Mohammed Fasha" userId="cc64f42d-a1a6-4f08-b97b-0c37f877119f" providerId="ADAL" clId="{19B6BCF0-69C5-47B4-98CC-B0941D29A039}" dt="2025-04-09T04:33:02.362" v="604" actId="20577"/>
        <pc:sldMkLst>
          <pc:docMk/>
          <pc:sldMk cId="218477773" sldId="723"/>
        </pc:sldMkLst>
      </pc:sldChg>
      <pc:sldChg chg="addSp delSp modSp new del mod">
        <pc:chgData name="Mohammed Fasha" userId="cc64f42d-a1a6-4f08-b97b-0c37f877119f" providerId="ADAL" clId="{19B6BCF0-69C5-47B4-98CC-B0941D29A039}" dt="2025-04-09T04:02:01.456" v="378" actId="47"/>
        <pc:sldMkLst>
          <pc:docMk/>
          <pc:sldMk cId="2150408616" sldId="724"/>
        </pc:sldMkLst>
      </pc:sldChg>
      <pc:sldChg chg="modSp add mod">
        <pc:chgData name="Mohammed Fasha" userId="cc64f42d-a1a6-4f08-b97b-0c37f877119f" providerId="ADAL" clId="{19B6BCF0-69C5-47B4-98CC-B0941D29A039}" dt="2025-04-09T04:33:53.274" v="628" actId="27636"/>
        <pc:sldMkLst>
          <pc:docMk/>
          <pc:sldMk cId="3056700689" sldId="724"/>
        </pc:sldMkLst>
      </pc:sldChg>
      <pc:sldChg chg="addSp delSp modSp new add del mod">
        <pc:chgData name="Mohammed Fasha" userId="cc64f42d-a1a6-4f08-b97b-0c37f877119f" providerId="ADAL" clId="{19B6BCF0-69C5-47B4-98CC-B0941D29A039}" dt="2025-04-09T04:32:31.834" v="562" actId="47"/>
        <pc:sldMkLst>
          <pc:docMk/>
          <pc:sldMk cId="1308458687" sldId="725"/>
        </pc:sldMkLst>
      </pc:sldChg>
      <pc:sldChg chg="addSp delSp modSp new del mod">
        <pc:chgData name="Mohammed Fasha" userId="cc64f42d-a1a6-4f08-b97b-0c37f877119f" providerId="ADAL" clId="{19B6BCF0-69C5-47B4-98CC-B0941D29A039}" dt="2025-04-09T04:32:26.748" v="561" actId="47"/>
        <pc:sldMkLst>
          <pc:docMk/>
          <pc:sldMk cId="745892495" sldId="726"/>
        </pc:sldMkLst>
      </pc:sldChg>
      <pc:sldChg chg="addSp delSp modSp new add del mod">
        <pc:chgData name="Mohammed Fasha" userId="cc64f42d-a1a6-4f08-b97b-0c37f877119f" providerId="ADAL" clId="{19B6BCF0-69C5-47B4-98CC-B0941D29A039}" dt="2025-04-09T04:27:26.321" v="531" actId="47"/>
        <pc:sldMkLst>
          <pc:docMk/>
          <pc:sldMk cId="2248567439" sldId="726"/>
        </pc:sldMkLst>
      </pc:sldChg>
      <pc:sldMasterChg chg="modSldLayout">
        <pc:chgData name="Mohammed Fasha" userId="cc64f42d-a1a6-4f08-b97b-0c37f877119f" providerId="ADAL" clId="{19B6BCF0-69C5-47B4-98CC-B0941D29A039}" dt="2025-04-09T04:24:26.302" v="47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19B6BCF0-69C5-47B4-98CC-B0941D29A039}" dt="2025-04-09T04:24:26.302" v="479" actId="404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19B6BCF0-69C5-47B4-98CC-B0941D29A039}" dt="2025-04-09T04:24:26.302" v="479" actId="404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FEC9C214-E726-4192-8176-A8C9AACEB478}"/>
    <pc:docChg chg="custSel addSld delSld modSld">
      <pc:chgData name="Mohammed Fasha" userId="cc64f42d-a1a6-4f08-b97b-0c37f877119f" providerId="ADAL" clId="{FEC9C214-E726-4192-8176-A8C9AACEB478}" dt="2025-05-14T04:17:14.830" v="98" actId="20577"/>
      <pc:docMkLst>
        <pc:docMk/>
      </pc:docMkLst>
      <pc:sldChg chg="modSp">
        <pc:chgData name="Mohammed Fasha" userId="cc64f42d-a1a6-4f08-b97b-0c37f877119f" providerId="ADAL" clId="{FEC9C214-E726-4192-8176-A8C9AACEB478}" dt="2025-05-14T03:53:46.744" v="53" actId="1076"/>
        <pc:sldMkLst>
          <pc:docMk/>
          <pc:sldMk cId="2145145303" sldId="640"/>
        </pc:sldMkLst>
      </pc:sldChg>
      <pc:sldChg chg="modSp mod">
        <pc:chgData name="Mohammed Fasha" userId="cc64f42d-a1a6-4f08-b97b-0c37f877119f" providerId="ADAL" clId="{FEC9C214-E726-4192-8176-A8C9AACEB478}" dt="2025-05-14T04:13:57.431" v="81" actId="6549"/>
        <pc:sldMkLst>
          <pc:docMk/>
          <pc:sldMk cId="555764928" sldId="657"/>
        </pc:sldMkLst>
      </pc:sldChg>
      <pc:sldChg chg="modSp mod">
        <pc:chgData name="Mohammed Fasha" userId="cc64f42d-a1a6-4f08-b97b-0c37f877119f" providerId="ADAL" clId="{FEC9C214-E726-4192-8176-A8C9AACEB478}" dt="2025-05-14T04:17:14.830" v="98" actId="20577"/>
        <pc:sldMkLst>
          <pc:docMk/>
          <pc:sldMk cId="1960150938" sldId="670"/>
        </pc:sldMkLst>
      </pc:sldChg>
      <pc:sldChg chg="modSp mod">
        <pc:chgData name="Mohammed Fasha" userId="cc64f42d-a1a6-4f08-b97b-0c37f877119f" providerId="ADAL" clId="{FEC9C214-E726-4192-8176-A8C9AACEB478}" dt="2025-05-14T04:02:51.605" v="54" actId="6549"/>
        <pc:sldMkLst>
          <pc:docMk/>
          <pc:sldMk cId="1142780366" sldId="706"/>
        </pc:sldMkLst>
      </pc:sldChg>
      <pc:sldChg chg="modSp mod">
        <pc:chgData name="Mohammed Fasha" userId="cc64f42d-a1a6-4f08-b97b-0c37f877119f" providerId="ADAL" clId="{FEC9C214-E726-4192-8176-A8C9AACEB478}" dt="2025-04-28T03:49:07.346" v="1" actId="113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FEC9C214-E726-4192-8176-A8C9AACEB478}" dt="2025-04-28T03:48:56.430" v="0" actId="113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FEC9C214-E726-4192-8176-A8C9AACEB478}" dt="2025-04-28T03:49:27.586" v="2" actId="113"/>
        <pc:sldMkLst>
          <pc:docMk/>
          <pc:sldMk cId="3139017106" sldId="717"/>
        </pc:sldMkLst>
      </pc:sldChg>
      <pc:sldChg chg="modSp del mod">
        <pc:chgData name="Mohammed Fasha" userId="cc64f42d-a1a6-4f08-b97b-0c37f877119f" providerId="ADAL" clId="{FEC9C214-E726-4192-8176-A8C9AACEB478}" dt="2025-05-12T03:04:56.963" v="45" actId="2696"/>
        <pc:sldMkLst>
          <pc:docMk/>
          <pc:sldMk cId="666527140" sldId="725"/>
        </pc:sldMkLst>
      </pc:sldChg>
      <pc:sldChg chg="add">
        <pc:chgData name="Mohammed Fasha" userId="cc64f42d-a1a6-4f08-b97b-0c37f877119f" providerId="ADAL" clId="{FEC9C214-E726-4192-8176-A8C9AACEB478}" dt="2025-05-12T03:05:03.915" v="46"/>
        <pc:sldMkLst>
          <pc:docMk/>
          <pc:sldMk cId="2280465272" sldId="725"/>
        </pc:sldMkLst>
      </pc:sldChg>
      <pc:sldChg chg="modSp new del mod">
        <pc:chgData name="Mohammed Fasha" userId="cc64f42d-a1a6-4f08-b97b-0c37f877119f" providerId="ADAL" clId="{FEC9C214-E726-4192-8176-A8C9AACEB478}" dt="2025-05-12T03:11:40.927" v="51" actId="47"/>
        <pc:sldMkLst>
          <pc:docMk/>
          <pc:sldMk cId="1223704259" sldId="729"/>
        </pc:sldMkLst>
      </pc:sldChg>
      <pc:sldChg chg="add del">
        <pc:chgData name="Mohammed Fasha" userId="cc64f42d-a1a6-4f08-b97b-0c37f877119f" providerId="ADAL" clId="{FEC9C214-E726-4192-8176-A8C9AACEB478}" dt="2025-05-12T03:06:57.298" v="49"/>
        <pc:sldMkLst>
          <pc:docMk/>
          <pc:sldMk cId="3927078588" sldId="730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25C05559-E4DC-4EE1-91BC-1444D09EE869}"/>
    <pc:docChg chg="undo custSel addSld delSld modSld sldOrd">
      <pc:chgData name="Mohammed Fasha" userId="cc64f42d-a1a6-4f08-b97b-0c37f877119f" providerId="ADAL" clId="{25C05559-E4DC-4EE1-91BC-1444D09EE869}" dt="2025-04-30T07:51:18.812" v="264" actId="47"/>
      <pc:docMkLst>
        <pc:docMk/>
      </pc:docMkLst>
      <pc:sldChg chg="modSp mod">
        <pc:chgData name="Mohammed Fasha" userId="cc64f42d-a1a6-4f08-b97b-0c37f877119f" providerId="ADAL" clId="{25C05559-E4DC-4EE1-91BC-1444D09EE869}" dt="2025-04-16T06:14:55.232" v="16" actId="1076"/>
        <pc:sldMkLst>
          <pc:docMk/>
          <pc:sldMk cId="1499958888" sldId="394"/>
        </pc:sldMkLst>
      </pc:sldChg>
      <pc:sldChg chg="delSp modSp mod delAnim">
        <pc:chgData name="Mohammed Fasha" userId="cc64f42d-a1a6-4f08-b97b-0c37f877119f" providerId="ADAL" clId="{25C05559-E4DC-4EE1-91BC-1444D09EE869}" dt="2025-04-16T06:43:36.666" v="20" actId="478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25C05559-E4DC-4EE1-91BC-1444D09EE869}" dt="2025-04-09T06:23:26.187" v="0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25C05559-E4DC-4EE1-91BC-1444D09EE869}" dt="2025-04-09T06:23:26.187" v="0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ord">
        <pc:chgData name="Mohammed Fasha" userId="cc64f42d-a1a6-4f08-b97b-0c37f877119f" providerId="ADAL" clId="{25C05559-E4DC-4EE1-91BC-1444D09EE869}" dt="2025-04-16T06:46:21.733" v="23" actId="20578"/>
        <pc:sldMkLst>
          <pc:docMk/>
          <pc:sldMk cId="3480194047" sldId="599"/>
        </pc:sldMkLst>
      </pc:sldChg>
      <pc:sldChg chg="modSp mod">
        <pc:chgData name="Mohammed Fasha" userId="cc64f42d-a1a6-4f08-b97b-0c37f877119f" providerId="ADAL" clId="{25C05559-E4DC-4EE1-91BC-1444D09EE869}" dt="2025-04-16T06:46:47.902" v="27" actId="404"/>
        <pc:sldMkLst>
          <pc:docMk/>
          <pc:sldMk cId="3146452721" sldId="600"/>
        </pc:sldMkLst>
      </pc:sldChg>
      <pc:sldChg chg="delSp mod">
        <pc:chgData name="Mohammed Fasha" userId="cc64f42d-a1a6-4f08-b97b-0c37f877119f" providerId="ADAL" clId="{25C05559-E4DC-4EE1-91BC-1444D09EE869}" dt="2025-04-16T06:47:57.131" v="35" actId="21"/>
        <pc:sldMkLst>
          <pc:docMk/>
          <pc:sldMk cId="202107314" sldId="647"/>
        </pc:sldMkLst>
      </pc:sldChg>
      <pc:sldChg chg="modSp mod">
        <pc:chgData name="Mohammed Fasha" userId="cc64f42d-a1a6-4f08-b97b-0c37f877119f" providerId="ADAL" clId="{25C05559-E4DC-4EE1-91BC-1444D09EE869}" dt="2025-04-16T06:48:42.467" v="40" actId="14100"/>
        <pc:sldMkLst>
          <pc:docMk/>
          <pc:sldMk cId="3454522070" sldId="679"/>
        </pc:sldMkLst>
      </pc:sldChg>
      <pc:sldChg chg="modSp mod">
        <pc:chgData name="Mohammed Fasha" userId="cc64f42d-a1a6-4f08-b97b-0c37f877119f" providerId="ADAL" clId="{25C05559-E4DC-4EE1-91BC-1444D09EE869}" dt="2025-04-16T06:49:10.468" v="48" actId="404"/>
        <pc:sldMkLst>
          <pc:docMk/>
          <pc:sldMk cId="2856814121" sldId="681"/>
        </pc:sldMkLst>
      </pc:sldChg>
      <pc:sldChg chg="modSp mod">
        <pc:chgData name="Mohammed Fasha" userId="cc64f42d-a1a6-4f08-b97b-0c37f877119f" providerId="ADAL" clId="{25C05559-E4DC-4EE1-91BC-1444D09EE869}" dt="2025-04-16T06:48:55.287" v="46" actId="27636"/>
        <pc:sldMkLst>
          <pc:docMk/>
          <pc:sldMk cId="265576630" sldId="698"/>
        </pc:sldMkLst>
      </pc:sldChg>
      <pc:sldChg chg="modSp">
        <pc:chgData name="Mohammed Fasha" userId="cc64f42d-a1a6-4f08-b97b-0c37f877119f" providerId="ADAL" clId="{25C05559-E4DC-4EE1-91BC-1444D09EE869}" dt="2025-04-16T06:48:02.658" v="36" actId="1076"/>
        <pc:sldMkLst>
          <pc:docMk/>
          <pc:sldMk cId="3085160177" sldId="704"/>
        </pc:sldMkLst>
      </pc:sldChg>
      <pc:sldChg chg="modSp mod">
        <pc:chgData name="Mohammed Fasha" userId="cc64f42d-a1a6-4f08-b97b-0c37f877119f" providerId="ADAL" clId="{25C05559-E4DC-4EE1-91BC-1444D09EE869}" dt="2025-04-16T06:47:18.630" v="34" actId="1076"/>
        <pc:sldMkLst>
          <pc:docMk/>
          <pc:sldMk cId="32004852" sldId="708"/>
        </pc:sldMkLst>
      </pc:sldChg>
      <pc:sldChg chg="addSp delSp modSp mod">
        <pc:chgData name="Mohammed Fasha" userId="cc64f42d-a1a6-4f08-b97b-0c37f877119f" providerId="ADAL" clId="{25C05559-E4DC-4EE1-91BC-1444D09EE869}" dt="2025-04-16T06:14:10.424" v="11" actId="167"/>
        <pc:sldMkLst>
          <pc:docMk/>
          <pc:sldMk cId="3150550060" sldId="720"/>
        </pc:sldMkLst>
      </pc:sldChg>
      <pc:sldChg chg="addSp modSp new mod">
        <pc:chgData name="Mohammed Fasha" userId="cc64f42d-a1a6-4f08-b97b-0c37f877119f" providerId="ADAL" clId="{25C05559-E4DC-4EE1-91BC-1444D09EE869}" dt="2025-04-30T06:40:50.224" v="212" actId="6549"/>
        <pc:sldMkLst>
          <pc:docMk/>
          <pc:sldMk cId="666527140" sldId="725"/>
        </pc:sldMkLst>
      </pc:sldChg>
      <pc:sldChg chg="addSp delSp modSp new mod">
        <pc:chgData name="Mohammed Fasha" userId="cc64f42d-a1a6-4f08-b97b-0c37f877119f" providerId="ADAL" clId="{25C05559-E4DC-4EE1-91BC-1444D09EE869}" dt="2025-04-30T07:05:36.135" v="263" actId="122"/>
        <pc:sldMkLst>
          <pc:docMk/>
          <pc:sldMk cId="3660604927" sldId="726"/>
        </pc:sldMkLst>
      </pc:sldChg>
      <pc:sldChg chg="add del">
        <pc:chgData name="Mohammed Fasha" userId="cc64f42d-a1a6-4f08-b97b-0c37f877119f" providerId="ADAL" clId="{25C05559-E4DC-4EE1-91BC-1444D09EE869}" dt="2025-04-30T07:51:18.812" v="264" actId="47"/>
        <pc:sldMkLst>
          <pc:docMk/>
          <pc:sldMk cId="2399550384" sldId="727"/>
        </pc:sldMkLst>
      </pc:sldChg>
      <pc:sldChg chg="modSp add mod ord">
        <pc:chgData name="Mohammed Fasha" userId="cc64f42d-a1a6-4f08-b97b-0c37f877119f" providerId="ADAL" clId="{25C05559-E4DC-4EE1-91BC-1444D09EE869}" dt="2025-04-30T06:47:23.280" v="238" actId="2057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ashisharora2204/hypothesis-testing-confidence-interval-level-margin-of-error-39aa7c7ddcd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hyperlink" Target="https://www.lock5stat.com/StatKey/sampling_1_quant/sampling_1_quan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Tq0BO6pbbg&amp;list=PLLTSM0eKjC2eSEO7y7MZWb1sdDJiAejoI&amp;index=10" TargetMode="Externa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ribbr.com/statistics/t-distribution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E9DF1-2223-C2DE-EF40-211A8D65C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0" dirty="0"/>
              <a:t>307102</a:t>
            </a:r>
            <a:br>
              <a:rPr lang="en-US" sz="4800" b="0" dirty="0"/>
            </a:br>
            <a:r>
              <a:rPr lang="en-US" sz="4800" b="0" dirty="0"/>
              <a:t>Descriptive Statistics for Business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403830-E271-DAA0-8838-E295A84A8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0" dirty="0"/>
              <a:t>Introduction to Estimation in Statistics</a:t>
            </a:r>
          </a:p>
          <a:p>
            <a:r>
              <a:rPr lang="en-US" sz="3200" dirty="0"/>
              <a:t>2024-2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5847-8AA4-1F16-2BAA-3BA29D94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E5F9-E85C-BE5A-115B-5073F877C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Introduction to Inferential Statistics</a:t>
            </a:r>
          </a:p>
          <a:p>
            <a:r>
              <a:rPr lang="en-US" sz="2200" dirty="0"/>
              <a:t>Estimation in Statistics (Point Estimate and Interval Estimate)</a:t>
            </a:r>
          </a:p>
          <a:p>
            <a:r>
              <a:rPr lang="en-US" sz="2200" dirty="0"/>
              <a:t>The Central Limit Theorem (CLT)</a:t>
            </a:r>
          </a:p>
          <a:p>
            <a:r>
              <a:rPr lang="en-US" sz="2200" dirty="0"/>
              <a:t>Confidence Intervals – Using Z-Tables</a:t>
            </a:r>
          </a:p>
          <a:p>
            <a:r>
              <a:rPr lang="en-US" sz="2200" dirty="0"/>
              <a:t>Confidence Intervals – </a:t>
            </a:r>
            <a:r>
              <a:rPr lang="en-US" sz="2200"/>
              <a:t>Using T-Tables</a:t>
            </a:r>
            <a:endParaRPr lang="en-US" sz="2200" dirty="0"/>
          </a:p>
          <a:p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0846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13DC6-01DA-0808-EDB7-622B006C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342E-0CC8-71FC-EE2F-99270AAFC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Often in statistics we’re interested in measuring population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of the </a:t>
            </a:r>
            <a:r>
              <a:rPr lang="en-US" u="sng" dirty="0"/>
              <a:t>most common</a:t>
            </a:r>
            <a:r>
              <a:rPr lang="en-US" dirty="0"/>
              <a:t> population parameters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Population mean</a:t>
            </a:r>
            <a:r>
              <a:rPr lang="en-US" sz="2400" dirty="0"/>
              <a:t>: the mean value of some variable in a population (e.g. the mean height of males in the U.S.)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Population proportion</a:t>
            </a:r>
            <a:r>
              <a:rPr lang="en-US" sz="2400" dirty="0"/>
              <a:t>: the proportion of some variable in a population (e.g. the proportion of residents in a county who support a certain law)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Although we’re interested in measuring these parameters, it’s usually too costly and time-consuming to go around and collect data on every individual in a population in order to calculate the population parameter.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Instead, </a:t>
            </a:r>
            <a:r>
              <a:rPr lang="en-US" b="1" u="sng" dirty="0"/>
              <a:t>we typically take a random sample </a:t>
            </a:r>
            <a:r>
              <a:rPr lang="en-US" dirty="0"/>
              <a:t>from the overall population and use data from the sample to </a:t>
            </a:r>
            <a:r>
              <a:rPr lang="en-US" b="1" u="sng" dirty="0"/>
              <a:t>estimate</a:t>
            </a:r>
            <a:r>
              <a:rPr lang="en-US" dirty="0"/>
              <a:t> the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58778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 vs.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A point estimate is a single value estimate of a parameter. For instance, a sample mean is a point estimate of a population mean.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An interval estimate gives you a range of values where the parameter is expected to lie. </a:t>
            </a:r>
            <a:endParaRPr lang="ar-JO" dirty="0"/>
          </a:p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Both types of estimates are important for gathering a clear idea of where a parameter is likely to lie.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15A24-F92E-44D4-9F7F-7A76B2B7027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4121834" y="3781209"/>
            <a:ext cx="4304713" cy="276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8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11AF47-13D0-D4CF-0E61-813F56D2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342E-0CC8-71FC-EE2F-99270AAFC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080760" cy="34755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want to estimate the mean weight of a students in the university.</a:t>
            </a:r>
          </a:p>
          <a:p>
            <a:r>
              <a:rPr lang="en-US" dirty="0"/>
              <a:t>Since there are thousands of students in the university, it would be extremely time-consuming and costly to go around and weigh each individual student.</a:t>
            </a:r>
          </a:p>
          <a:p>
            <a:r>
              <a:rPr lang="en-US" sz="2400" dirty="0"/>
              <a:t>Instead, we might take </a:t>
            </a:r>
            <a:r>
              <a:rPr lang="en-US" sz="2400" u="sng" dirty="0"/>
              <a:t>a random sample of 50 students </a:t>
            </a:r>
            <a:r>
              <a:rPr lang="en-US" sz="2400" dirty="0"/>
              <a:t>and use the mean weight of the students in this sample </a:t>
            </a:r>
            <a:r>
              <a:rPr lang="en-US" sz="2400" u="sng" dirty="0"/>
              <a:t>to estimate the true population mean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D3AE4-3393-1760-1D0D-00275C4BAF05}"/>
              </a:ext>
            </a:extLst>
          </p:cNvPr>
          <p:cNvSpPr txBox="1"/>
          <p:nvPr/>
        </p:nvSpPr>
        <p:spPr>
          <a:xfrm>
            <a:off x="838200" y="5062385"/>
            <a:ext cx="10176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this case, the mean weight  of the sample is called a </a:t>
            </a:r>
            <a:r>
              <a:rPr lang="en-US" sz="2400" dirty="0">
                <a:solidFill>
                  <a:srgbClr val="002060"/>
                </a:solidFill>
              </a:rPr>
              <a:t>Point Estimate </a:t>
            </a:r>
            <a:r>
              <a:rPr lang="en-US" sz="2400" dirty="0"/>
              <a:t>for the true mean weight of the population.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F5C551-D0EA-70CC-FEFE-824F3C7E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65" y="4457998"/>
            <a:ext cx="803994" cy="444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A254BE-8A6E-BD2C-FEE2-57CA0C3F0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028" y="1795615"/>
            <a:ext cx="4967854" cy="282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0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AADBB2-5BAE-B366-2BB6-8C361305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Estimates -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E225-DA1B-62A4-4CD1-C5A95F022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problem with the previous example is that the mean weight of students in the sample </a:t>
            </a:r>
            <a:r>
              <a:rPr lang="en-US" sz="2200" b="1" u="sng" dirty="0"/>
              <a:t>is not guaranteed </a:t>
            </a:r>
            <a:r>
              <a:rPr lang="en-US" sz="2200" dirty="0"/>
              <a:t>to exactly match the mean weight of students in the whole population.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For example, we might just happen to pick a sample full of low-weight students or perhaps a sample full of heavy students.</a:t>
            </a:r>
          </a:p>
          <a:p>
            <a:r>
              <a:rPr lang="en-US" sz="2200" dirty="0"/>
              <a:t>To capture this uncertainty, </a:t>
            </a:r>
            <a:r>
              <a:rPr lang="en-US" sz="2200" u="sng" dirty="0">
                <a:solidFill>
                  <a:srgbClr val="002060"/>
                </a:solidFill>
              </a:rPr>
              <a:t>we can create an Interval Estimate or a confidence interval around our point estimate</a:t>
            </a:r>
            <a:r>
              <a:rPr lang="en-US" sz="2200" b="1" u="sng" dirty="0">
                <a:solidFill>
                  <a:srgbClr val="002060"/>
                </a:solidFill>
              </a:rPr>
              <a:t>.</a:t>
            </a:r>
            <a:endParaRPr lang="en-US" sz="2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C8BE6-7DAE-7E3D-855A-6B4CF6BD9848}"/>
              </a:ext>
            </a:extLst>
          </p:cNvPr>
          <p:cNvSpPr txBox="1"/>
          <p:nvPr/>
        </p:nvSpPr>
        <p:spPr>
          <a:xfrm>
            <a:off x="838200" y="4189585"/>
            <a:ext cx="60127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confidence interval gives </a:t>
            </a:r>
            <a:r>
              <a:rPr lang="en-US" sz="2200" dirty="0">
                <a:solidFill>
                  <a:srgbClr val="FF0000"/>
                </a:solidFill>
              </a:rPr>
              <a:t>us a range of values that</a:t>
            </a:r>
            <a:r>
              <a:rPr lang="en-US" sz="2200" dirty="0"/>
              <a:t> are likely to contain the true population parameter.</a:t>
            </a: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3EC58-9558-FE16-E9A3-4EE740EEB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04615"/>
            <a:ext cx="6118773" cy="262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0558E-ABB6-A16A-F169-F3355A20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2ADD-577C-7CF5-CC92-814897C92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6007"/>
                <a:ext cx="5329136" cy="3794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compute the confidence interval for the mean of a normally distributed data we use the formula below: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Confidence Interval = (point estimate) </a:t>
                </a:r>
                <a:r>
                  <a:rPr lang="en-US" sz="2400" dirty="0">
                    <a:solidFill>
                      <a:srgbClr val="002060"/>
                    </a:solidFill>
                  </a:rPr>
                  <a:t>±</a:t>
                </a:r>
                <a:r>
                  <a:rPr lang="en-US" dirty="0">
                    <a:solidFill>
                      <a:srgbClr val="002060"/>
                    </a:solidFill>
                  </a:rPr>
                  <a:t> Margin of Error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Confidence Interval = (point estimate) </a:t>
                </a:r>
                <a:r>
                  <a:rPr lang="en-US" sz="2400" dirty="0">
                    <a:solidFill>
                      <a:schemeClr val="tx1"/>
                    </a:solidFill>
                  </a:rPr>
                  <a:t>±</a:t>
                </a:r>
                <a:r>
                  <a:rPr lang="en-US" dirty="0">
                    <a:solidFill>
                      <a:schemeClr val="tx1"/>
                    </a:solidFill>
                  </a:rPr>
                  <a:t> [(critical value)*(standard error)]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critical value is the z-score and the standard error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2ADD-577C-7CF5-CC92-814897C92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6007"/>
                <a:ext cx="5329136" cy="3794041"/>
              </a:xfrm>
              <a:blipFill>
                <a:blip r:embed="rId2"/>
                <a:stretch>
                  <a:fillRect l="-1831" t="-2251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381FD07-E31A-5851-D2EC-0EB7DE0F4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12" y="1641409"/>
            <a:ext cx="4770966" cy="5066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E5A004-B979-E1DE-0077-ED295FC3F72B}"/>
              </a:ext>
            </a:extLst>
          </p:cNvPr>
          <p:cNvSpPr txBox="1"/>
          <p:nvPr/>
        </p:nvSpPr>
        <p:spPr>
          <a:xfrm>
            <a:off x="838200" y="5978737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https://medium.com/@ashisharora2204/hypothesis-testing-confidence-interval-level-margin-of-error-39aa7c7ddcd2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745E88-5323-1601-93AD-9CF45ED7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Significance Level Alpha (α) and The Confidence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60F0-5589-E587-7D43-FCAB30D6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compute the confidence interval, we need to define the Significance Level Alpha (</a:t>
            </a:r>
            <a:r>
              <a:rPr lang="el-GR" b="0" i="1" dirty="0">
                <a:solidFill>
                  <a:srgbClr val="404040"/>
                </a:solidFill>
                <a:effectLst/>
                <a:latin typeface="KaTeX_Math"/>
              </a:rPr>
              <a:t>α</a:t>
            </a:r>
            <a:r>
              <a:rPr lang="en-US" b="0" i="1" dirty="0">
                <a:solidFill>
                  <a:srgbClr val="404040"/>
                </a:solidFill>
                <a:effectLst/>
                <a:latin typeface="KaTeX_Math"/>
              </a:rPr>
              <a:t>)</a:t>
            </a:r>
            <a:r>
              <a:rPr lang="en-US" dirty="0"/>
              <a:t> or the Confidence Level.</a:t>
            </a:r>
          </a:p>
          <a:p>
            <a:r>
              <a:rPr lang="en-US" dirty="0"/>
              <a:t>The two terms are related to each other according to the following equation:</a:t>
            </a:r>
          </a:p>
          <a:p>
            <a:pPr marL="225425" indent="0">
              <a:buNone/>
            </a:pPr>
            <a:r>
              <a:rPr lang="en-US" b="1" dirty="0">
                <a:solidFill>
                  <a:srgbClr val="002060"/>
                </a:solidFill>
              </a:rPr>
              <a:t>Confidence level= 1 – </a:t>
            </a:r>
            <a:r>
              <a:rPr lang="el-GR" b="1" i="1" dirty="0">
                <a:solidFill>
                  <a:srgbClr val="002060"/>
                </a:solidFill>
                <a:effectLst/>
                <a:latin typeface="KaTeX_Math"/>
              </a:rPr>
              <a:t>α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US" dirty="0"/>
              <a:t>Common values for these notations are listed in the table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D96211-FF25-A83F-468B-3700C725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12157"/>
              </p:ext>
            </p:extLst>
          </p:nvPr>
        </p:nvGraphicFramePr>
        <p:xfrm>
          <a:off x="3922541" y="4184302"/>
          <a:ext cx="4346918" cy="11391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86597">
                  <a:extLst>
                    <a:ext uri="{9D8B030D-6E8A-4147-A177-3AD203B41FA5}">
                      <a16:colId xmlns:a16="http://schemas.microsoft.com/office/drawing/2014/main" val="2974747651"/>
                    </a:ext>
                  </a:extLst>
                </a:gridCol>
                <a:gridCol w="1189955">
                  <a:extLst>
                    <a:ext uri="{9D8B030D-6E8A-4147-A177-3AD203B41FA5}">
                      <a16:colId xmlns:a16="http://schemas.microsoft.com/office/drawing/2014/main" val="4018239766"/>
                    </a:ext>
                  </a:extLst>
                </a:gridCol>
                <a:gridCol w="1370366">
                  <a:extLst>
                    <a:ext uri="{9D8B030D-6E8A-4147-A177-3AD203B41FA5}">
                      <a16:colId xmlns:a16="http://schemas.microsoft.com/office/drawing/2014/main" val="4052885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</a:rPr>
                        <a:t>Alpha -  </a:t>
                      </a:r>
                      <a:r>
                        <a:rPr lang="el-GR" sz="2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en-US" sz="1800" b="1" dirty="0">
                        <a:effectLst/>
                      </a:endParaRP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5%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1%</a:t>
                      </a:r>
                    </a:p>
                  </a:txBody>
                  <a:tcPr marL="95250" marR="95250" marT="47625" marB="47625" anchor="b"/>
                </a:tc>
                <a:extLst>
                  <a:ext uri="{0D108BD9-81ED-4DB2-BD59-A6C34878D82A}">
                    <a16:rowId xmlns:a16="http://schemas.microsoft.com/office/drawing/2014/main" val="39640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</a:rPr>
                        <a:t>Confidence level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95%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99%</a:t>
                      </a:r>
                    </a:p>
                  </a:txBody>
                  <a:tcPr marL="95250" marR="95250" marT="47625" marB="47625" anchor="b"/>
                </a:tc>
                <a:extLst>
                  <a:ext uri="{0D108BD9-81ED-4DB2-BD59-A6C34878D82A}">
                    <a16:rowId xmlns:a16="http://schemas.microsoft.com/office/drawing/2014/main" val="66966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z-Value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1.96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2.58</a:t>
                      </a: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27253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87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nfidence interval 95">
            <a:extLst>
              <a:ext uri="{FF2B5EF4-FFF2-40B4-BE49-F238E27FC236}">
                <a16:creationId xmlns:a16="http://schemas.microsoft.com/office/drawing/2014/main" id="{18D690B5-463B-B680-EA32-6D05B7C65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735" y="4010113"/>
            <a:ext cx="4820529" cy="247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45BFFC-53FA-9071-161E-FB4EF158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Significance Level Alpha (α) and The Confidence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677EF-5D75-C72A-B886-A8957870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confidence level (e.g. 95%) means that if we collected 100 samples and created confidence intervals for each of these samples, we would expect that 95% of these confidence intervals will contain the true population parameter. </a:t>
            </a:r>
          </a:p>
          <a:p>
            <a:r>
              <a:rPr lang="en-US" dirty="0"/>
              <a:t>It's important to note that this is a theoretical long-term proportion—it's about what we'd expect to happen over many repetitions of the same process, not a guarantee for any individual interval.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2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976EC-DCFF-72AD-8F40-5BDD8E02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Where did the Standard Error Come From?</a:t>
            </a:r>
            <a:br>
              <a:rPr lang="en-US" dirty="0"/>
            </a:br>
            <a:r>
              <a:rPr lang="en-US" dirty="0"/>
              <a:t>The Central Limit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187F-C5CD-D0D5-1B6D-DB601A85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5"/>
            <a:ext cx="6010072" cy="4688309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The Central Limit Theorem (CLT)</a:t>
            </a:r>
            <a:r>
              <a:rPr lang="en-US" sz="1800" dirty="0"/>
              <a:t> states that samples means created from large number of samples will be approximately normally distribution although the distribution we sample from might not be normal.</a:t>
            </a:r>
          </a:p>
          <a:p>
            <a:r>
              <a:rPr lang="en-US" sz="1800" dirty="0"/>
              <a:t>When we collect large number of samples and we compute the average for each of these samples, we call the generated means as the </a:t>
            </a:r>
            <a:r>
              <a:rPr lang="en-US" sz="1800" dirty="0">
                <a:solidFill>
                  <a:srgbClr val="FF0000"/>
                </a:solidFill>
              </a:rPr>
              <a:t>Sampling Distribution </a:t>
            </a:r>
            <a:r>
              <a:rPr lang="en-US" sz="1800" dirty="0"/>
              <a:t>of the means.</a:t>
            </a:r>
          </a:p>
          <a:p>
            <a:r>
              <a:rPr lang="en-US" sz="1800" dirty="0"/>
              <a:t>The distribution of samples means becomes more normal when the samples size increases.</a:t>
            </a:r>
          </a:p>
          <a:p>
            <a:pPr marL="0" indent="0">
              <a:buNone/>
            </a:pPr>
            <a:r>
              <a:rPr lang="en-US" sz="1800" dirty="0"/>
              <a:t>According to CLT:</a:t>
            </a:r>
          </a:p>
          <a:p>
            <a:pPr marL="0" indent="0">
              <a:buNone/>
            </a:pPr>
            <a:r>
              <a:rPr lang="en-US" sz="1800" dirty="0"/>
              <a:t>1- The mean of the sampling distribution would be equal to the mean of the original distribution.</a:t>
            </a:r>
          </a:p>
          <a:p>
            <a:pPr marL="0" indent="0">
              <a:buNone/>
            </a:pPr>
            <a:r>
              <a:rPr lang="en-US" sz="1800" dirty="0"/>
              <a:t>2- The variance of the sampling distribution of the sample mean would be equal to the variance of the original distribution divided by n, where n is the size of the samples.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08C786-FF35-6F8F-7866-4859F643F0AA}"/>
              </a:ext>
            </a:extLst>
          </p:cNvPr>
          <p:cNvSpPr txBox="1"/>
          <p:nvPr/>
        </p:nvSpPr>
        <p:spPr>
          <a:xfrm>
            <a:off x="820366" y="6488668"/>
            <a:ext cx="3022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00642D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for a CLT simulator.</a:t>
            </a:r>
            <a:endParaRPr lang="en-US" dirty="0">
              <a:solidFill>
                <a:srgbClr val="FFFF00"/>
              </a:solidFill>
              <a:highlight>
                <a:srgbClr val="00642D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D4EE4-5C99-68C4-12B8-6A1C0779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59" y="4909958"/>
            <a:ext cx="2037413" cy="176337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B0C4F0D-C0ED-BFD7-8DF3-DAC7809D9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272" y="2101845"/>
            <a:ext cx="4791487" cy="225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849B9047-1461-3088-AD5F-8842C7648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9336" y="5980502"/>
            <a:ext cx="804086" cy="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7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22A9-AB9B-4DB6-909D-9B719B54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Empirical Proof that Standard Error is an Approximate for the True SD of Sample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C943-3A8B-4F77-93D3-E418FD3E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545015" cy="49910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numpy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matplotlib.pyplot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plt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Set population parameters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population = np.random.normal(loc=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scale=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size=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1000000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true_sigma = np.std(population)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Simulation setup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sample_size = 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num_samples = 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sample_means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sample_sds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_ 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(num_samples):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 = np.random.choice(population, sample_size)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sample_means.append(np.mean(sample))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sample_sds.append(np.std(sample, ddof=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actual SD of sample means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sd_of_sample_means = np.std(sample_means)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average standard error estimate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average_se = np.mean([s / np.sqrt(sample_size)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 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sample_sds])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"True SD of sample means: 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{sd_of_sample_means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"Average estimated SE:     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{average_se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Optional: plot histogram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plt.hist(sample_means, bins=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edgecolor=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'black'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'Distribution of Sample Means'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'Sample Mean'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'Frequency'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6608F-A355-48A5-AA45-B590299E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05" y="1706007"/>
            <a:ext cx="4914595" cy="403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65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094EA5-6E24-C7A6-5A2C-B84010934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299" y="1866146"/>
            <a:ext cx="2732231" cy="200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56EC655-D9EC-DF2D-356D-B9A17988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7178040" cy="25078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size n = 50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mean weight x = 73.16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Population standard deviation s = 8.63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67385" y="4213860"/>
            <a:ext cx="79488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To find the upper bound z-score for the 90% CI, we need to look for area 95% in the z table i.e. 90% + 5% (</a:t>
            </a:r>
            <a:r>
              <a:rPr lang="en-US" sz="2200" dirty="0">
                <a:solidFill>
                  <a:srgbClr val="FF0000"/>
                </a:solidFill>
              </a:rPr>
              <a:t>Look at the Figure</a:t>
            </a:r>
            <a:r>
              <a:rPr lang="en-US" sz="2200" dirty="0">
                <a:solidFill>
                  <a:srgbClr val="00206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Therefore, according to the z-table, the upper bound z-score for the 90% Confidence Interval = 1.64 i.e. lower bound is -1.64.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 Margin of Error = 1.64 * (8.63/√50) = ~2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Therefore, the 90% CI = 73.16 ± 2 = [71.16, 75.16]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CCD646-8F86-4A0E-628C-FDB520E71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16" y="3868614"/>
            <a:ext cx="3576565" cy="2854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8E01BC-D8C8-4BCA-927B-96F1BDB07317}"/>
              </a:ext>
            </a:extLst>
          </p:cNvPr>
          <p:cNvSpPr/>
          <p:nvPr/>
        </p:nvSpPr>
        <p:spPr>
          <a:xfrm>
            <a:off x="10475089" y="6360986"/>
            <a:ext cx="347240" cy="185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4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56B8C4-CFE9-DC5A-FF75-A5F491EF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6AF92-2E41-6AA0-B630-E98522877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301902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interpret this 90% confidence interval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interval [71.16 kgs to 75.16 kgs] gives us a good estimate of where the mean lies, based on the collective information from our samples.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90% means that if we estimate the population parameter and computed the confidence intervals 100 times, we expect that 90% of these intervals will contain our parameter.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person standing on a scale in a classroom&#10;&#10;Description automatically generated">
            <a:extLst>
              <a:ext uri="{FF2B5EF4-FFF2-40B4-BE49-F238E27FC236}">
                <a16:creationId xmlns:a16="http://schemas.microsoft.com/office/drawing/2014/main" id="{44F40FC0-76F1-BC68-C413-6A3B3D80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170" y="1385455"/>
            <a:ext cx="4642338" cy="46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4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F08F5-E804-9111-4745-3EEFBD86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Confidence Intervals using Excel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204626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size n = 50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mean weight x = 73.16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standard deviation s = 8.63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812648" y="4423227"/>
            <a:ext cx="635508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We can compute the confidence interval using Excel CONFIDENCE.NORM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This function computes the margin of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CONFIDENCE.NORM(.1 , 8.63 , 50) = 2.0074 ~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Therefore, the 90% CI = 73.16 ± 2 = [71.16, 75.16]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B247C-CFC6-55BA-93E6-4D682AE57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729" y="2076541"/>
            <a:ext cx="4892175" cy="1299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F08A47-B648-7BFF-D75F-C35A7078E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1" y="3906713"/>
            <a:ext cx="3647763" cy="117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2180B-78D7-4D1B-A48B-8311DABD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Transitioning to T-Distribution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4972-F6C5-130E-D848-F258945E4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Z-distribution when the population variance is known or when our data is large enough (n &gt; 30).</a:t>
            </a:r>
          </a:p>
          <a:p>
            <a:r>
              <a:rPr lang="en-US" dirty="0"/>
              <a:t>However, real-world data often doesn't come with this information.</a:t>
            </a:r>
          </a:p>
          <a:p>
            <a:r>
              <a:rPr lang="en-US" dirty="0"/>
              <a:t>In practice, </a:t>
            </a:r>
            <a:r>
              <a:rPr lang="en-US" dirty="0">
                <a:solidFill>
                  <a:srgbClr val="FF0000"/>
                </a:solidFill>
              </a:rPr>
              <a:t>the population variance is unknown</a:t>
            </a:r>
            <a:r>
              <a:rPr lang="en-US" dirty="0"/>
              <a:t>, and we usually estimate the population variance using the sample variance, which introduces more variability into our statistics.</a:t>
            </a:r>
          </a:p>
          <a:p>
            <a:r>
              <a:rPr lang="en-US" dirty="0"/>
              <a:t>The T-distribution accommodates this additional uncertainty and is especially useful for small sample sizes.</a:t>
            </a:r>
          </a:p>
          <a:p>
            <a:r>
              <a:rPr lang="en-US" dirty="0"/>
              <a:t>The T-distribution often serves as a safer alternative because it accounts for the additional uncertainty from estimating the population variance.</a:t>
            </a:r>
          </a:p>
        </p:txBody>
      </p:sp>
    </p:spTree>
    <p:extLst>
      <p:ext uri="{BB962C8B-B14F-4D97-AF65-F5344CB8AC3E}">
        <p14:creationId xmlns:p14="http://schemas.microsoft.com/office/powerpoint/2010/main" val="353531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724566-F9DF-5625-A36B-FBC036F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T-Distribution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F9505-EA03-A008-0752-7C7865FA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858000" cy="4991039"/>
          </a:xfrm>
        </p:spPr>
        <p:txBody>
          <a:bodyPr>
            <a:normAutofit fontScale="92500"/>
          </a:bodyPr>
          <a:lstStyle/>
          <a:p>
            <a:r>
              <a:rPr lang="en-US" dirty="0"/>
              <a:t>The T-distribution, like the normal distribution, is bell-shaped and symmetric but has heavier tails.</a:t>
            </a:r>
          </a:p>
          <a:p>
            <a:r>
              <a:rPr lang="en-US" dirty="0"/>
              <a:t>This means there is more probability in the tails and less in the center compared to a normal distribution.</a:t>
            </a:r>
          </a:p>
          <a:p>
            <a:r>
              <a:rPr lang="en-US" dirty="0"/>
              <a:t>The exact shape of the T-distribution depends on the degrees of freedom (</a:t>
            </a:r>
            <a:r>
              <a:rPr lang="en-US" dirty="0" err="1"/>
              <a:t>df</a:t>
            </a:r>
            <a:r>
              <a:rPr lang="en-US" dirty="0"/>
              <a:t>), which are related to the sample size.</a:t>
            </a:r>
          </a:p>
          <a:p>
            <a:r>
              <a:rPr lang="en-US" dirty="0"/>
              <a:t>Degrees of freedom in the context of the T-distribution refer to the number of independent values in a calculation of a statistic that are free to vary.</a:t>
            </a:r>
          </a:p>
          <a:p>
            <a:r>
              <a:rPr lang="en-US" dirty="0"/>
              <a:t>For a confidence interval, </a:t>
            </a:r>
            <a:r>
              <a:rPr lang="en-US" dirty="0" err="1"/>
              <a:t>df</a:t>
            </a:r>
            <a:r>
              <a:rPr lang="en-US" dirty="0"/>
              <a:t> is equal to the sample size (n) minus 1 (</a:t>
            </a:r>
            <a:r>
              <a:rPr lang="en-US" dirty="0" err="1"/>
              <a:t>df</a:t>
            </a:r>
            <a:r>
              <a:rPr lang="en-US" dirty="0"/>
              <a:t> = n - 1).</a:t>
            </a:r>
          </a:p>
          <a:p>
            <a:r>
              <a:rPr lang="en-US" dirty="0"/>
              <a:t>As the sample size increases, the T-distribution approaches the normal Z-distribution.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CC8F4E-A7C1-BDB0-F250-8B963CE60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767" y="1706007"/>
            <a:ext cx="4385729" cy="25351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E2991F-846E-99B7-E80B-4034069D7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9" y="4127003"/>
            <a:ext cx="3985844" cy="24665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A87B31-9CAC-87C7-8DAE-CDBB00FC72E2}"/>
              </a:ext>
            </a:extLst>
          </p:cNvPr>
          <p:cNvSpPr txBox="1"/>
          <p:nvPr/>
        </p:nvSpPr>
        <p:spPr>
          <a:xfrm>
            <a:off x="8599034" y="6593552"/>
            <a:ext cx="3222520" cy="26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https://www.scribbr.com/statistics/t-distribution/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765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23EDA4B2-8967-C945-41F0-16FAF4CB6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20" y="1101845"/>
            <a:ext cx="4259580" cy="602884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AEDC13-565B-E84F-CE76-87579FDF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4CF38-41E6-53F0-6393-4F2238BB1ABD}"/>
              </a:ext>
            </a:extLst>
          </p:cNvPr>
          <p:cNvSpPr/>
          <p:nvPr/>
        </p:nvSpPr>
        <p:spPr>
          <a:xfrm>
            <a:off x="8753793" y="4664953"/>
            <a:ext cx="436098" cy="151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8942A-EF4D-5560-122D-DA3EDEA30CF7}"/>
              </a:ext>
            </a:extLst>
          </p:cNvPr>
          <p:cNvSpPr txBox="1"/>
          <p:nvPr/>
        </p:nvSpPr>
        <p:spPr>
          <a:xfrm>
            <a:off x="761999" y="1660843"/>
            <a:ext cx="688394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first column, denoted "v," lists the degrees of freedom.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Degrees of freedom typically equal the sample size minus one (n-1) and relate to the number of independent values in a set of observations.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top row lists different significance levels (α), like the probabilities in z-table.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intersection of a row and column gives the t-value or t score, which is the cutoff point on the t-distribution.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F0000"/>
                </a:solidFill>
                <a:effectLst/>
              </a:rPr>
              <a:t>The table lists the areas (probability) on the right side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, of the t-scores (</a:t>
            </a:r>
            <a:r>
              <a:rPr lang="en-US" sz="2000" b="0" i="0" dirty="0">
                <a:solidFill>
                  <a:srgbClr val="00B050"/>
                </a:solidFill>
                <a:effectLst/>
              </a:rPr>
              <a:t>opposite to the z-tables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), therefore, to find a t scores for confident intervals we split α by 2 and look out the resulting value in the 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For example, to find the 90% confidence interval for a sample of 20 observations, we</a:t>
            </a:r>
            <a:r>
              <a:rPr lang="en-US" sz="2000" dirty="0">
                <a:solidFill>
                  <a:srgbClr val="0D0D0D"/>
                </a:solidFill>
              </a:rPr>
              <a:t> find 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α which is 1 - .9 = .1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We split α by 2 = .1 / 2 = 0.05 and we lookout that value in the table = 1.729</a:t>
            </a:r>
          </a:p>
        </p:txBody>
      </p:sp>
    </p:spTree>
    <p:extLst>
      <p:ext uri="{BB962C8B-B14F-4D97-AF65-F5344CB8AC3E}">
        <p14:creationId xmlns:p14="http://schemas.microsoft.com/office/powerpoint/2010/main" val="332913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CA6F-4ACD-5301-54AB-C1FED61F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Intervals Using T-Distribution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EFC0F-8C1A-C0AF-4F95-9CC370C23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The formula for a confidence interval using the T-distribution is like the one with the Z-distribution: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404040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x̄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mean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1" dirty="0">
                    <a:solidFill>
                      <a:srgbClr val="0D0D0D"/>
                    </a:solidFill>
                    <a:effectLst/>
                  </a:rPr>
                  <a:t>s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standard deviation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1" dirty="0">
                    <a:solidFill>
                      <a:srgbClr val="0D0D0D"/>
                    </a:solidFill>
                    <a:effectLst/>
                  </a:rPr>
                  <a:t>n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size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tx1"/>
                            </a:solidFill>
                          </a:rPr>
                          <m:t>α</m:t>
                        </m:r>
                        <m: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is the t-score from the T-distribution that corresponds to the desired confidence level.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EFC0F-8C1A-C0AF-4F95-9CC370C23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09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86756D-FC9F-2629-F637-8BDF1DF59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22" y="2203409"/>
            <a:ext cx="2359514" cy="8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1CE5FA9-26A1-082C-DAEE-7F90ECA9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547" y="1576528"/>
            <a:ext cx="4086389" cy="4413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69245-F22E-E0CE-A016-3043950B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Interval Estimates -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43" y="1706008"/>
            <a:ext cx="6832345" cy="2334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size n = 20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mean weight x = 72.94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Samples standard deviation s = 8.3946</a:t>
            </a:r>
          </a:p>
          <a:p>
            <a:pPr marL="0" indent="0">
              <a:buNone/>
            </a:pPr>
            <a:r>
              <a:rPr lang="en-US" sz="2200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765243" y="4147402"/>
            <a:ext cx="707525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Confidence Interval 90% </a:t>
            </a:r>
            <a:r>
              <a:rPr lang="en-US" sz="2200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</a:t>
            </a:r>
            <a:r>
              <a:rPr lang="el-GR" sz="2200" i="1" dirty="0">
                <a:solidFill>
                  <a:srgbClr val="002060"/>
                </a:solidFill>
                <a:latin typeface="Calibri (Body)"/>
              </a:rPr>
              <a:t>α</a:t>
            </a:r>
            <a:r>
              <a:rPr lang="en-US" sz="2200" i="1" dirty="0">
                <a:solidFill>
                  <a:srgbClr val="002060"/>
                </a:solidFill>
                <a:latin typeface="Calibri (Body)"/>
              </a:rPr>
              <a:t> = 1 - 0.9 = 0.1 </a:t>
            </a:r>
            <a:r>
              <a:rPr lang="en-US" sz="2200" i="1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</a:t>
            </a:r>
            <a:r>
              <a:rPr lang="el-GR" sz="2200" i="1" dirty="0">
                <a:solidFill>
                  <a:srgbClr val="002060"/>
                </a:solidFill>
                <a:latin typeface="Calibri (Body)"/>
              </a:rPr>
              <a:t>α</a:t>
            </a:r>
            <a:r>
              <a:rPr lang="en-US" sz="2200" i="1" dirty="0">
                <a:solidFill>
                  <a:srgbClr val="002060"/>
                </a:solidFill>
                <a:latin typeface="Calibri (Body)"/>
              </a:rPr>
              <a:t>/2 = 0.05</a:t>
            </a:r>
            <a:endParaRPr lang="en-US" sz="2200" dirty="0">
              <a:solidFill>
                <a:srgbClr val="002060"/>
              </a:solidFill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According to the t-table, the t-score for the 0.05 with</a:t>
            </a:r>
            <a:r>
              <a:rPr lang="ar-JO" sz="2200" dirty="0">
                <a:solidFill>
                  <a:srgbClr val="002060"/>
                </a:solidFill>
                <a:latin typeface="Calibri (Body)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Calibri (Body)"/>
              </a:rPr>
              <a:t>df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20 – 1 =</a:t>
            </a:r>
            <a:r>
              <a:rPr lang="ar-JO" sz="2200" dirty="0">
                <a:solidFill>
                  <a:srgbClr val="002060"/>
                </a:solidFill>
                <a:latin typeface="Calibri (Body)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19 </a:t>
            </a:r>
            <a:r>
              <a:rPr lang="en-US" sz="2200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t score =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1.729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The Margin of Error = 1.729 * (8.3946/√20) = 3.25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Therefore, the 90% CI = 72.94 ± 3.25 = [69.69, 76.19]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4DA36-7AD1-F613-1225-EF6F94848305}"/>
              </a:ext>
            </a:extLst>
          </p:cNvPr>
          <p:cNvSpPr/>
          <p:nvPr/>
        </p:nvSpPr>
        <p:spPr>
          <a:xfrm>
            <a:off x="9259508" y="4824919"/>
            <a:ext cx="436098" cy="1899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F2354-72B9-9B08-5A67-3E0C5992CB76}"/>
              </a:ext>
            </a:extLst>
          </p:cNvPr>
          <p:cNvSpPr txBox="1"/>
          <p:nvPr/>
        </p:nvSpPr>
        <p:spPr>
          <a:xfrm>
            <a:off x="281708" y="6293276"/>
            <a:ext cx="1191029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What is the difference between the 90% Confidence Interval of the Z-Distribution and the 90% Confidence Interval of the T-Distribution?</a:t>
            </a:r>
          </a:p>
        </p:txBody>
      </p:sp>
    </p:spTree>
    <p:extLst>
      <p:ext uri="{BB962C8B-B14F-4D97-AF65-F5344CB8AC3E}">
        <p14:creationId xmlns:p14="http://schemas.microsoft.com/office/powerpoint/2010/main" val="138027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F08F5-E804-9111-4745-3EEFBD86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Confidence Intervals using Excel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2130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size n = 20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mean weight x = 72.94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Samples standard deviation s = 8.3946</a:t>
            </a:r>
          </a:p>
          <a:p>
            <a:pPr marL="0" indent="0">
              <a:buNone/>
            </a:pPr>
            <a:r>
              <a:rPr lang="en-US" sz="2200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838199" y="4131397"/>
            <a:ext cx="63550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We can compute the confidence interval using Excel CONFIDENCE.T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This function computes the margin of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CONFIDENCE.T(.1 , 8. 39 , 20) = 3.24 ~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Therefore, the 90% CI = 72.94 ± 3.24 = [69.69, 76.19]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E5D1B-F541-4FB4-A1F1-D734DE36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329" y="3655862"/>
            <a:ext cx="2891197" cy="1945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4B0AA-65EF-4765-B7E1-B9DEC6EAC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16" y="5644492"/>
            <a:ext cx="2251424" cy="12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9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7617</TotalTime>
  <Words>2170</Words>
  <Application>Microsoft Office PowerPoint</Application>
  <PresentationFormat>Widescreen</PresentationFormat>
  <Paragraphs>167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-apple-system</vt:lpstr>
      <vt:lpstr>Arial</vt:lpstr>
      <vt:lpstr>Calibri</vt:lpstr>
      <vt:lpstr>Calibri (Body)</vt:lpstr>
      <vt:lpstr>Calibri Light</vt:lpstr>
      <vt:lpstr>Cambria Math</vt:lpstr>
      <vt:lpstr>Courier New</vt:lpstr>
      <vt:lpstr>KaTeX_Math</vt:lpstr>
      <vt:lpstr>Office Theme</vt:lpstr>
      <vt:lpstr>307102 Descriptive Statistics for Business</vt:lpstr>
      <vt:lpstr>Content</vt:lpstr>
      <vt:lpstr>Estimation in Statistics</vt:lpstr>
      <vt:lpstr>Point vs. Interval</vt:lpstr>
      <vt:lpstr>Point Estimates</vt:lpstr>
      <vt:lpstr>Interval Estimates - Confidence Intervals</vt:lpstr>
      <vt:lpstr>Computing Confidence Intervals</vt:lpstr>
      <vt:lpstr>The Significance Level Alpha (α) and The Confidence Level</vt:lpstr>
      <vt:lpstr>The Significance Level Alpha (α) and The Confidence Level</vt:lpstr>
      <vt:lpstr>Where did the Standard Error Come From? The Central Limit Theorem</vt:lpstr>
      <vt:lpstr>Empirical Proof that Standard Error is an Approximate for the True SD of Sample Means</vt:lpstr>
      <vt:lpstr>Confidence Intervals Example</vt:lpstr>
      <vt:lpstr>Confidence Intervals Example</vt:lpstr>
      <vt:lpstr>Solving Confidence Intervals using Excel Functions</vt:lpstr>
      <vt:lpstr>Transitioning to T-Distribution</vt:lpstr>
      <vt:lpstr>Characteristics of T-Distribution</vt:lpstr>
      <vt:lpstr>The T Table</vt:lpstr>
      <vt:lpstr>Confidence Intervals Using T-Distribution</vt:lpstr>
      <vt:lpstr>Interval Estimates - Confidence Intervals</vt:lpstr>
      <vt:lpstr>Solving Confidence Intervals using Excel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1116</cp:revision>
  <dcterms:created xsi:type="dcterms:W3CDTF">2023-03-26T11:17:23Z</dcterms:created>
  <dcterms:modified xsi:type="dcterms:W3CDTF">2025-05-16T05:58:27Z</dcterms:modified>
</cp:coreProperties>
</file>