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483" r:id="rId2"/>
    <p:sldId id="663" r:id="rId3"/>
    <p:sldId id="664" r:id="rId4"/>
    <p:sldId id="679" r:id="rId5"/>
    <p:sldId id="698" r:id="rId6"/>
    <p:sldId id="709" r:id="rId7"/>
    <p:sldId id="681" r:id="rId8"/>
    <p:sldId id="676" r:id="rId9"/>
    <p:sldId id="678" r:id="rId10"/>
    <p:sldId id="715" r:id="rId11"/>
    <p:sldId id="717" r:id="rId12"/>
    <p:sldId id="716" r:id="rId13"/>
    <p:sldId id="718" r:id="rId14"/>
    <p:sldId id="677" r:id="rId15"/>
    <p:sldId id="665" r:id="rId16"/>
    <p:sldId id="714" r:id="rId17"/>
    <p:sldId id="710" r:id="rId18"/>
    <p:sldId id="711" r:id="rId19"/>
    <p:sldId id="713" r:id="rId20"/>
    <p:sldId id="700" r:id="rId21"/>
    <p:sldId id="71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55" d="100"/>
          <a:sy n="155" d="100"/>
        </p:scale>
        <p:origin x="51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FA4FF9DA-AE9C-40A0-8238-F1F6B6C4ABE4}"/>
    <pc:docChg chg="delSld modSld">
      <pc:chgData name="Mohammed Fasha" userId="cc64f42d-a1a6-4f08-b97b-0c37f877119f" providerId="ADAL" clId="{FA4FF9DA-AE9C-40A0-8238-F1F6B6C4ABE4}" dt="2025-05-16T05:54:45.036" v="23" actId="47"/>
      <pc:docMkLst>
        <pc:docMk/>
      </pc:docMkLst>
      <pc:sldChg chg="del">
        <pc:chgData name="Mohammed Fasha" userId="cc64f42d-a1a6-4f08-b97b-0c37f877119f" providerId="ADAL" clId="{FA4FF9DA-AE9C-40A0-8238-F1F6B6C4ABE4}" dt="2025-05-16T05:54:45.036" v="23" actId="47"/>
        <pc:sldMkLst>
          <pc:docMk/>
          <pc:sldMk cId="607684796" sldId="333"/>
        </pc:sldMkLst>
      </pc:sldChg>
      <pc:sldChg chg="del">
        <pc:chgData name="Mohammed Fasha" userId="cc64f42d-a1a6-4f08-b97b-0c37f877119f" providerId="ADAL" clId="{FA4FF9DA-AE9C-40A0-8238-F1F6B6C4ABE4}" dt="2025-05-16T05:54:45.036" v="23" actId="47"/>
        <pc:sldMkLst>
          <pc:docMk/>
          <pc:sldMk cId="3241718055" sldId="344"/>
        </pc:sldMkLst>
      </pc:sldChg>
      <pc:sldChg chg="del">
        <pc:chgData name="Mohammed Fasha" userId="cc64f42d-a1a6-4f08-b97b-0c37f877119f" providerId="ADAL" clId="{FA4FF9DA-AE9C-40A0-8238-F1F6B6C4ABE4}" dt="2025-05-16T05:54:45.036" v="23" actId="47"/>
        <pc:sldMkLst>
          <pc:docMk/>
          <pc:sldMk cId="2957811751" sldId="354"/>
        </pc:sldMkLst>
      </pc:sldChg>
      <pc:sldChg chg="del">
        <pc:chgData name="Mohammed Fasha" userId="cc64f42d-a1a6-4f08-b97b-0c37f877119f" providerId="ADAL" clId="{FA4FF9DA-AE9C-40A0-8238-F1F6B6C4ABE4}" dt="2025-05-16T05:54:45.036" v="23" actId="47"/>
        <pc:sldMkLst>
          <pc:docMk/>
          <pc:sldMk cId="1499958888" sldId="394"/>
        </pc:sldMkLst>
      </pc:sldChg>
      <pc:sldChg chg="del">
        <pc:chgData name="Mohammed Fasha" userId="cc64f42d-a1a6-4f08-b97b-0c37f877119f" providerId="ADAL" clId="{FA4FF9DA-AE9C-40A0-8238-F1F6B6C4ABE4}" dt="2025-05-16T05:54:45.036" v="23" actId="47"/>
        <pc:sldMkLst>
          <pc:docMk/>
          <pc:sldMk cId="1852804652" sldId="396"/>
        </pc:sldMkLst>
      </pc:sldChg>
      <pc:sldChg chg="del">
        <pc:chgData name="Mohammed Fasha" userId="cc64f42d-a1a6-4f08-b97b-0c37f877119f" providerId="ADAL" clId="{FA4FF9DA-AE9C-40A0-8238-F1F6B6C4ABE4}" dt="2025-05-16T05:54:45.036" v="23" actId="47"/>
        <pc:sldMkLst>
          <pc:docMk/>
          <pc:sldMk cId="587789057" sldId="423"/>
        </pc:sldMkLst>
      </pc:sldChg>
      <pc:sldChg chg="del">
        <pc:chgData name="Mohammed Fasha" userId="cc64f42d-a1a6-4f08-b97b-0c37f877119f" providerId="ADAL" clId="{FA4FF9DA-AE9C-40A0-8238-F1F6B6C4ABE4}" dt="2025-05-16T05:54:45.036" v="23" actId="47"/>
        <pc:sldMkLst>
          <pc:docMk/>
          <pc:sldMk cId="1625691186" sldId="425"/>
        </pc:sldMkLst>
      </pc:sldChg>
      <pc:sldChg chg="del">
        <pc:chgData name="Mohammed Fasha" userId="cc64f42d-a1a6-4f08-b97b-0c37f877119f" providerId="ADAL" clId="{FA4FF9DA-AE9C-40A0-8238-F1F6B6C4ABE4}" dt="2025-05-16T05:54:45.036" v="23" actId="47"/>
        <pc:sldMkLst>
          <pc:docMk/>
          <pc:sldMk cId="2127906749" sldId="427"/>
        </pc:sldMkLst>
      </pc:sldChg>
      <pc:sldChg chg="del">
        <pc:chgData name="Mohammed Fasha" userId="cc64f42d-a1a6-4f08-b97b-0c37f877119f" providerId="ADAL" clId="{FA4FF9DA-AE9C-40A0-8238-F1F6B6C4ABE4}" dt="2025-05-16T05:54:45.036" v="23" actId="47"/>
        <pc:sldMkLst>
          <pc:docMk/>
          <pc:sldMk cId="391491219" sldId="428"/>
        </pc:sldMkLst>
      </pc:sldChg>
      <pc:sldChg chg="del">
        <pc:chgData name="Mohammed Fasha" userId="cc64f42d-a1a6-4f08-b97b-0c37f877119f" providerId="ADAL" clId="{FA4FF9DA-AE9C-40A0-8238-F1F6B6C4ABE4}" dt="2025-05-16T05:54:45.036" v="23" actId="47"/>
        <pc:sldMkLst>
          <pc:docMk/>
          <pc:sldMk cId="3339445507" sldId="430"/>
        </pc:sldMkLst>
      </pc:sldChg>
      <pc:sldChg chg="del">
        <pc:chgData name="Mohammed Fasha" userId="cc64f42d-a1a6-4f08-b97b-0c37f877119f" providerId="ADAL" clId="{FA4FF9DA-AE9C-40A0-8238-F1F6B6C4ABE4}" dt="2025-05-16T05:54:45.036" v="23" actId="47"/>
        <pc:sldMkLst>
          <pc:docMk/>
          <pc:sldMk cId="3389046835" sldId="431"/>
        </pc:sldMkLst>
      </pc:sldChg>
      <pc:sldChg chg="del">
        <pc:chgData name="Mohammed Fasha" userId="cc64f42d-a1a6-4f08-b97b-0c37f877119f" providerId="ADAL" clId="{FA4FF9DA-AE9C-40A0-8238-F1F6B6C4ABE4}" dt="2025-05-16T05:54:45.036" v="23" actId="47"/>
        <pc:sldMkLst>
          <pc:docMk/>
          <pc:sldMk cId="2409345436" sldId="437"/>
        </pc:sldMkLst>
      </pc:sldChg>
      <pc:sldChg chg="del">
        <pc:chgData name="Mohammed Fasha" userId="cc64f42d-a1a6-4f08-b97b-0c37f877119f" providerId="ADAL" clId="{FA4FF9DA-AE9C-40A0-8238-F1F6B6C4ABE4}" dt="2025-05-16T05:54:45.036" v="23" actId="47"/>
        <pc:sldMkLst>
          <pc:docMk/>
          <pc:sldMk cId="2522174856" sldId="438"/>
        </pc:sldMkLst>
      </pc:sldChg>
      <pc:sldChg chg="del">
        <pc:chgData name="Mohammed Fasha" userId="cc64f42d-a1a6-4f08-b97b-0c37f877119f" providerId="ADAL" clId="{FA4FF9DA-AE9C-40A0-8238-F1F6B6C4ABE4}" dt="2025-05-16T05:54:45.036" v="23" actId="47"/>
        <pc:sldMkLst>
          <pc:docMk/>
          <pc:sldMk cId="2905491798" sldId="440"/>
        </pc:sldMkLst>
      </pc:sldChg>
      <pc:sldChg chg="del">
        <pc:chgData name="Mohammed Fasha" userId="cc64f42d-a1a6-4f08-b97b-0c37f877119f" providerId="ADAL" clId="{FA4FF9DA-AE9C-40A0-8238-F1F6B6C4ABE4}" dt="2025-05-16T05:54:45.036" v="23" actId="47"/>
        <pc:sldMkLst>
          <pc:docMk/>
          <pc:sldMk cId="4208461039" sldId="447"/>
        </pc:sldMkLst>
      </pc:sldChg>
      <pc:sldChg chg="del">
        <pc:chgData name="Mohammed Fasha" userId="cc64f42d-a1a6-4f08-b97b-0c37f877119f" providerId="ADAL" clId="{FA4FF9DA-AE9C-40A0-8238-F1F6B6C4ABE4}" dt="2025-05-16T05:54:45.036" v="23" actId="47"/>
        <pc:sldMkLst>
          <pc:docMk/>
          <pc:sldMk cId="1210803598" sldId="478"/>
        </pc:sldMkLst>
      </pc:sldChg>
      <pc:sldChg chg="del">
        <pc:chgData name="Mohammed Fasha" userId="cc64f42d-a1a6-4f08-b97b-0c37f877119f" providerId="ADAL" clId="{FA4FF9DA-AE9C-40A0-8238-F1F6B6C4ABE4}" dt="2025-05-16T05:54:45.036" v="23" actId="47"/>
        <pc:sldMkLst>
          <pc:docMk/>
          <pc:sldMk cId="2726994946" sldId="479"/>
        </pc:sldMkLst>
      </pc:sldChg>
      <pc:sldChg chg="modSp mod">
        <pc:chgData name="Mohammed Fasha" userId="cc64f42d-a1a6-4f08-b97b-0c37f877119f" providerId="ADAL" clId="{FA4FF9DA-AE9C-40A0-8238-F1F6B6C4ABE4}" dt="2025-05-16T05:54:29.828" v="22" actId="20577"/>
        <pc:sldMkLst>
          <pc:docMk/>
          <pc:sldMk cId="2297456757" sldId="483"/>
        </pc:sldMkLst>
        <pc:spChg chg="mod">
          <ac:chgData name="Mohammed Fasha" userId="cc64f42d-a1a6-4f08-b97b-0c37f877119f" providerId="ADAL" clId="{FA4FF9DA-AE9C-40A0-8238-F1F6B6C4ABE4}" dt="2025-05-16T05:54:29.828" v="22" actId="20577"/>
          <ac:spMkLst>
            <pc:docMk/>
            <pc:sldMk cId="2297456757" sldId="483"/>
            <ac:spMk id="5" creationId="{89403830-E271-DAA0-8838-E295A84A8B5B}"/>
          </ac:spMkLst>
        </pc:spChg>
      </pc:sldChg>
      <pc:sldChg chg="del">
        <pc:chgData name="Mohammed Fasha" userId="cc64f42d-a1a6-4f08-b97b-0c37f877119f" providerId="ADAL" clId="{FA4FF9DA-AE9C-40A0-8238-F1F6B6C4ABE4}" dt="2025-05-16T05:54:45.036" v="23" actId="47"/>
        <pc:sldMkLst>
          <pc:docMk/>
          <pc:sldMk cId="941853383" sldId="484"/>
        </pc:sldMkLst>
      </pc:sldChg>
      <pc:sldChg chg="del">
        <pc:chgData name="Mohammed Fasha" userId="cc64f42d-a1a6-4f08-b97b-0c37f877119f" providerId="ADAL" clId="{FA4FF9DA-AE9C-40A0-8238-F1F6B6C4ABE4}" dt="2025-05-16T05:54:45.036" v="23" actId="47"/>
        <pc:sldMkLst>
          <pc:docMk/>
          <pc:sldMk cId="1586650541" sldId="510"/>
        </pc:sldMkLst>
      </pc:sldChg>
      <pc:sldChg chg="del">
        <pc:chgData name="Mohammed Fasha" userId="cc64f42d-a1a6-4f08-b97b-0c37f877119f" providerId="ADAL" clId="{FA4FF9DA-AE9C-40A0-8238-F1F6B6C4ABE4}" dt="2025-05-16T05:54:45.036" v="23" actId="47"/>
        <pc:sldMkLst>
          <pc:docMk/>
          <pc:sldMk cId="1271956779" sldId="514"/>
        </pc:sldMkLst>
      </pc:sldChg>
      <pc:sldChg chg="del">
        <pc:chgData name="Mohammed Fasha" userId="cc64f42d-a1a6-4f08-b97b-0c37f877119f" providerId="ADAL" clId="{FA4FF9DA-AE9C-40A0-8238-F1F6B6C4ABE4}" dt="2025-05-16T05:54:45.036" v="23" actId="47"/>
        <pc:sldMkLst>
          <pc:docMk/>
          <pc:sldMk cId="2281221656" sldId="527"/>
        </pc:sldMkLst>
      </pc:sldChg>
      <pc:sldChg chg="del">
        <pc:chgData name="Mohammed Fasha" userId="cc64f42d-a1a6-4f08-b97b-0c37f877119f" providerId="ADAL" clId="{FA4FF9DA-AE9C-40A0-8238-F1F6B6C4ABE4}" dt="2025-05-16T05:54:45.036" v="23" actId="47"/>
        <pc:sldMkLst>
          <pc:docMk/>
          <pc:sldMk cId="3354701919" sldId="588"/>
        </pc:sldMkLst>
      </pc:sldChg>
      <pc:sldChg chg="del">
        <pc:chgData name="Mohammed Fasha" userId="cc64f42d-a1a6-4f08-b97b-0c37f877119f" providerId="ADAL" clId="{FA4FF9DA-AE9C-40A0-8238-F1F6B6C4ABE4}" dt="2025-05-16T05:54:45.036" v="23" actId="47"/>
        <pc:sldMkLst>
          <pc:docMk/>
          <pc:sldMk cId="1772982877" sldId="590"/>
        </pc:sldMkLst>
      </pc:sldChg>
      <pc:sldChg chg="del">
        <pc:chgData name="Mohammed Fasha" userId="cc64f42d-a1a6-4f08-b97b-0c37f877119f" providerId="ADAL" clId="{FA4FF9DA-AE9C-40A0-8238-F1F6B6C4ABE4}" dt="2025-05-16T05:54:45.036" v="23" actId="47"/>
        <pc:sldMkLst>
          <pc:docMk/>
          <pc:sldMk cId="4013144202" sldId="591"/>
        </pc:sldMkLst>
      </pc:sldChg>
      <pc:sldChg chg="del">
        <pc:chgData name="Mohammed Fasha" userId="cc64f42d-a1a6-4f08-b97b-0c37f877119f" providerId="ADAL" clId="{FA4FF9DA-AE9C-40A0-8238-F1F6B6C4ABE4}" dt="2025-05-16T05:54:45.036" v="23" actId="47"/>
        <pc:sldMkLst>
          <pc:docMk/>
          <pc:sldMk cId="4204510001" sldId="592"/>
        </pc:sldMkLst>
      </pc:sldChg>
      <pc:sldChg chg="del">
        <pc:chgData name="Mohammed Fasha" userId="cc64f42d-a1a6-4f08-b97b-0c37f877119f" providerId="ADAL" clId="{FA4FF9DA-AE9C-40A0-8238-F1F6B6C4ABE4}" dt="2025-05-16T05:54:45.036" v="23" actId="47"/>
        <pc:sldMkLst>
          <pc:docMk/>
          <pc:sldMk cId="1503045661" sldId="593"/>
        </pc:sldMkLst>
      </pc:sldChg>
      <pc:sldChg chg="del">
        <pc:chgData name="Mohammed Fasha" userId="cc64f42d-a1a6-4f08-b97b-0c37f877119f" providerId="ADAL" clId="{FA4FF9DA-AE9C-40A0-8238-F1F6B6C4ABE4}" dt="2025-05-16T05:54:45.036" v="23" actId="47"/>
        <pc:sldMkLst>
          <pc:docMk/>
          <pc:sldMk cId="3474268344" sldId="596"/>
        </pc:sldMkLst>
      </pc:sldChg>
      <pc:sldChg chg="del">
        <pc:chgData name="Mohammed Fasha" userId="cc64f42d-a1a6-4f08-b97b-0c37f877119f" providerId="ADAL" clId="{FA4FF9DA-AE9C-40A0-8238-F1F6B6C4ABE4}" dt="2025-05-16T05:54:45.036" v="23" actId="47"/>
        <pc:sldMkLst>
          <pc:docMk/>
          <pc:sldMk cId="4148675757" sldId="597"/>
        </pc:sldMkLst>
      </pc:sldChg>
      <pc:sldChg chg="del">
        <pc:chgData name="Mohammed Fasha" userId="cc64f42d-a1a6-4f08-b97b-0c37f877119f" providerId="ADAL" clId="{FA4FF9DA-AE9C-40A0-8238-F1F6B6C4ABE4}" dt="2025-05-16T05:54:45.036" v="23" actId="47"/>
        <pc:sldMkLst>
          <pc:docMk/>
          <pc:sldMk cId="2392152533" sldId="598"/>
        </pc:sldMkLst>
      </pc:sldChg>
      <pc:sldChg chg="del">
        <pc:chgData name="Mohammed Fasha" userId="cc64f42d-a1a6-4f08-b97b-0c37f877119f" providerId="ADAL" clId="{FA4FF9DA-AE9C-40A0-8238-F1F6B6C4ABE4}" dt="2025-05-16T05:54:45.036" v="23" actId="47"/>
        <pc:sldMkLst>
          <pc:docMk/>
          <pc:sldMk cId="3480194047" sldId="599"/>
        </pc:sldMkLst>
      </pc:sldChg>
      <pc:sldChg chg="del">
        <pc:chgData name="Mohammed Fasha" userId="cc64f42d-a1a6-4f08-b97b-0c37f877119f" providerId="ADAL" clId="{FA4FF9DA-AE9C-40A0-8238-F1F6B6C4ABE4}" dt="2025-05-16T05:54:45.036" v="23" actId="47"/>
        <pc:sldMkLst>
          <pc:docMk/>
          <pc:sldMk cId="3146452721" sldId="600"/>
        </pc:sldMkLst>
      </pc:sldChg>
      <pc:sldChg chg="del">
        <pc:chgData name="Mohammed Fasha" userId="cc64f42d-a1a6-4f08-b97b-0c37f877119f" providerId="ADAL" clId="{FA4FF9DA-AE9C-40A0-8238-F1F6B6C4ABE4}" dt="2025-05-16T05:54:45.036" v="23" actId="47"/>
        <pc:sldMkLst>
          <pc:docMk/>
          <pc:sldMk cId="3244541146" sldId="601"/>
        </pc:sldMkLst>
      </pc:sldChg>
      <pc:sldChg chg="del">
        <pc:chgData name="Mohammed Fasha" userId="cc64f42d-a1a6-4f08-b97b-0c37f877119f" providerId="ADAL" clId="{FA4FF9DA-AE9C-40A0-8238-F1F6B6C4ABE4}" dt="2025-05-16T05:54:45.036" v="23" actId="47"/>
        <pc:sldMkLst>
          <pc:docMk/>
          <pc:sldMk cId="659845697" sldId="602"/>
        </pc:sldMkLst>
      </pc:sldChg>
      <pc:sldChg chg="del">
        <pc:chgData name="Mohammed Fasha" userId="cc64f42d-a1a6-4f08-b97b-0c37f877119f" providerId="ADAL" clId="{FA4FF9DA-AE9C-40A0-8238-F1F6B6C4ABE4}" dt="2025-05-16T05:54:45.036" v="23" actId="47"/>
        <pc:sldMkLst>
          <pc:docMk/>
          <pc:sldMk cId="2464207026" sldId="603"/>
        </pc:sldMkLst>
      </pc:sldChg>
      <pc:sldChg chg="del">
        <pc:chgData name="Mohammed Fasha" userId="cc64f42d-a1a6-4f08-b97b-0c37f877119f" providerId="ADAL" clId="{FA4FF9DA-AE9C-40A0-8238-F1F6B6C4ABE4}" dt="2025-05-16T05:54:45.036" v="23" actId="47"/>
        <pc:sldMkLst>
          <pc:docMk/>
          <pc:sldMk cId="4283467534" sldId="604"/>
        </pc:sldMkLst>
      </pc:sldChg>
      <pc:sldChg chg="del">
        <pc:chgData name="Mohammed Fasha" userId="cc64f42d-a1a6-4f08-b97b-0c37f877119f" providerId="ADAL" clId="{FA4FF9DA-AE9C-40A0-8238-F1F6B6C4ABE4}" dt="2025-05-16T05:54:45.036" v="23" actId="47"/>
        <pc:sldMkLst>
          <pc:docMk/>
          <pc:sldMk cId="2877973779" sldId="607"/>
        </pc:sldMkLst>
      </pc:sldChg>
      <pc:sldChg chg="del">
        <pc:chgData name="Mohammed Fasha" userId="cc64f42d-a1a6-4f08-b97b-0c37f877119f" providerId="ADAL" clId="{FA4FF9DA-AE9C-40A0-8238-F1F6B6C4ABE4}" dt="2025-05-16T05:54:45.036" v="23" actId="47"/>
        <pc:sldMkLst>
          <pc:docMk/>
          <pc:sldMk cId="21481256" sldId="611"/>
        </pc:sldMkLst>
      </pc:sldChg>
      <pc:sldChg chg="del">
        <pc:chgData name="Mohammed Fasha" userId="cc64f42d-a1a6-4f08-b97b-0c37f877119f" providerId="ADAL" clId="{FA4FF9DA-AE9C-40A0-8238-F1F6B6C4ABE4}" dt="2025-05-16T05:54:45.036" v="23" actId="47"/>
        <pc:sldMkLst>
          <pc:docMk/>
          <pc:sldMk cId="4040874025" sldId="612"/>
        </pc:sldMkLst>
      </pc:sldChg>
      <pc:sldChg chg="del">
        <pc:chgData name="Mohammed Fasha" userId="cc64f42d-a1a6-4f08-b97b-0c37f877119f" providerId="ADAL" clId="{FA4FF9DA-AE9C-40A0-8238-F1F6B6C4ABE4}" dt="2025-05-16T05:54:45.036" v="23" actId="47"/>
        <pc:sldMkLst>
          <pc:docMk/>
          <pc:sldMk cId="399592497" sldId="613"/>
        </pc:sldMkLst>
      </pc:sldChg>
      <pc:sldChg chg="del">
        <pc:chgData name="Mohammed Fasha" userId="cc64f42d-a1a6-4f08-b97b-0c37f877119f" providerId="ADAL" clId="{FA4FF9DA-AE9C-40A0-8238-F1F6B6C4ABE4}" dt="2025-05-16T05:54:45.036" v="23" actId="47"/>
        <pc:sldMkLst>
          <pc:docMk/>
          <pc:sldMk cId="3535314737" sldId="614"/>
        </pc:sldMkLst>
      </pc:sldChg>
      <pc:sldChg chg="del">
        <pc:chgData name="Mohammed Fasha" userId="cc64f42d-a1a6-4f08-b97b-0c37f877119f" providerId="ADAL" clId="{FA4FF9DA-AE9C-40A0-8238-F1F6B6C4ABE4}" dt="2025-05-16T05:54:45.036" v="23" actId="47"/>
        <pc:sldMkLst>
          <pc:docMk/>
          <pc:sldMk cId="627652750" sldId="615"/>
        </pc:sldMkLst>
      </pc:sldChg>
      <pc:sldChg chg="del">
        <pc:chgData name="Mohammed Fasha" userId="cc64f42d-a1a6-4f08-b97b-0c37f877119f" providerId="ADAL" clId="{FA4FF9DA-AE9C-40A0-8238-F1F6B6C4ABE4}" dt="2025-05-16T05:54:45.036" v="23" actId="47"/>
        <pc:sldMkLst>
          <pc:docMk/>
          <pc:sldMk cId="423212581" sldId="616"/>
        </pc:sldMkLst>
      </pc:sldChg>
      <pc:sldChg chg="del">
        <pc:chgData name="Mohammed Fasha" userId="cc64f42d-a1a6-4f08-b97b-0c37f877119f" providerId="ADAL" clId="{FA4FF9DA-AE9C-40A0-8238-F1F6B6C4ABE4}" dt="2025-05-16T05:54:45.036" v="23" actId="47"/>
        <pc:sldMkLst>
          <pc:docMk/>
          <pc:sldMk cId="3329135496" sldId="617"/>
        </pc:sldMkLst>
      </pc:sldChg>
      <pc:sldChg chg="del">
        <pc:chgData name="Mohammed Fasha" userId="cc64f42d-a1a6-4f08-b97b-0c37f877119f" providerId="ADAL" clId="{FA4FF9DA-AE9C-40A0-8238-F1F6B6C4ABE4}" dt="2025-05-16T05:54:45.036" v="23" actId="47"/>
        <pc:sldMkLst>
          <pc:docMk/>
          <pc:sldMk cId="1380276415" sldId="618"/>
        </pc:sldMkLst>
      </pc:sldChg>
      <pc:sldChg chg="del">
        <pc:chgData name="Mohammed Fasha" userId="cc64f42d-a1a6-4f08-b97b-0c37f877119f" providerId="ADAL" clId="{FA4FF9DA-AE9C-40A0-8238-F1F6B6C4ABE4}" dt="2025-05-16T05:54:45.036" v="23" actId="47"/>
        <pc:sldMkLst>
          <pc:docMk/>
          <pc:sldMk cId="246730148" sldId="619"/>
        </pc:sldMkLst>
      </pc:sldChg>
      <pc:sldChg chg="del">
        <pc:chgData name="Mohammed Fasha" userId="cc64f42d-a1a6-4f08-b97b-0c37f877119f" providerId="ADAL" clId="{FA4FF9DA-AE9C-40A0-8238-F1F6B6C4ABE4}" dt="2025-05-16T05:54:45.036" v="23" actId="47"/>
        <pc:sldMkLst>
          <pc:docMk/>
          <pc:sldMk cId="839834530" sldId="621"/>
        </pc:sldMkLst>
      </pc:sldChg>
      <pc:sldChg chg="del">
        <pc:chgData name="Mohammed Fasha" userId="cc64f42d-a1a6-4f08-b97b-0c37f877119f" providerId="ADAL" clId="{FA4FF9DA-AE9C-40A0-8238-F1F6B6C4ABE4}" dt="2025-05-16T05:54:45.036" v="23" actId="47"/>
        <pc:sldMkLst>
          <pc:docMk/>
          <pc:sldMk cId="3734309461" sldId="625"/>
        </pc:sldMkLst>
      </pc:sldChg>
      <pc:sldChg chg="del">
        <pc:chgData name="Mohammed Fasha" userId="cc64f42d-a1a6-4f08-b97b-0c37f877119f" providerId="ADAL" clId="{FA4FF9DA-AE9C-40A0-8238-F1F6B6C4ABE4}" dt="2025-05-16T05:54:45.036" v="23" actId="47"/>
        <pc:sldMkLst>
          <pc:docMk/>
          <pc:sldMk cId="4269580935" sldId="634"/>
        </pc:sldMkLst>
      </pc:sldChg>
      <pc:sldChg chg="del">
        <pc:chgData name="Mohammed Fasha" userId="cc64f42d-a1a6-4f08-b97b-0c37f877119f" providerId="ADAL" clId="{FA4FF9DA-AE9C-40A0-8238-F1F6B6C4ABE4}" dt="2025-05-16T05:54:45.036" v="23" actId="47"/>
        <pc:sldMkLst>
          <pc:docMk/>
          <pc:sldMk cId="2838240985" sldId="635"/>
        </pc:sldMkLst>
      </pc:sldChg>
      <pc:sldChg chg="del">
        <pc:chgData name="Mohammed Fasha" userId="cc64f42d-a1a6-4f08-b97b-0c37f877119f" providerId="ADAL" clId="{FA4FF9DA-AE9C-40A0-8238-F1F6B6C4ABE4}" dt="2025-05-16T05:54:45.036" v="23" actId="47"/>
        <pc:sldMkLst>
          <pc:docMk/>
          <pc:sldMk cId="1675291572" sldId="638"/>
        </pc:sldMkLst>
      </pc:sldChg>
      <pc:sldChg chg="del">
        <pc:chgData name="Mohammed Fasha" userId="cc64f42d-a1a6-4f08-b97b-0c37f877119f" providerId="ADAL" clId="{FA4FF9DA-AE9C-40A0-8238-F1F6B6C4ABE4}" dt="2025-05-16T05:54:45.036" v="23" actId="47"/>
        <pc:sldMkLst>
          <pc:docMk/>
          <pc:sldMk cId="2145145303" sldId="640"/>
        </pc:sldMkLst>
      </pc:sldChg>
      <pc:sldChg chg="del">
        <pc:chgData name="Mohammed Fasha" userId="cc64f42d-a1a6-4f08-b97b-0c37f877119f" providerId="ADAL" clId="{FA4FF9DA-AE9C-40A0-8238-F1F6B6C4ABE4}" dt="2025-05-16T05:54:45.036" v="23" actId="47"/>
        <pc:sldMkLst>
          <pc:docMk/>
          <pc:sldMk cId="1135291414" sldId="643"/>
        </pc:sldMkLst>
      </pc:sldChg>
      <pc:sldChg chg="del">
        <pc:chgData name="Mohammed Fasha" userId="cc64f42d-a1a6-4f08-b97b-0c37f877119f" providerId="ADAL" clId="{FA4FF9DA-AE9C-40A0-8238-F1F6B6C4ABE4}" dt="2025-05-16T05:54:45.036" v="23" actId="47"/>
        <pc:sldMkLst>
          <pc:docMk/>
          <pc:sldMk cId="1030124935" sldId="644"/>
        </pc:sldMkLst>
      </pc:sldChg>
      <pc:sldChg chg="del">
        <pc:chgData name="Mohammed Fasha" userId="cc64f42d-a1a6-4f08-b97b-0c37f877119f" providerId="ADAL" clId="{FA4FF9DA-AE9C-40A0-8238-F1F6B6C4ABE4}" dt="2025-05-16T05:54:45.036" v="23" actId="47"/>
        <pc:sldMkLst>
          <pc:docMk/>
          <pc:sldMk cId="2168644593" sldId="645"/>
        </pc:sldMkLst>
      </pc:sldChg>
      <pc:sldChg chg="del">
        <pc:chgData name="Mohammed Fasha" userId="cc64f42d-a1a6-4f08-b97b-0c37f877119f" providerId="ADAL" clId="{FA4FF9DA-AE9C-40A0-8238-F1F6B6C4ABE4}" dt="2025-05-16T05:54:45.036" v="23" actId="47"/>
        <pc:sldMkLst>
          <pc:docMk/>
          <pc:sldMk cId="2743226386" sldId="646"/>
        </pc:sldMkLst>
      </pc:sldChg>
      <pc:sldChg chg="del">
        <pc:chgData name="Mohammed Fasha" userId="cc64f42d-a1a6-4f08-b97b-0c37f877119f" providerId="ADAL" clId="{FA4FF9DA-AE9C-40A0-8238-F1F6B6C4ABE4}" dt="2025-05-16T05:54:45.036" v="23" actId="47"/>
        <pc:sldMkLst>
          <pc:docMk/>
          <pc:sldMk cId="202107314" sldId="647"/>
        </pc:sldMkLst>
      </pc:sldChg>
      <pc:sldChg chg="del">
        <pc:chgData name="Mohammed Fasha" userId="cc64f42d-a1a6-4f08-b97b-0c37f877119f" providerId="ADAL" clId="{FA4FF9DA-AE9C-40A0-8238-F1F6B6C4ABE4}" dt="2025-05-16T05:54:45.036" v="23" actId="47"/>
        <pc:sldMkLst>
          <pc:docMk/>
          <pc:sldMk cId="662689605" sldId="649"/>
        </pc:sldMkLst>
      </pc:sldChg>
      <pc:sldChg chg="del">
        <pc:chgData name="Mohammed Fasha" userId="cc64f42d-a1a6-4f08-b97b-0c37f877119f" providerId="ADAL" clId="{FA4FF9DA-AE9C-40A0-8238-F1F6B6C4ABE4}" dt="2025-05-16T05:54:45.036" v="23" actId="47"/>
        <pc:sldMkLst>
          <pc:docMk/>
          <pc:sldMk cId="3942060319" sldId="650"/>
        </pc:sldMkLst>
      </pc:sldChg>
      <pc:sldChg chg="del">
        <pc:chgData name="Mohammed Fasha" userId="cc64f42d-a1a6-4f08-b97b-0c37f877119f" providerId="ADAL" clId="{FA4FF9DA-AE9C-40A0-8238-F1F6B6C4ABE4}" dt="2025-05-16T05:54:45.036" v="23" actId="47"/>
        <pc:sldMkLst>
          <pc:docMk/>
          <pc:sldMk cId="916802035" sldId="651"/>
        </pc:sldMkLst>
      </pc:sldChg>
      <pc:sldChg chg="del">
        <pc:chgData name="Mohammed Fasha" userId="cc64f42d-a1a6-4f08-b97b-0c37f877119f" providerId="ADAL" clId="{FA4FF9DA-AE9C-40A0-8238-F1F6B6C4ABE4}" dt="2025-05-16T05:54:45.036" v="23" actId="47"/>
        <pc:sldMkLst>
          <pc:docMk/>
          <pc:sldMk cId="3061130053" sldId="653"/>
        </pc:sldMkLst>
      </pc:sldChg>
      <pc:sldChg chg="del">
        <pc:chgData name="Mohammed Fasha" userId="cc64f42d-a1a6-4f08-b97b-0c37f877119f" providerId="ADAL" clId="{FA4FF9DA-AE9C-40A0-8238-F1F6B6C4ABE4}" dt="2025-05-16T05:54:45.036" v="23" actId="47"/>
        <pc:sldMkLst>
          <pc:docMk/>
          <pc:sldMk cId="3585687456" sldId="654"/>
        </pc:sldMkLst>
      </pc:sldChg>
      <pc:sldChg chg="del">
        <pc:chgData name="Mohammed Fasha" userId="cc64f42d-a1a6-4f08-b97b-0c37f877119f" providerId="ADAL" clId="{FA4FF9DA-AE9C-40A0-8238-F1F6B6C4ABE4}" dt="2025-05-16T05:54:45.036" v="23" actId="47"/>
        <pc:sldMkLst>
          <pc:docMk/>
          <pc:sldMk cId="2892622100" sldId="655"/>
        </pc:sldMkLst>
      </pc:sldChg>
      <pc:sldChg chg="del">
        <pc:chgData name="Mohammed Fasha" userId="cc64f42d-a1a6-4f08-b97b-0c37f877119f" providerId="ADAL" clId="{FA4FF9DA-AE9C-40A0-8238-F1F6B6C4ABE4}" dt="2025-05-16T05:54:45.036" v="23" actId="47"/>
        <pc:sldMkLst>
          <pc:docMk/>
          <pc:sldMk cId="555764928" sldId="657"/>
        </pc:sldMkLst>
      </pc:sldChg>
      <pc:sldChg chg="del">
        <pc:chgData name="Mohammed Fasha" userId="cc64f42d-a1a6-4f08-b97b-0c37f877119f" providerId="ADAL" clId="{FA4FF9DA-AE9C-40A0-8238-F1F6B6C4ABE4}" dt="2025-05-16T05:54:45.036" v="23" actId="47"/>
        <pc:sldMkLst>
          <pc:docMk/>
          <pc:sldMk cId="1461426122" sldId="658"/>
        </pc:sldMkLst>
      </pc:sldChg>
      <pc:sldChg chg="del">
        <pc:chgData name="Mohammed Fasha" userId="cc64f42d-a1a6-4f08-b97b-0c37f877119f" providerId="ADAL" clId="{FA4FF9DA-AE9C-40A0-8238-F1F6B6C4ABE4}" dt="2025-05-16T05:54:45.036" v="23" actId="47"/>
        <pc:sldMkLst>
          <pc:docMk/>
          <pc:sldMk cId="2990045589" sldId="659"/>
        </pc:sldMkLst>
      </pc:sldChg>
      <pc:sldChg chg="del">
        <pc:chgData name="Mohammed Fasha" userId="cc64f42d-a1a6-4f08-b97b-0c37f877119f" providerId="ADAL" clId="{FA4FF9DA-AE9C-40A0-8238-F1F6B6C4ABE4}" dt="2025-05-16T05:54:45.036" v="23" actId="47"/>
        <pc:sldMkLst>
          <pc:docMk/>
          <pc:sldMk cId="2575039538" sldId="660"/>
        </pc:sldMkLst>
      </pc:sldChg>
      <pc:sldChg chg="del">
        <pc:chgData name="Mohammed Fasha" userId="cc64f42d-a1a6-4f08-b97b-0c37f877119f" providerId="ADAL" clId="{FA4FF9DA-AE9C-40A0-8238-F1F6B6C4ABE4}" dt="2025-05-16T05:54:45.036" v="23" actId="47"/>
        <pc:sldMkLst>
          <pc:docMk/>
          <pc:sldMk cId="1554491934" sldId="661"/>
        </pc:sldMkLst>
      </pc:sldChg>
      <pc:sldChg chg="del">
        <pc:chgData name="Mohammed Fasha" userId="cc64f42d-a1a6-4f08-b97b-0c37f877119f" providerId="ADAL" clId="{FA4FF9DA-AE9C-40A0-8238-F1F6B6C4ABE4}" dt="2025-05-16T05:54:45.036" v="23" actId="47"/>
        <pc:sldMkLst>
          <pc:docMk/>
          <pc:sldMk cId="691538069" sldId="662"/>
        </pc:sldMkLst>
      </pc:sldChg>
      <pc:sldChg chg="del">
        <pc:chgData name="Mohammed Fasha" userId="cc64f42d-a1a6-4f08-b97b-0c37f877119f" providerId="ADAL" clId="{FA4FF9DA-AE9C-40A0-8238-F1F6B6C4ABE4}" dt="2025-05-16T05:54:45.036" v="23" actId="47"/>
        <pc:sldMkLst>
          <pc:docMk/>
          <pc:sldMk cId="898885298" sldId="667"/>
        </pc:sldMkLst>
      </pc:sldChg>
      <pc:sldChg chg="del">
        <pc:chgData name="Mohammed Fasha" userId="cc64f42d-a1a6-4f08-b97b-0c37f877119f" providerId="ADAL" clId="{FA4FF9DA-AE9C-40A0-8238-F1F6B6C4ABE4}" dt="2025-05-16T05:54:45.036" v="23" actId="47"/>
        <pc:sldMkLst>
          <pc:docMk/>
          <pc:sldMk cId="2652660250" sldId="668"/>
        </pc:sldMkLst>
      </pc:sldChg>
      <pc:sldChg chg="del">
        <pc:chgData name="Mohammed Fasha" userId="cc64f42d-a1a6-4f08-b97b-0c37f877119f" providerId="ADAL" clId="{FA4FF9DA-AE9C-40A0-8238-F1F6B6C4ABE4}" dt="2025-05-16T05:54:45.036" v="23" actId="47"/>
        <pc:sldMkLst>
          <pc:docMk/>
          <pc:sldMk cId="2680231355" sldId="669"/>
        </pc:sldMkLst>
      </pc:sldChg>
      <pc:sldChg chg="del">
        <pc:chgData name="Mohammed Fasha" userId="cc64f42d-a1a6-4f08-b97b-0c37f877119f" providerId="ADAL" clId="{FA4FF9DA-AE9C-40A0-8238-F1F6B6C4ABE4}" dt="2025-05-16T05:54:45.036" v="23" actId="47"/>
        <pc:sldMkLst>
          <pc:docMk/>
          <pc:sldMk cId="1960150938" sldId="670"/>
        </pc:sldMkLst>
      </pc:sldChg>
      <pc:sldChg chg="del">
        <pc:chgData name="Mohammed Fasha" userId="cc64f42d-a1a6-4f08-b97b-0c37f877119f" providerId="ADAL" clId="{FA4FF9DA-AE9C-40A0-8238-F1F6B6C4ABE4}" dt="2025-05-16T05:54:45.036" v="23" actId="47"/>
        <pc:sldMkLst>
          <pc:docMk/>
          <pc:sldMk cId="3605011436" sldId="671"/>
        </pc:sldMkLst>
      </pc:sldChg>
      <pc:sldChg chg="del">
        <pc:chgData name="Mohammed Fasha" userId="cc64f42d-a1a6-4f08-b97b-0c37f877119f" providerId="ADAL" clId="{FA4FF9DA-AE9C-40A0-8238-F1F6B6C4ABE4}" dt="2025-05-16T05:54:45.036" v="23" actId="47"/>
        <pc:sldMkLst>
          <pc:docMk/>
          <pc:sldMk cId="1620993364" sldId="672"/>
        </pc:sldMkLst>
      </pc:sldChg>
      <pc:sldChg chg="del">
        <pc:chgData name="Mohammed Fasha" userId="cc64f42d-a1a6-4f08-b97b-0c37f877119f" providerId="ADAL" clId="{FA4FF9DA-AE9C-40A0-8238-F1F6B6C4ABE4}" dt="2025-05-16T05:54:45.036" v="23" actId="47"/>
        <pc:sldMkLst>
          <pc:docMk/>
          <pc:sldMk cId="2865119215" sldId="674"/>
        </pc:sldMkLst>
      </pc:sldChg>
      <pc:sldChg chg="del">
        <pc:chgData name="Mohammed Fasha" userId="cc64f42d-a1a6-4f08-b97b-0c37f877119f" providerId="ADAL" clId="{FA4FF9DA-AE9C-40A0-8238-F1F6B6C4ABE4}" dt="2025-05-16T05:54:45.036" v="23" actId="47"/>
        <pc:sldMkLst>
          <pc:docMk/>
          <pc:sldMk cId="2170303756" sldId="675"/>
        </pc:sldMkLst>
      </pc:sldChg>
      <pc:sldChg chg="del">
        <pc:chgData name="Mohammed Fasha" userId="cc64f42d-a1a6-4f08-b97b-0c37f877119f" providerId="ADAL" clId="{FA4FF9DA-AE9C-40A0-8238-F1F6B6C4ABE4}" dt="2025-05-16T05:54:45.036" v="23" actId="47"/>
        <pc:sldMkLst>
          <pc:docMk/>
          <pc:sldMk cId="1377124484" sldId="682"/>
        </pc:sldMkLst>
      </pc:sldChg>
      <pc:sldChg chg="del">
        <pc:chgData name="Mohammed Fasha" userId="cc64f42d-a1a6-4f08-b97b-0c37f877119f" providerId="ADAL" clId="{FA4FF9DA-AE9C-40A0-8238-F1F6B6C4ABE4}" dt="2025-05-16T05:54:45.036" v="23" actId="47"/>
        <pc:sldMkLst>
          <pc:docMk/>
          <pc:sldMk cId="2630096202" sldId="683"/>
        </pc:sldMkLst>
      </pc:sldChg>
      <pc:sldChg chg="del">
        <pc:chgData name="Mohammed Fasha" userId="cc64f42d-a1a6-4f08-b97b-0c37f877119f" providerId="ADAL" clId="{FA4FF9DA-AE9C-40A0-8238-F1F6B6C4ABE4}" dt="2025-05-16T05:54:45.036" v="23" actId="47"/>
        <pc:sldMkLst>
          <pc:docMk/>
          <pc:sldMk cId="3328652623" sldId="684"/>
        </pc:sldMkLst>
      </pc:sldChg>
      <pc:sldChg chg="del">
        <pc:chgData name="Mohammed Fasha" userId="cc64f42d-a1a6-4f08-b97b-0c37f877119f" providerId="ADAL" clId="{FA4FF9DA-AE9C-40A0-8238-F1F6B6C4ABE4}" dt="2025-05-16T05:54:45.036" v="23" actId="47"/>
        <pc:sldMkLst>
          <pc:docMk/>
          <pc:sldMk cId="916102856" sldId="685"/>
        </pc:sldMkLst>
      </pc:sldChg>
      <pc:sldChg chg="del">
        <pc:chgData name="Mohammed Fasha" userId="cc64f42d-a1a6-4f08-b97b-0c37f877119f" providerId="ADAL" clId="{FA4FF9DA-AE9C-40A0-8238-F1F6B6C4ABE4}" dt="2025-05-16T05:54:45.036" v="23" actId="47"/>
        <pc:sldMkLst>
          <pc:docMk/>
          <pc:sldMk cId="2620697854" sldId="686"/>
        </pc:sldMkLst>
      </pc:sldChg>
      <pc:sldChg chg="del">
        <pc:chgData name="Mohammed Fasha" userId="cc64f42d-a1a6-4f08-b97b-0c37f877119f" providerId="ADAL" clId="{FA4FF9DA-AE9C-40A0-8238-F1F6B6C4ABE4}" dt="2025-05-16T05:54:45.036" v="23" actId="47"/>
        <pc:sldMkLst>
          <pc:docMk/>
          <pc:sldMk cId="140683555" sldId="687"/>
        </pc:sldMkLst>
      </pc:sldChg>
      <pc:sldChg chg="del">
        <pc:chgData name="Mohammed Fasha" userId="cc64f42d-a1a6-4f08-b97b-0c37f877119f" providerId="ADAL" clId="{FA4FF9DA-AE9C-40A0-8238-F1F6B6C4ABE4}" dt="2025-05-16T05:54:45.036" v="23" actId="47"/>
        <pc:sldMkLst>
          <pc:docMk/>
          <pc:sldMk cId="1788308240" sldId="688"/>
        </pc:sldMkLst>
      </pc:sldChg>
      <pc:sldChg chg="del">
        <pc:chgData name="Mohammed Fasha" userId="cc64f42d-a1a6-4f08-b97b-0c37f877119f" providerId="ADAL" clId="{FA4FF9DA-AE9C-40A0-8238-F1F6B6C4ABE4}" dt="2025-05-16T05:54:45.036" v="23" actId="47"/>
        <pc:sldMkLst>
          <pc:docMk/>
          <pc:sldMk cId="1660737293" sldId="689"/>
        </pc:sldMkLst>
      </pc:sldChg>
      <pc:sldChg chg="del">
        <pc:chgData name="Mohammed Fasha" userId="cc64f42d-a1a6-4f08-b97b-0c37f877119f" providerId="ADAL" clId="{FA4FF9DA-AE9C-40A0-8238-F1F6B6C4ABE4}" dt="2025-05-16T05:54:45.036" v="23" actId="47"/>
        <pc:sldMkLst>
          <pc:docMk/>
          <pc:sldMk cId="1987101698" sldId="690"/>
        </pc:sldMkLst>
      </pc:sldChg>
      <pc:sldChg chg="del">
        <pc:chgData name="Mohammed Fasha" userId="cc64f42d-a1a6-4f08-b97b-0c37f877119f" providerId="ADAL" clId="{FA4FF9DA-AE9C-40A0-8238-F1F6B6C4ABE4}" dt="2025-05-16T05:54:45.036" v="23" actId="47"/>
        <pc:sldMkLst>
          <pc:docMk/>
          <pc:sldMk cId="1982708772" sldId="692"/>
        </pc:sldMkLst>
      </pc:sldChg>
      <pc:sldChg chg="del">
        <pc:chgData name="Mohammed Fasha" userId="cc64f42d-a1a6-4f08-b97b-0c37f877119f" providerId="ADAL" clId="{FA4FF9DA-AE9C-40A0-8238-F1F6B6C4ABE4}" dt="2025-05-16T05:54:45.036" v="23" actId="47"/>
        <pc:sldMkLst>
          <pc:docMk/>
          <pc:sldMk cId="3424197979" sldId="694"/>
        </pc:sldMkLst>
      </pc:sldChg>
      <pc:sldChg chg="del">
        <pc:chgData name="Mohammed Fasha" userId="cc64f42d-a1a6-4f08-b97b-0c37f877119f" providerId="ADAL" clId="{FA4FF9DA-AE9C-40A0-8238-F1F6B6C4ABE4}" dt="2025-05-16T05:54:45.036" v="23" actId="47"/>
        <pc:sldMkLst>
          <pc:docMk/>
          <pc:sldMk cId="1697141369" sldId="695"/>
        </pc:sldMkLst>
      </pc:sldChg>
      <pc:sldChg chg="del">
        <pc:chgData name="Mohammed Fasha" userId="cc64f42d-a1a6-4f08-b97b-0c37f877119f" providerId="ADAL" clId="{FA4FF9DA-AE9C-40A0-8238-F1F6B6C4ABE4}" dt="2025-05-16T05:54:45.036" v="23" actId="47"/>
        <pc:sldMkLst>
          <pc:docMk/>
          <pc:sldMk cId="1317643237" sldId="696"/>
        </pc:sldMkLst>
      </pc:sldChg>
      <pc:sldChg chg="del">
        <pc:chgData name="Mohammed Fasha" userId="cc64f42d-a1a6-4f08-b97b-0c37f877119f" providerId="ADAL" clId="{FA4FF9DA-AE9C-40A0-8238-F1F6B6C4ABE4}" dt="2025-05-16T05:54:45.036" v="23" actId="47"/>
        <pc:sldMkLst>
          <pc:docMk/>
          <pc:sldMk cId="3085160177" sldId="704"/>
        </pc:sldMkLst>
      </pc:sldChg>
      <pc:sldChg chg="del">
        <pc:chgData name="Mohammed Fasha" userId="cc64f42d-a1a6-4f08-b97b-0c37f877119f" providerId="ADAL" clId="{FA4FF9DA-AE9C-40A0-8238-F1F6B6C4ABE4}" dt="2025-05-16T05:54:45.036" v="23" actId="47"/>
        <pc:sldMkLst>
          <pc:docMk/>
          <pc:sldMk cId="1862107672" sldId="705"/>
        </pc:sldMkLst>
      </pc:sldChg>
      <pc:sldChg chg="del">
        <pc:chgData name="Mohammed Fasha" userId="cc64f42d-a1a6-4f08-b97b-0c37f877119f" providerId="ADAL" clId="{FA4FF9DA-AE9C-40A0-8238-F1F6B6C4ABE4}" dt="2025-05-16T05:54:45.036" v="23" actId="47"/>
        <pc:sldMkLst>
          <pc:docMk/>
          <pc:sldMk cId="1142780366" sldId="706"/>
        </pc:sldMkLst>
      </pc:sldChg>
      <pc:sldChg chg="del">
        <pc:chgData name="Mohammed Fasha" userId="cc64f42d-a1a6-4f08-b97b-0c37f877119f" providerId="ADAL" clId="{FA4FF9DA-AE9C-40A0-8238-F1F6B6C4ABE4}" dt="2025-05-16T05:54:45.036" v="23" actId="47"/>
        <pc:sldMkLst>
          <pc:docMk/>
          <pc:sldMk cId="1972625976" sldId="707"/>
        </pc:sldMkLst>
      </pc:sldChg>
      <pc:sldChg chg="del">
        <pc:chgData name="Mohammed Fasha" userId="cc64f42d-a1a6-4f08-b97b-0c37f877119f" providerId="ADAL" clId="{FA4FF9DA-AE9C-40A0-8238-F1F6B6C4ABE4}" dt="2025-05-16T05:54:45.036" v="23" actId="47"/>
        <pc:sldMkLst>
          <pc:docMk/>
          <pc:sldMk cId="32004852" sldId="708"/>
        </pc:sldMkLst>
      </pc:sldChg>
      <pc:sldChg chg="del">
        <pc:chgData name="Mohammed Fasha" userId="cc64f42d-a1a6-4f08-b97b-0c37f877119f" providerId="ADAL" clId="{FA4FF9DA-AE9C-40A0-8238-F1F6B6C4ABE4}" dt="2025-05-16T05:54:45.036" v="23" actId="47"/>
        <pc:sldMkLst>
          <pc:docMk/>
          <pc:sldMk cId="555545871" sldId="719"/>
        </pc:sldMkLst>
      </pc:sldChg>
      <pc:sldChg chg="del">
        <pc:chgData name="Mohammed Fasha" userId="cc64f42d-a1a6-4f08-b97b-0c37f877119f" providerId="ADAL" clId="{FA4FF9DA-AE9C-40A0-8238-F1F6B6C4ABE4}" dt="2025-05-16T05:54:45.036" v="23" actId="47"/>
        <pc:sldMkLst>
          <pc:docMk/>
          <pc:sldMk cId="3150550060" sldId="720"/>
        </pc:sldMkLst>
      </pc:sldChg>
      <pc:sldChg chg="del">
        <pc:chgData name="Mohammed Fasha" userId="cc64f42d-a1a6-4f08-b97b-0c37f877119f" providerId="ADAL" clId="{FA4FF9DA-AE9C-40A0-8238-F1F6B6C4ABE4}" dt="2025-05-16T05:54:45.036" v="23" actId="47"/>
        <pc:sldMkLst>
          <pc:docMk/>
          <pc:sldMk cId="1915229598" sldId="721"/>
        </pc:sldMkLst>
      </pc:sldChg>
      <pc:sldChg chg="del">
        <pc:chgData name="Mohammed Fasha" userId="cc64f42d-a1a6-4f08-b97b-0c37f877119f" providerId="ADAL" clId="{FA4FF9DA-AE9C-40A0-8238-F1F6B6C4ABE4}" dt="2025-05-16T05:54:45.036" v="23" actId="47"/>
        <pc:sldMkLst>
          <pc:docMk/>
          <pc:sldMk cId="3417524918" sldId="722"/>
        </pc:sldMkLst>
      </pc:sldChg>
      <pc:sldChg chg="del">
        <pc:chgData name="Mohammed Fasha" userId="cc64f42d-a1a6-4f08-b97b-0c37f877119f" providerId="ADAL" clId="{FA4FF9DA-AE9C-40A0-8238-F1F6B6C4ABE4}" dt="2025-05-16T05:54:45.036" v="23" actId="47"/>
        <pc:sldMkLst>
          <pc:docMk/>
          <pc:sldMk cId="218477773" sldId="723"/>
        </pc:sldMkLst>
      </pc:sldChg>
      <pc:sldChg chg="del">
        <pc:chgData name="Mohammed Fasha" userId="cc64f42d-a1a6-4f08-b97b-0c37f877119f" providerId="ADAL" clId="{FA4FF9DA-AE9C-40A0-8238-F1F6B6C4ABE4}" dt="2025-05-16T05:54:45.036" v="23" actId="47"/>
        <pc:sldMkLst>
          <pc:docMk/>
          <pc:sldMk cId="3056700689" sldId="724"/>
        </pc:sldMkLst>
      </pc:sldChg>
      <pc:sldChg chg="del">
        <pc:chgData name="Mohammed Fasha" userId="cc64f42d-a1a6-4f08-b97b-0c37f877119f" providerId="ADAL" clId="{FA4FF9DA-AE9C-40A0-8238-F1F6B6C4ABE4}" dt="2025-05-16T05:54:45.036" v="23" actId="47"/>
        <pc:sldMkLst>
          <pc:docMk/>
          <pc:sldMk cId="2280465272" sldId="725"/>
        </pc:sldMkLst>
      </pc:sldChg>
      <pc:sldChg chg="del">
        <pc:chgData name="Mohammed Fasha" userId="cc64f42d-a1a6-4f08-b97b-0c37f877119f" providerId="ADAL" clId="{FA4FF9DA-AE9C-40A0-8238-F1F6B6C4ABE4}" dt="2025-05-16T05:54:45.036" v="23" actId="47"/>
        <pc:sldMkLst>
          <pc:docMk/>
          <pc:sldMk cId="3660604927" sldId="726"/>
        </pc:sldMkLst>
      </pc:sldChg>
      <pc:sldChg chg="del">
        <pc:chgData name="Mohammed Fasha" userId="cc64f42d-a1a6-4f08-b97b-0c37f877119f" providerId="ADAL" clId="{FA4FF9DA-AE9C-40A0-8238-F1F6B6C4ABE4}" dt="2025-05-16T05:54:45.036" v="23" actId="47"/>
        <pc:sldMkLst>
          <pc:docMk/>
          <pc:sldMk cId="4051640529" sldId="728"/>
        </pc:sldMkLst>
      </pc:sldChg>
    </pc:docChg>
  </pc:docChgLst>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cc64f42d-a1a6-4f08-b97b-0c37f877119f" providerId="ADAL" clId="{19B6BCF0-69C5-47B4-98CC-B0941D29A039}"/>
    <pc:docChg chg="undo redo custSel addSld delSld modSld sldOrd modMainMaster">
      <pc:chgData name="Mohammed Fasha" userId="cc64f42d-a1a6-4f08-b97b-0c37f877119f" providerId="ADAL" clId="{19B6BCF0-69C5-47B4-98CC-B0941D29A039}" dt="2025-04-09T04:34:39.336" v="631" actId="1076"/>
      <pc:docMkLst>
        <pc:docMk/>
      </pc:docMkLst>
      <pc:sldChg chg="modSp mod">
        <pc:chgData name="Mohammed Fasha" userId="cc64f42d-a1a6-4f08-b97b-0c37f877119f" providerId="ADAL" clId="{19B6BCF0-69C5-47B4-98CC-B0941D29A039}" dt="2025-04-09T04:33:31.242" v="608" actId="27636"/>
        <pc:sldMkLst>
          <pc:docMk/>
          <pc:sldMk cId="3241718055" sldId="344"/>
        </pc:sldMkLst>
        <pc:spChg chg="mod">
          <ac:chgData name="Mohammed Fasha" userId="cc64f42d-a1a6-4f08-b97b-0c37f877119f" providerId="ADAL" clId="{19B6BCF0-69C5-47B4-98CC-B0941D29A039}" dt="2025-04-09T04:33:31.242" v="608" actId="27636"/>
          <ac:spMkLst>
            <pc:docMk/>
            <pc:sldMk cId="3241718055" sldId="344"/>
            <ac:spMk id="2" creationId="{D419E81D-5AB5-987B-239A-C4DFCA657592}"/>
          </ac:spMkLst>
        </pc:spChg>
        <pc:spChg chg="mod">
          <ac:chgData name="Mohammed Fasha" userId="cc64f42d-a1a6-4f08-b97b-0c37f877119f" providerId="ADAL" clId="{19B6BCF0-69C5-47B4-98CC-B0941D29A039}" dt="2025-04-09T04:26:33.067" v="527" actId="404"/>
          <ac:spMkLst>
            <pc:docMk/>
            <pc:sldMk cId="3241718055" sldId="344"/>
            <ac:spMk id="3" creationId="{CE591C10-82B0-4261-8E8E-E58B4E801312}"/>
          </ac:spMkLst>
        </pc:spChg>
      </pc:sldChg>
      <pc:sldChg chg="modSp mod">
        <pc:chgData name="Mohammed Fasha" userId="cc64f42d-a1a6-4f08-b97b-0c37f877119f" providerId="ADAL" clId="{19B6BCF0-69C5-47B4-98CC-B0941D29A039}" dt="2025-04-09T04:26:33.067" v="527" actId="404"/>
        <pc:sldMkLst>
          <pc:docMk/>
          <pc:sldMk cId="1852804652" sldId="396"/>
        </pc:sldMkLst>
        <pc:spChg chg="mod">
          <ac:chgData name="Mohammed Fasha" userId="cc64f42d-a1a6-4f08-b97b-0c37f877119f" providerId="ADAL" clId="{19B6BCF0-69C5-47B4-98CC-B0941D29A039}" dt="2025-04-09T04:26:33.067" v="527" actId="404"/>
          <ac:spMkLst>
            <pc:docMk/>
            <pc:sldMk cId="1852804652" sldId="396"/>
            <ac:spMk id="8" creationId="{027DFC96-0A38-9DF3-9EC1-D5F1738F476C}"/>
          </ac:spMkLst>
        </pc:spChg>
      </pc:sldChg>
      <pc:sldChg chg="modSp mod">
        <pc:chgData name="Mohammed Fasha" userId="cc64f42d-a1a6-4f08-b97b-0c37f877119f" providerId="ADAL" clId="{19B6BCF0-69C5-47B4-98CC-B0941D29A039}" dt="2025-04-09T04:26:33.067" v="527" actId="404"/>
        <pc:sldMkLst>
          <pc:docMk/>
          <pc:sldMk cId="2127906749" sldId="427"/>
        </pc:sldMkLst>
        <pc:spChg chg="mod">
          <ac:chgData name="Mohammed Fasha" userId="cc64f42d-a1a6-4f08-b97b-0c37f877119f" providerId="ADAL" clId="{19B6BCF0-69C5-47B4-98CC-B0941D29A039}" dt="2025-04-09T04:26:33.067" v="527" actId="404"/>
          <ac:spMkLst>
            <pc:docMk/>
            <pc:sldMk cId="2127906749" sldId="427"/>
            <ac:spMk id="3" creationId="{32E2342E-0CC8-71FC-EE2F-99270AAFCB94}"/>
          </ac:spMkLst>
        </pc:spChg>
      </pc:sldChg>
      <pc:sldChg chg="modSp mod">
        <pc:chgData name="Mohammed Fasha" userId="cc64f42d-a1a6-4f08-b97b-0c37f877119f" providerId="ADAL" clId="{19B6BCF0-69C5-47B4-98CC-B0941D29A039}" dt="2025-04-09T04:26:33.067" v="527" actId="404"/>
        <pc:sldMkLst>
          <pc:docMk/>
          <pc:sldMk cId="3339445507" sldId="430"/>
        </pc:sldMkLst>
        <pc:spChg chg="mod">
          <ac:chgData name="Mohammed Fasha" userId="cc64f42d-a1a6-4f08-b97b-0c37f877119f" providerId="ADAL" clId="{19B6BCF0-69C5-47B4-98CC-B0941D29A039}" dt="2025-04-09T04:26:33.067" v="527" actId="404"/>
          <ac:spMkLst>
            <pc:docMk/>
            <pc:sldMk cId="3339445507" sldId="430"/>
            <ac:spMk id="3" creationId="{C1943909-B67F-2AFB-1222-ADB4F344CF2F}"/>
          </ac:spMkLst>
        </pc:spChg>
      </pc:sldChg>
      <pc:sldChg chg="addSp delSp modSp mod">
        <pc:chgData name="Mohammed Fasha" userId="cc64f42d-a1a6-4f08-b97b-0c37f877119f" providerId="ADAL" clId="{19B6BCF0-69C5-47B4-98CC-B0941D29A039}" dt="2025-04-09T04:16:36.518" v="433" actId="1076"/>
        <pc:sldMkLst>
          <pc:docMk/>
          <pc:sldMk cId="1210803598" sldId="478"/>
        </pc:sldMkLst>
        <pc:spChg chg="mod">
          <ac:chgData name="Mohammed Fasha" userId="cc64f42d-a1a6-4f08-b97b-0c37f877119f" providerId="ADAL" clId="{19B6BCF0-69C5-47B4-98CC-B0941D29A039}" dt="2025-04-07T04:00:54.058" v="24" actId="20577"/>
          <ac:spMkLst>
            <pc:docMk/>
            <pc:sldMk cId="1210803598" sldId="478"/>
            <ac:spMk id="2" creationId="{12174CF4-2A37-A7A6-1E24-E81EBD9D56A3}"/>
          </ac:spMkLst>
        </pc:spChg>
        <pc:spChg chg="mod">
          <ac:chgData name="Mohammed Fasha" userId="cc64f42d-a1a6-4f08-b97b-0c37f877119f" providerId="ADAL" clId="{19B6BCF0-69C5-47B4-98CC-B0941D29A039}" dt="2025-04-09T04:07:47.215" v="398" actId="404"/>
          <ac:spMkLst>
            <pc:docMk/>
            <pc:sldMk cId="1210803598" sldId="478"/>
            <ac:spMk id="3" creationId="{835E72A7-391A-F018-EF29-2D19FF7F7EA9}"/>
          </ac:spMkLst>
        </pc:spChg>
        <pc:spChg chg="mod">
          <ac:chgData name="Mohammed Fasha" userId="cc64f42d-a1a6-4f08-b97b-0c37f877119f" providerId="ADAL" clId="{19B6BCF0-69C5-47B4-98CC-B0941D29A039}" dt="2025-04-09T04:07:24.496" v="394" actId="14100"/>
          <ac:spMkLst>
            <pc:docMk/>
            <pc:sldMk cId="1210803598" sldId="478"/>
            <ac:spMk id="14" creationId="{995B0FAE-D5BF-953C-E683-D231AB7B7A90}"/>
          </ac:spMkLst>
        </pc:spChg>
        <pc:picChg chg="add mod">
          <ac:chgData name="Mohammed Fasha" userId="cc64f42d-a1a6-4f08-b97b-0c37f877119f" providerId="ADAL" clId="{19B6BCF0-69C5-47B4-98CC-B0941D29A039}" dt="2025-04-09T04:16:36.518" v="433" actId="1076"/>
          <ac:picMkLst>
            <pc:docMk/>
            <pc:sldMk cId="1210803598" sldId="478"/>
            <ac:picMk id="8" creationId="{C469A4E1-5568-591E-7BD5-03437814257B}"/>
          </ac:picMkLst>
        </pc:picChg>
        <pc:picChg chg="mod">
          <ac:chgData name="Mohammed Fasha" userId="cc64f42d-a1a6-4f08-b97b-0c37f877119f" providerId="ADAL" clId="{19B6BCF0-69C5-47B4-98CC-B0941D29A039}" dt="2025-04-09T04:08:21.225" v="404" actId="1076"/>
          <ac:picMkLst>
            <pc:docMk/>
            <pc:sldMk cId="1210803598" sldId="478"/>
            <ac:picMk id="1026" creationId="{BE0DFC27-0872-5F7A-5B87-2812EB3462D1}"/>
          </ac:picMkLst>
        </pc:picChg>
      </pc:sldChg>
      <pc:sldChg chg="modSp mod">
        <pc:chgData name="Mohammed Fasha" userId="cc64f42d-a1a6-4f08-b97b-0c37f877119f" providerId="ADAL" clId="{19B6BCF0-69C5-47B4-98CC-B0941D29A039}" dt="2025-04-07T04:00:51.916" v="22" actId="207"/>
        <pc:sldMkLst>
          <pc:docMk/>
          <pc:sldMk cId="1772982877" sldId="590"/>
        </pc:sldMkLst>
        <pc:spChg chg="mod">
          <ac:chgData name="Mohammed Fasha" userId="cc64f42d-a1a6-4f08-b97b-0c37f877119f" providerId="ADAL" clId="{19B6BCF0-69C5-47B4-98CC-B0941D29A039}" dt="2025-04-07T04:00:51.916" v="22" actId="207"/>
          <ac:spMkLst>
            <pc:docMk/>
            <pc:sldMk cId="1772982877" sldId="590"/>
            <ac:spMk id="3" creationId="{5348060A-7139-A732-3264-44BF37210BE9}"/>
          </ac:spMkLst>
        </pc:spChg>
      </pc:sldChg>
      <pc:sldChg chg="modSp mod chgLayout">
        <pc:chgData name="Mohammed Fasha" userId="cc64f42d-a1a6-4f08-b97b-0c37f877119f" providerId="ADAL" clId="{19B6BCF0-69C5-47B4-98CC-B0941D29A039}" dt="2025-04-09T04:26:31.177" v="523" actId="700"/>
        <pc:sldMkLst>
          <pc:docMk/>
          <pc:sldMk cId="4204510001" sldId="592"/>
        </pc:sldMkLst>
        <pc:spChg chg="mod ord">
          <ac:chgData name="Mohammed Fasha" userId="cc64f42d-a1a6-4f08-b97b-0c37f877119f" providerId="ADAL" clId="{19B6BCF0-69C5-47B4-98CC-B0941D29A039}" dt="2025-04-09T04:26:31.177" v="523" actId="700"/>
          <ac:spMkLst>
            <pc:docMk/>
            <pc:sldMk cId="4204510001" sldId="592"/>
            <ac:spMk id="2" creationId="{4928BF4D-31EC-DC3B-34BB-248635FB25CA}"/>
          </ac:spMkLst>
        </pc:spChg>
        <pc:spChg chg="mod ord">
          <ac:chgData name="Mohammed Fasha" userId="cc64f42d-a1a6-4f08-b97b-0c37f877119f" providerId="ADAL" clId="{19B6BCF0-69C5-47B4-98CC-B0941D29A039}" dt="2025-04-09T04:26:31.177" v="523" actId="700"/>
          <ac:spMkLst>
            <pc:docMk/>
            <pc:sldMk cId="4204510001" sldId="592"/>
            <ac:spMk id="3" creationId="{D7AD9453-5908-04FB-BE75-FA603BB8EF79}"/>
          </ac:spMkLst>
        </pc:spChg>
      </pc:sldChg>
      <pc:sldChg chg="modSp mod chgLayout">
        <pc:chgData name="Mohammed Fasha" userId="cc64f42d-a1a6-4f08-b97b-0c37f877119f" providerId="ADAL" clId="{19B6BCF0-69C5-47B4-98CC-B0941D29A039}" dt="2025-04-09T04:24:52.300" v="492" actId="700"/>
        <pc:sldMkLst>
          <pc:docMk/>
          <pc:sldMk cId="1503045661" sldId="593"/>
        </pc:sldMkLst>
        <pc:spChg chg="mod ord">
          <ac:chgData name="Mohammed Fasha" userId="cc64f42d-a1a6-4f08-b97b-0c37f877119f" providerId="ADAL" clId="{19B6BCF0-69C5-47B4-98CC-B0941D29A039}" dt="2025-04-09T04:24:52.300" v="492" actId="700"/>
          <ac:spMkLst>
            <pc:docMk/>
            <pc:sldMk cId="1503045661" sldId="593"/>
            <ac:spMk id="2" creationId="{4928BF4D-31EC-DC3B-34BB-248635FB25CA}"/>
          </ac:spMkLst>
        </pc:spChg>
        <pc:spChg chg="mod ord">
          <ac:chgData name="Mohammed Fasha" userId="cc64f42d-a1a6-4f08-b97b-0c37f877119f" providerId="ADAL" clId="{19B6BCF0-69C5-47B4-98CC-B0941D29A039}" dt="2025-04-09T04:24:52.300" v="492" actId="700"/>
          <ac:spMkLst>
            <pc:docMk/>
            <pc:sldMk cId="1503045661" sldId="593"/>
            <ac:spMk id="3" creationId="{D7AD9453-5908-04FB-BE75-FA603BB8EF79}"/>
          </ac:spMkLst>
        </pc:spChg>
      </pc:sldChg>
      <pc:sldChg chg="addSp delSp modSp mod">
        <pc:chgData name="Mohammed Fasha" userId="cc64f42d-a1a6-4f08-b97b-0c37f877119f" providerId="ADAL" clId="{19B6BCF0-69C5-47B4-98CC-B0941D29A039}" dt="2025-04-09T04:14:48.624" v="428" actId="1076"/>
        <pc:sldMkLst>
          <pc:docMk/>
          <pc:sldMk cId="3474268344" sldId="596"/>
        </pc:sldMkLst>
        <pc:spChg chg="mod">
          <ac:chgData name="Mohammed Fasha" userId="cc64f42d-a1a6-4f08-b97b-0c37f877119f" providerId="ADAL" clId="{19B6BCF0-69C5-47B4-98CC-B0941D29A039}" dt="2025-04-09T04:14:46.566" v="427" actId="1076"/>
          <ac:spMkLst>
            <pc:docMk/>
            <pc:sldMk cId="3474268344" sldId="596"/>
            <ac:spMk id="3" creationId="{835E72A7-391A-F018-EF29-2D19FF7F7EA9}"/>
          </ac:spMkLst>
        </pc:spChg>
        <pc:spChg chg="mod">
          <ac:chgData name="Mohammed Fasha" userId="cc64f42d-a1a6-4f08-b97b-0c37f877119f" providerId="ADAL" clId="{19B6BCF0-69C5-47B4-98CC-B0941D29A039}" dt="2025-04-09T04:14:26.863" v="425" actId="14100"/>
          <ac:spMkLst>
            <pc:docMk/>
            <pc:sldMk cId="3474268344" sldId="596"/>
            <ac:spMk id="5" creationId="{71DADC5C-CAE9-5A78-6F06-5E9EDA785CB1}"/>
          </ac:spMkLst>
        </pc:spChg>
        <pc:spChg chg="mod">
          <ac:chgData name="Mohammed Fasha" userId="cc64f42d-a1a6-4f08-b97b-0c37f877119f" providerId="ADAL" clId="{19B6BCF0-69C5-47B4-98CC-B0941D29A039}" dt="2025-04-09T04:14:21.463" v="424" actId="404"/>
          <ac:spMkLst>
            <pc:docMk/>
            <pc:sldMk cId="3474268344" sldId="596"/>
            <ac:spMk id="12" creationId="{8DB70A1D-2C49-14AD-C8D9-917C194C4AE2}"/>
          </ac:spMkLst>
        </pc:spChg>
        <pc:picChg chg="add mod">
          <ac:chgData name="Mohammed Fasha" userId="cc64f42d-a1a6-4f08-b97b-0c37f877119f" providerId="ADAL" clId="{19B6BCF0-69C5-47B4-98CC-B0941D29A039}" dt="2025-04-09T04:14:15.797" v="422" actId="1076"/>
          <ac:picMkLst>
            <pc:docMk/>
            <pc:sldMk cId="3474268344" sldId="596"/>
            <ac:picMk id="9" creationId="{98EA744B-870D-4BFE-E835-466DBD6529D1}"/>
          </ac:picMkLst>
        </pc:picChg>
        <pc:picChg chg="mod">
          <ac:chgData name="Mohammed Fasha" userId="cc64f42d-a1a6-4f08-b97b-0c37f877119f" providerId="ADAL" clId="{19B6BCF0-69C5-47B4-98CC-B0941D29A039}" dt="2025-04-09T04:14:48.624" v="428" actId="1076"/>
          <ac:picMkLst>
            <pc:docMk/>
            <pc:sldMk cId="3474268344" sldId="596"/>
            <ac:picMk id="2050" creationId="{DC3D3526-8C8D-BFF6-0540-F78366C51450}"/>
          </ac:picMkLst>
        </pc:picChg>
      </pc:sldChg>
      <pc:sldChg chg="modSp mod">
        <pc:chgData name="Mohammed Fasha" userId="cc64f42d-a1a6-4f08-b97b-0c37f877119f" providerId="ADAL" clId="{19B6BCF0-69C5-47B4-98CC-B0941D29A039}" dt="2025-04-09T04:26:33.067" v="527" actId="404"/>
        <pc:sldMkLst>
          <pc:docMk/>
          <pc:sldMk cId="627652750" sldId="615"/>
        </pc:sldMkLst>
        <pc:spChg chg="mod">
          <ac:chgData name="Mohammed Fasha" userId="cc64f42d-a1a6-4f08-b97b-0c37f877119f" providerId="ADAL" clId="{19B6BCF0-69C5-47B4-98CC-B0941D29A039}" dt="2025-04-09T04:26:33.067" v="527" actId="404"/>
          <ac:spMkLst>
            <pc:docMk/>
            <pc:sldMk cId="627652750" sldId="615"/>
            <ac:spMk id="3" creationId="{484F9505-EA03-A008-0752-7C7865FA6971}"/>
          </ac:spMkLst>
        </pc:spChg>
      </pc:sldChg>
      <pc:sldChg chg="modSp mod">
        <pc:chgData name="Mohammed Fasha" userId="cc64f42d-a1a6-4f08-b97b-0c37f877119f" providerId="ADAL" clId="{19B6BCF0-69C5-47B4-98CC-B0941D29A039}" dt="2025-04-09T04:26:33.067" v="527" actId="404"/>
        <pc:sldMkLst>
          <pc:docMk/>
          <pc:sldMk cId="839834530" sldId="621"/>
        </pc:sldMkLst>
        <pc:spChg chg="mod">
          <ac:chgData name="Mohammed Fasha" userId="cc64f42d-a1a6-4f08-b97b-0c37f877119f" providerId="ADAL" clId="{19B6BCF0-69C5-47B4-98CC-B0941D29A039}" dt="2025-04-09T04:26:33.067" v="527" actId="404"/>
          <ac:spMkLst>
            <pc:docMk/>
            <pc:sldMk cId="839834530" sldId="621"/>
            <ac:spMk id="5" creationId="{B0E4E7FB-FE36-574B-CC96-F23D77146AFF}"/>
          </ac:spMkLst>
        </pc:spChg>
      </pc:sldChg>
      <pc:sldChg chg="modSp mod">
        <pc:chgData name="Mohammed Fasha" userId="cc64f42d-a1a6-4f08-b97b-0c37f877119f" providerId="ADAL" clId="{19B6BCF0-69C5-47B4-98CC-B0941D29A039}" dt="2025-04-09T04:26:32.504" v="525" actId="404"/>
        <pc:sldMkLst>
          <pc:docMk/>
          <pc:sldMk cId="662689605" sldId="649"/>
        </pc:sldMkLst>
        <pc:spChg chg="mod">
          <ac:chgData name="Mohammed Fasha" userId="cc64f42d-a1a6-4f08-b97b-0c37f877119f" providerId="ADAL" clId="{19B6BCF0-69C5-47B4-98CC-B0941D29A039}" dt="2025-04-09T04:26:32.504" v="525" actId="404"/>
          <ac:spMkLst>
            <pc:docMk/>
            <pc:sldMk cId="662689605" sldId="649"/>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3942060319" sldId="650"/>
        </pc:sldMkLst>
        <pc:spChg chg="mod">
          <ac:chgData name="Mohammed Fasha" userId="cc64f42d-a1a6-4f08-b97b-0c37f877119f" providerId="ADAL" clId="{19B6BCF0-69C5-47B4-98CC-B0941D29A039}" dt="2025-04-09T04:26:33.067" v="527" actId="404"/>
          <ac:spMkLst>
            <pc:docMk/>
            <pc:sldMk cId="3942060319" sldId="650"/>
            <ac:spMk id="3" creationId="{DF87DE55-B814-CE89-F334-43E01245F2F3}"/>
          </ac:spMkLst>
        </pc:spChg>
      </pc:sldChg>
      <pc:sldChg chg="modSp mod">
        <pc:chgData name="Mohammed Fasha" userId="cc64f42d-a1a6-4f08-b97b-0c37f877119f" providerId="ADAL" clId="{19B6BCF0-69C5-47B4-98CC-B0941D29A039}" dt="2025-04-09T04:26:33.067" v="527" actId="404"/>
        <pc:sldMkLst>
          <pc:docMk/>
          <pc:sldMk cId="916802035" sldId="651"/>
        </pc:sldMkLst>
        <pc:spChg chg="mod">
          <ac:chgData name="Mohammed Fasha" userId="cc64f42d-a1a6-4f08-b97b-0c37f877119f" providerId="ADAL" clId="{19B6BCF0-69C5-47B4-98CC-B0941D29A039}" dt="2025-04-09T04:26:33.067" v="527" actId="404"/>
          <ac:spMkLst>
            <pc:docMk/>
            <pc:sldMk cId="916802035" sldId="651"/>
            <ac:spMk id="3" creationId="{4A45A649-6990-06EF-697E-90241C4765BF}"/>
          </ac:spMkLst>
        </pc:spChg>
      </pc:sldChg>
      <pc:sldChg chg="modSp mod">
        <pc:chgData name="Mohammed Fasha" userId="cc64f42d-a1a6-4f08-b97b-0c37f877119f" providerId="ADAL" clId="{19B6BCF0-69C5-47B4-98CC-B0941D29A039}" dt="2025-04-09T04:26:33.067" v="527" actId="404"/>
        <pc:sldMkLst>
          <pc:docMk/>
          <pc:sldMk cId="2892622100" sldId="655"/>
        </pc:sldMkLst>
        <pc:spChg chg="mod">
          <ac:chgData name="Mohammed Fasha" userId="cc64f42d-a1a6-4f08-b97b-0c37f877119f" providerId="ADAL" clId="{19B6BCF0-69C5-47B4-98CC-B0941D29A039}" dt="2025-04-09T04:26:33.067" v="527" actId="404"/>
          <ac:spMkLst>
            <pc:docMk/>
            <pc:sldMk cId="2892622100" sldId="655"/>
            <ac:spMk id="3" creationId="{DDB8F6FE-FF12-0BA5-D224-71F068E4DF88}"/>
          </ac:spMkLst>
        </pc:spChg>
      </pc:sldChg>
      <pc:sldChg chg="modSp mod">
        <pc:chgData name="Mohammed Fasha" userId="cc64f42d-a1a6-4f08-b97b-0c37f877119f" providerId="ADAL" clId="{19B6BCF0-69C5-47B4-98CC-B0941D29A039}" dt="2025-04-09T04:26:33.067" v="527" actId="404"/>
        <pc:sldMkLst>
          <pc:docMk/>
          <pc:sldMk cId="2680231355" sldId="669"/>
        </pc:sldMkLst>
        <pc:spChg chg="mod">
          <ac:chgData name="Mohammed Fasha" userId="cc64f42d-a1a6-4f08-b97b-0c37f877119f" providerId="ADAL" clId="{19B6BCF0-69C5-47B4-98CC-B0941D29A039}" dt="2025-04-09T04:26:33.067" v="527" actId="404"/>
          <ac:spMkLst>
            <pc:docMk/>
            <pc:sldMk cId="2680231355" sldId="669"/>
            <ac:spMk id="9" creationId="{33559B29-4771-A9F7-E7CA-D37CB72E62CF}"/>
          </ac:spMkLst>
        </pc:spChg>
      </pc:sldChg>
      <pc:sldChg chg="modSp mod">
        <pc:chgData name="Mohammed Fasha" userId="cc64f42d-a1a6-4f08-b97b-0c37f877119f" providerId="ADAL" clId="{19B6BCF0-69C5-47B4-98CC-B0941D29A039}" dt="2025-04-09T04:26:33.067" v="527" actId="404"/>
        <pc:sldMkLst>
          <pc:docMk/>
          <pc:sldMk cId="1620993364" sldId="672"/>
        </pc:sldMkLst>
        <pc:spChg chg="mod">
          <ac:chgData name="Mohammed Fasha" userId="cc64f42d-a1a6-4f08-b97b-0c37f877119f" providerId="ADAL" clId="{19B6BCF0-69C5-47B4-98CC-B0941D29A039}" dt="2025-04-09T04:26:33.067" v="527" actId="404"/>
          <ac:spMkLst>
            <pc:docMk/>
            <pc:sldMk cId="1620993364" sldId="672"/>
            <ac:spMk id="3" creationId="{5132636A-6168-1E5E-CC52-8E5CAA70E411}"/>
          </ac:spMkLst>
        </pc:spChg>
      </pc:sldChg>
      <pc:sldChg chg="modSp mod">
        <pc:chgData name="Mohammed Fasha" userId="cc64f42d-a1a6-4f08-b97b-0c37f877119f" providerId="ADAL" clId="{19B6BCF0-69C5-47B4-98CC-B0941D29A039}" dt="2025-04-09T04:26:33.067" v="527" actId="404"/>
        <pc:sldMkLst>
          <pc:docMk/>
          <pc:sldMk cId="32004852" sldId="708"/>
        </pc:sldMkLst>
        <pc:spChg chg="mod">
          <ac:chgData name="Mohammed Fasha" userId="cc64f42d-a1a6-4f08-b97b-0c37f877119f" providerId="ADAL" clId="{19B6BCF0-69C5-47B4-98CC-B0941D29A039}" dt="2025-04-09T04:26:33.067" v="527" actId="404"/>
          <ac:spMkLst>
            <pc:docMk/>
            <pc:sldMk cId="32004852" sldId="708"/>
            <ac:spMk id="4" creationId="{5C57822E-9052-4E30-99C6-E3BB69F76727}"/>
          </ac:spMkLst>
        </pc:spChg>
      </pc:sldChg>
      <pc:sldChg chg="modSp mod">
        <pc:chgData name="Mohammed Fasha" userId="cc64f42d-a1a6-4f08-b97b-0c37f877119f" providerId="ADAL" clId="{19B6BCF0-69C5-47B4-98CC-B0941D29A039}" dt="2025-04-09T04:26:33.067" v="527" actId="404"/>
        <pc:sldMkLst>
          <pc:docMk/>
          <pc:sldMk cId="1096386322" sldId="715"/>
        </pc:sldMkLst>
        <pc:spChg chg="mod">
          <ac:chgData name="Mohammed Fasha" userId="cc64f42d-a1a6-4f08-b97b-0c37f877119f" providerId="ADAL" clId="{19B6BCF0-69C5-47B4-98CC-B0941D29A039}" dt="2025-04-09T04:26:33.067" v="527" actId="404"/>
          <ac:spMkLst>
            <pc:docMk/>
            <pc:sldMk cId="1096386322" sldId="715"/>
            <ac:spMk id="3" creationId="{45AB6FB8-BB05-D23A-0B53-873D2E6C00ED}"/>
          </ac:spMkLst>
        </pc:spChg>
      </pc:sldChg>
      <pc:sldChg chg="modSp mod">
        <pc:chgData name="Mohammed Fasha" userId="cc64f42d-a1a6-4f08-b97b-0c37f877119f" providerId="ADAL" clId="{19B6BCF0-69C5-47B4-98CC-B0941D29A039}" dt="2025-04-09T04:26:33.067" v="527" actId="404"/>
        <pc:sldMkLst>
          <pc:docMk/>
          <pc:sldMk cId="1784058309" sldId="716"/>
        </pc:sldMkLst>
        <pc:spChg chg="mod">
          <ac:chgData name="Mohammed Fasha" userId="cc64f42d-a1a6-4f08-b97b-0c37f877119f" providerId="ADAL" clId="{19B6BCF0-69C5-47B4-98CC-B0941D29A039}" dt="2025-04-09T04:26:33.067" v="527" actId="404"/>
          <ac:spMkLst>
            <pc:docMk/>
            <pc:sldMk cId="1784058309" sldId="716"/>
            <ac:spMk id="3" creationId="{B36514A8-EBE6-D8AF-FF1F-BD24FB37FC59}"/>
          </ac:spMkLst>
        </pc:spChg>
      </pc:sldChg>
      <pc:sldChg chg="modSp mod">
        <pc:chgData name="Mohammed Fasha" userId="cc64f42d-a1a6-4f08-b97b-0c37f877119f" providerId="ADAL" clId="{19B6BCF0-69C5-47B4-98CC-B0941D29A039}" dt="2025-04-09T04:26:33.067" v="527" actId="404"/>
        <pc:sldMkLst>
          <pc:docMk/>
          <pc:sldMk cId="3139017106" sldId="717"/>
        </pc:sldMkLst>
        <pc:spChg chg="mod">
          <ac:chgData name="Mohammed Fasha" userId="cc64f42d-a1a6-4f08-b97b-0c37f877119f" providerId="ADAL" clId="{19B6BCF0-69C5-47B4-98CC-B0941D29A039}" dt="2025-04-09T04:26:33.067" v="527" actId="404"/>
          <ac:spMkLst>
            <pc:docMk/>
            <pc:sldMk cId="3139017106" sldId="717"/>
            <ac:spMk id="3" creationId="{DC3791AF-CCDA-A622-4609-138A92B217B4}"/>
          </ac:spMkLst>
        </pc:spChg>
      </pc:sldChg>
      <pc:sldChg chg="modSp mod">
        <pc:chgData name="Mohammed Fasha" userId="cc64f42d-a1a6-4f08-b97b-0c37f877119f" providerId="ADAL" clId="{19B6BCF0-69C5-47B4-98CC-B0941D29A039}" dt="2025-04-09T04:26:33.067" v="527" actId="404"/>
        <pc:sldMkLst>
          <pc:docMk/>
          <pc:sldMk cId="3043812923" sldId="718"/>
        </pc:sldMkLst>
        <pc:spChg chg="mod">
          <ac:chgData name="Mohammed Fasha" userId="cc64f42d-a1a6-4f08-b97b-0c37f877119f" providerId="ADAL" clId="{19B6BCF0-69C5-47B4-98CC-B0941D29A039}" dt="2025-04-09T04:26:33.067" v="527" actId="404"/>
          <ac:spMkLst>
            <pc:docMk/>
            <pc:sldMk cId="3043812923" sldId="718"/>
            <ac:spMk id="3" creationId="{7E85BC0E-FC03-93B4-4532-87B2D4670422}"/>
          </ac:spMkLst>
        </pc:spChg>
      </pc:sldChg>
      <pc:sldChg chg="addSp delSp modSp new add del mod">
        <pc:chgData name="Mohammed Fasha" userId="cc64f42d-a1a6-4f08-b97b-0c37f877119f" providerId="ADAL" clId="{19B6BCF0-69C5-47B4-98CC-B0941D29A039}" dt="2025-04-09T04:34:39.336" v="631" actId="1076"/>
        <pc:sldMkLst>
          <pc:docMk/>
          <pc:sldMk cId="555545871" sldId="719"/>
        </pc:sldMkLst>
        <pc:spChg chg="mod">
          <ac:chgData name="Mohammed Fasha" userId="cc64f42d-a1a6-4f08-b97b-0c37f877119f" providerId="ADAL" clId="{19B6BCF0-69C5-47B4-98CC-B0941D29A039}" dt="2025-04-07T04:08:17.867" v="71"/>
          <ac:spMkLst>
            <pc:docMk/>
            <pc:sldMk cId="555545871" sldId="719"/>
            <ac:spMk id="2" creationId="{B5A7EFAA-084B-0D17-6C00-E353ECFA2408}"/>
          </ac:spMkLst>
        </pc:spChg>
        <pc:picChg chg="add mod ord">
          <ac:chgData name="Mohammed Fasha" userId="cc64f42d-a1a6-4f08-b97b-0c37f877119f" providerId="ADAL" clId="{19B6BCF0-69C5-47B4-98CC-B0941D29A039}" dt="2025-04-09T04:34:39.336" v="631" actId="1076"/>
          <ac:picMkLst>
            <pc:docMk/>
            <pc:sldMk cId="555545871" sldId="719"/>
            <ac:picMk id="7" creationId="{67AD74FD-5EE7-3F07-5F7A-B0A1580F1848}"/>
          </ac:picMkLst>
        </pc:picChg>
        <pc:picChg chg="add mod">
          <ac:chgData name="Mohammed Fasha" userId="cc64f42d-a1a6-4f08-b97b-0c37f877119f" providerId="ADAL" clId="{19B6BCF0-69C5-47B4-98CC-B0941D29A039}" dt="2025-04-07T04:18:32.507" v="304" actId="1076"/>
          <ac:picMkLst>
            <pc:docMk/>
            <pc:sldMk cId="555545871" sldId="719"/>
            <ac:picMk id="13" creationId="{BA8809A3-73B7-B766-B084-B62E3C0EF012}"/>
          </ac:picMkLst>
        </pc:picChg>
      </pc:sldChg>
      <pc:sldChg chg="addSp delSp modSp new del mod">
        <pc:chgData name="Mohammed Fasha" userId="cc64f42d-a1a6-4f08-b97b-0c37f877119f" providerId="ADAL" clId="{19B6BCF0-69C5-47B4-98CC-B0941D29A039}" dt="2025-04-07T04:08:55.256" v="104" actId="2696"/>
        <pc:sldMkLst>
          <pc:docMk/>
          <pc:sldMk cId="2947275043" sldId="720"/>
        </pc:sldMkLst>
      </pc:sldChg>
      <pc:sldChg chg="addSp delSp modSp add del mod ord">
        <pc:chgData name="Mohammed Fasha" userId="cc64f42d-a1a6-4f08-b97b-0c37f877119f" providerId="ADAL" clId="{19B6BCF0-69C5-47B4-98CC-B0941D29A039}" dt="2025-04-09T04:32:45.968" v="563" actId="2696"/>
        <pc:sldMkLst>
          <pc:docMk/>
          <pc:sldMk cId="3150113204" sldId="720"/>
        </pc:sldMkLst>
      </pc:sldChg>
      <pc:sldChg chg="modSp add mod">
        <pc:chgData name="Mohammed Fasha" userId="cc64f42d-a1a6-4f08-b97b-0c37f877119f" providerId="ADAL" clId="{19B6BCF0-69C5-47B4-98CC-B0941D29A039}" dt="2025-04-09T04:33:34.769" v="611" actId="27636"/>
        <pc:sldMkLst>
          <pc:docMk/>
          <pc:sldMk cId="3150550060" sldId="720"/>
        </pc:sldMkLst>
        <pc:spChg chg="mod">
          <ac:chgData name="Mohammed Fasha" userId="cc64f42d-a1a6-4f08-b97b-0c37f877119f" providerId="ADAL" clId="{19B6BCF0-69C5-47B4-98CC-B0941D29A039}" dt="2025-04-09T04:33:34.769" v="611" actId="27636"/>
          <ac:spMkLst>
            <pc:docMk/>
            <pc:sldMk cId="3150550060" sldId="720"/>
            <ac:spMk id="2" creationId="{3047E952-6FF0-3A9A-413E-8B34BC7453E5}"/>
          </ac:spMkLst>
        </pc:spChg>
      </pc:sldChg>
      <pc:sldChg chg="add">
        <pc:chgData name="Mohammed Fasha" userId="cc64f42d-a1a6-4f08-b97b-0c37f877119f" providerId="ADAL" clId="{19B6BCF0-69C5-47B4-98CC-B0941D29A039}" dt="2025-04-09T04:33:17.533" v="605"/>
        <pc:sldMkLst>
          <pc:docMk/>
          <pc:sldMk cId="1915229598" sldId="721"/>
        </pc:sldMkLst>
      </pc:sldChg>
      <pc:sldChg chg="addSp delSp modSp new del mod">
        <pc:chgData name="Mohammed Fasha" userId="cc64f42d-a1a6-4f08-b97b-0c37f877119f" providerId="ADAL" clId="{19B6BCF0-69C5-47B4-98CC-B0941D29A039}" dt="2025-04-09T04:32:45.968" v="563" actId="2696"/>
        <pc:sldMkLst>
          <pc:docMk/>
          <pc:sldMk cId="4183243958" sldId="721"/>
        </pc:sldMkLst>
      </pc:sldChg>
      <pc:sldChg chg="modSp new del mod">
        <pc:chgData name="Mohammed Fasha" userId="cc64f42d-a1a6-4f08-b97b-0c37f877119f" providerId="ADAL" clId="{19B6BCF0-69C5-47B4-98CC-B0941D29A039}" dt="2025-04-07T04:12:17.364" v="158" actId="680"/>
        <pc:sldMkLst>
          <pc:docMk/>
          <pc:sldMk cId="3245137052" sldId="722"/>
        </pc:sldMkLst>
      </pc:sldChg>
      <pc:sldChg chg="modSp new mod">
        <pc:chgData name="Mohammed Fasha" userId="cc64f42d-a1a6-4f08-b97b-0c37f877119f" providerId="ADAL" clId="{19B6BCF0-69C5-47B4-98CC-B0941D29A039}" dt="2025-04-07T04:19:02.971" v="311" actId="404"/>
        <pc:sldMkLst>
          <pc:docMk/>
          <pc:sldMk cId="3417524918" sldId="722"/>
        </pc:sldMkLst>
        <pc:spChg chg="mod">
          <ac:chgData name="Mohammed Fasha" userId="cc64f42d-a1a6-4f08-b97b-0c37f877119f" providerId="ADAL" clId="{19B6BCF0-69C5-47B4-98CC-B0941D29A039}" dt="2025-04-07T04:14:46.587" v="226" actId="20577"/>
          <ac:spMkLst>
            <pc:docMk/>
            <pc:sldMk cId="3417524918" sldId="722"/>
            <ac:spMk id="2" creationId="{E6CB6872-7F6D-03F6-7578-EE7C26F267B0}"/>
          </ac:spMkLst>
        </pc:spChg>
        <pc:spChg chg="mod">
          <ac:chgData name="Mohammed Fasha" userId="cc64f42d-a1a6-4f08-b97b-0c37f877119f" providerId="ADAL" clId="{19B6BCF0-69C5-47B4-98CC-B0941D29A039}" dt="2025-04-07T04:19:02.971" v="311" actId="404"/>
          <ac:spMkLst>
            <pc:docMk/>
            <pc:sldMk cId="3417524918" sldId="722"/>
            <ac:spMk id="3" creationId="{ADE7C3ED-4167-586A-D114-F1D3515BC0B5}"/>
          </ac:spMkLst>
        </pc:spChg>
      </pc:sldChg>
      <pc:sldChg chg="modSp new del mod">
        <pc:chgData name="Mohammed Fasha" userId="cc64f42d-a1a6-4f08-b97b-0c37f877119f" providerId="ADAL" clId="{19B6BCF0-69C5-47B4-98CC-B0941D29A039}" dt="2025-04-09T04:00:40.794" v="375" actId="47"/>
        <pc:sldMkLst>
          <pc:docMk/>
          <pc:sldMk cId="180109985" sldId="723"/>
        </pc:sldMkLst>
      </pc:sldChg>
      <pc:sldChg chg="addSp delSp modSp new mod modClrScheme chgLayout">
        <pc:chgData name="Mohammed Fasha" userId="cc64f42d-a1a6-4f08-b97b-0c37f877119f" providerId="ADAL" clId="{19B6BCF0-69C5-47B4-98CC-B0941D29A039}" dt="2025-04-09T04:33:02.362" v="604" actId="20577"/>
        <pc:sldMkLst>
          <pc:docMk/>
          <pc:sldMk cId="218477773" sldId="723"/>
        </pc:sldMkLst>
        <pc:spChg chg="add mod ord">
          <ac:chgData name="Mohammed Fasha" userId="cc64f42d-a1a6-4f08-b97b-0c37f877119f" providerId="ADAL" clId="{19B6BCF0-69C5-47B4-98CC-B0941D29A039}" dt="2025-04-09T04:33:02.362" v="604" actId="20577"/>
          <ac:spMkLst>
            <pc:docMk/>
            <pc:sldMk cId="218477773" sldId="723"/>
            <ac:spMk id="4" creationId="{2898DE8E-9CB1-4087-B7C3-0833FC496BD7}"/>
          </ac:spMkLst>
        </pc:spChg>
        <pc:spChg chg="add mod ord">
          <ac:chgData name="Mohammed Fasha" userId="cc64f42d-a1a6-4f08-b97b-0c37f877119f" providerId="ADAL" clId="{19B6BCF0-69C5-47B4-98CC-B0941D29A039}" dt="2025-04-09T04:32:53.677" v="565" actId="700"/>
          <ac:spMkLst>
            <pc:docMk/>
            <pc:sldMk cId="218477773" sldId="723"/>
            <ac:spMk id="5" creationId="{D7342030-F93F-ECEC-31DC-DF0BE440C581}"/>
          </ac:spMkLst>
        </pc:spChg>
      </pc:sldChg>
      <pc:sldChg chg="addSp delSp modSp new del mod">
        <pc:chgData name="Mohammed Fasha" userId="cc64f42d-a1a6-4f08-b97b-0c37f877119f" providerId="ADAL" clId="{19B6BCF0-69C5-47B4-98CC-B0941D29A039}" dt="2025-04-09T04:02:01.456" v="378" actId="47"/>
        <pc:sldMkLst>
          <pc:docMk/>
          <pc:sldMk cId="2150408616" sldId="724"/>
        </pc:sldMkLst>
      </pc:sldChg>
      <pc:sldChg chg="modSp add mod">
        <pc:chgData name="Mohammed Fasha" userId="cc64f42d-a1a6-4f08-b97b-0c37f877119f" providerId="ADAL" clId="{19B6BCF0-69C5-47B4-98CC-B0941D29A039}" dt="2025-04-09T04:33:53.274" v="628" actId="27636"/>
        <pc:sldMkLst>
          <pc:docMk/>
          <pc:sldMk cId="3056700689" sldId="724"/>
        </pc:sldMkLst>
        <pc:spChg chg="mod">
          <ac:chgData name="Mohammed Fasha" userId="cc64f42d-a1a6-4f08-b97b-0c37f877119f" providerId="ADAL" clId="{19B6BCF0-69C5-47B4-98CC-B0941D29A039}" dt="2025-04-09T04:33:53.274" v="628" actId="27636"/>
          <ac:spMkLst>
            <pc:docMk/>
            <pc:sldMk cId="3056700689" sldId="724"/>
            <ac:spMk id="4" creationId="{34878C91-8E88-FB98-E8DE-9D6444EB11BF}"/>
          </ac:spMkLst>
        </pc:spChg>
      </pc:sldChg>
      <pc:sldChg chg="addSp delSp modSp new add del mod">
        <pc:chgData name="Mohammed Fasha" userId="cc64f42d-a1a6-4f08-b97b-0c37f877119f" providerId="ADAL" clId="{19B6BCF0-69C5-47B4-98CC-B0941D29A039}" dt="2025-04-09T04:32:31.834" v="562" actId="47"/>
        <pc:sldMkLst>
          <pc:docMk/>
          <pc:sldMk cId="1308458687" sldId="725"/>
        </pc:sldMkLst>
      </pc:sldChg>
      <pc:sldChg chg="addSp delSp modSp new del mod">
        <pc:chgData name="Mohammed Fasha" userId="cc64f42d-a1a6-4f08-b97b-0c37f877119f" providerId="ADAL" clId="{19B6BCF0-69C5-47B4-98CC-B0941D29A039}" dt="2025-04-09T04:32:26.748" v="561" actId="47"/>
        <pc:sldMkLst>
          <pc:docMk/>
          <pc:sldMk cId="745892495" sldId="726"/>
        </pc:sldMkLst>
      </pc:sldChg>
      <pc:sldChg chg="addSp delSp modSp new add del mod">
        <pc:chgData name="Mohammed Fasha" userId="cc64f42d-a1a6-4f08-b97b-0c37f877119f" providerId="ADAL" clId="{19B6BCF0-69C5-47B4-98CC-B0941D29A039}" dt="2025-04-09T04:27:26.321" v="531" actId="47"/>
        <pc:sldMkLst>
          <pc:docMk/>
          <pc:sldMk cId="2248567439" sldId="726"/>
        </pc:sldMkLst>
      </pc:sldChg>
      <pc:sldMasterChg chg="modSldLayout">
        <pc:chgData name="Mohammed Fasha" userId="cc64f42d-a1a6-4f08-b97b-0c37f877119f" providerId="ADAL" clId="{19B6BCF0-69C5-47B4-98CC-B0941D29A039}" dt="2025-04-09T04:24:26.302" v="479" actId="404"/>
        <pc:sldMasterMkLst>
          <pc:docMk/>
          <pc:sldMasterMk cId="742811419" sldId="2147483648"/>
        </pc:sldMasterMkLst>
        <pc:sldLayoutChg chg="modSp">
          <pc:chgData name="Mohammed Fasha" userId="cc64f42d-a1a6-4f08-b97b-0c37f877119f" providerId="ADAL" clId="{19B6BCF0-69C5-47B4-98CC-B0941D29A039}" dt="2025-04-09T04:24:26.302" v="479" actId="404"/>
          <pc:sldLayoutMkLst>
            <pc:docMk/>
            <pc:sldMasterMk cId="742811419" sldId="2147483648"/>
            <pc:sldLayoutMk cId="3573533501" sldId="2147483650"/>
          </pc:sldLayoutMkLst>
          <pc:spChg chg="mod">
            <ac:chgData name="Mohammed Fasha" userId="cc64f42d-a1a6-4f08-b97b-0c37f877119f" providerId="ADAL" clId="{19B6BCF0-69C5-47B4-98CC-B0941D29A039}" dt="2025-04-09T04:24:26.302" v="479" actId="404"/>
            <ac:spMkLst>
              <pc:docMk/>
              <pc:sldMasterMk cId="742811419" sldId="2147483648"/>
              <pc:sldLayoutMk cId="3573533501" sldId="2147483650"/>
              <ac:spMk id="3" creationId="{93FDCCF6-2612-A73C-C264-680D14569853}"/>
            </ac:spMkLst>
          </pc:spChg>
        </pc:sldLayoutChg>
      </pc:sldMasterChg>
    </pc:docChg>
  </pc:docChgLst>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FEC9C214-E726-4192-8176-A8C9AACEB478}"/>
    <pc:docChg chg="custSel addSld delSld modSld">
      <pc:chgData name="Mohammed Fasha" userId="cc64f42d-a1a6-4f08-b97b-0c37f877119f" providerId="ADAL" clId="{FEC9C214-E726-4192-8176-A8C9AACEB478}" dt="2025-05-14T04:17:14.830" v="98" actId="20577"/>
      <pc:docMkLst>
        <pc:docMk/>
      </pc:docMkLst>
      <pc:sldChg chg="modSp">
        <pc:chgData name="Mohammed Fasha" userId="cc64f42d-a1a6-4f08-b97b-0c37f877119f" providerId="ADAL" clId="{FEC9C214-E726-4192-8176-A8C9AACEB478}" dt="2025-05-14T03:53:46.744" v="53" actId="1076"/>
        <pc:sldMkLst>
          <pc:docMk/>
          <pc:sldMk cId="2145145303" sldId="640"/>
        </pc:sldMkLst>
        <pc:picChg chg="mod">
          <ac:chgData name="Mohammed Fasha" userId="cc64f42d-a1a6-4f08-b97b-0c37f877119f" providerId="ADAL" clId="{FEC9C214-E726-4192-8176-A8C9AACEB478}" dt="2025-05-14T03:53:46.744" v="53" actId="1076"/>
          <ac:picMkLst>
            <pc:docMk/>
            <pc:sldMk cId="2145145303" sldId="640"/>
            <ac:picMk id="4102" creationId="{CF5D0F0F-1038-F9DC-B8C7-FEB0AC347A35}"/>
          </ac:picMkLst>
        </pc:picChg>
      </pc:sldChg>
      <pc:sldChg chg="modSp mod">
        <pc:chgData name="Mohammed Fasha" userId="cc64f42d-a1a6-4f08-b97b-0c37f877119f" providerId="ADAL" clId="{FEC9C214-E726-4192-8176-A8C9AACEB478}" dt="2025-05-14T04:13:57.431" v="81" actId="6549"/>
        <pc:sldMkLst>
          <pc:docMk/>
          <pc:sldMk cId="555764928" sldId="657"/>
        </pc:sldMkLst>
        <pc:spChg chg="mod">
          <ac:chgData name="Mohammed Fasha" userId="cc64f42d-a1a6-4f08-b97b-0c37f877119f" providerId="ADAL" clId="{FEC9C214-E726-4192-8176-A8C9AACEB478}" dt="2025-05-14T04:13:57.431" v="81" actId="6549"/>
          <ac:spMkLst>
            <pc:docMk/>
            <pc:sldMk cId="555764928" sldId="657"/>
            <ac:spMk id="3" creationId="{DDB8F6FE-FF12-0BA5-D224-71F068E4DF88}"/>
          </ac:spMkLst>
        </pc:spChg>
      </pc:sldChg>
      <pc:sldChg chg="modSp mod">
        <pc:chgData name="Mohammed Fasha" userId="cc64f42d-a1a6-4f08-b97b-0c37f877119f" providerId="ADAL" clId="{FEC9C214-E726-4192-8176-A8C9AACEB478}" dt="2025-05-14T04:17:14.830" v="98" actId="20577"/>
        <pc:sldMkLst>
          <pc:docMk/>
          <pc:sldMk cId="1960150938" sldId="670"/>
        </pc:sldMkLst>
        <pc:spChg chg="mod">
          <ac:chgData name="Mohammed Fasha" userId="cc64f42d-a1a6-4f08-b97b-0c37f877119f" providerId="ADAL" clId="{FEC9C214-E726-4192-8176-A8C9AACEB478}" dt="2025-05-14T04:17:14.830" v="98" actId="20577"/>
          <ac:spMkLst>
            <pc:docMk/>
            <pc:sldMk cId="1960150938" sldId="670"/>
            <ac:spMk id="14" creationId="{56A4138D-A476-CC3D-B1C9-5859DCA4B358}"/>
          </ac:spMkLst>
        </pc:spChg>
      </pc:sldChg>
      <pc:sldChg chg="modSp mod">
        <pc:chgData name="Mohammed Fasha" userId="cc64f42d-a1a6-4f08-b97b-0c37f877119f" providerId="ADAL" clId="{FEC9C214-E726-4192-8176-A8C9AACEB478}" dt="2025-05-14T04:02:51.605" v="54" actId="6549"/>
        <pc:sldMkLst>
          <pc:docMk/>
          <pc:sldMk cId="1142780366" sldId="706"/>
        </pc:sldMkLst>
        <pc:spChg chg="mod">
          <ac:chgData name="Mohammed Fasha" userId="cc64f42d-a1a6-4f08-b97b-0c37f877119f" providerId="ADAL" clId="{FEC9C214-E726-4192-8176-A8C9AACEB478}" dt="2025-05-14T04:02:51.605" v="54" actId="6549"/>
          <ac:spMkLst>
            <pc:docMk/>
            <pc:sldMk cId="1142780366" sldId="706"/>
            <ac:spMk id="5" creationId="{B2D96193-1C64-82A4-E611-E46EBA112CC1}"/>
          </ac:spMkLst>
        </pc:spChg>
      </pc:sldChg>
      <pc:sldChg chg="modSp mod">
        <pc:chgData name="Mohammed Fasha" userId="cc64f42d-a1a6-4f08-b97b-0c37f877119f" providerId="ADAL" clId="{FEC9C214-E726-4192-8176-A8C9AACEB478}" dt="2025-04-28T03:49:07.346" v="1" actId="113"/>
        <pc:sldMkLst>
          <pc:docMk/>
          <pc:sldMk cId="1096386322" sldId="715"/>
        </pc:sldMkLst>
        <pc:spChg chg="mod">
          <ac:chgData name="Mohammed Fasha" userId="cc64f42d-a1a6-4f08-b97b-0c37f877119f" providerId="ADAL" clId="{FEC9C214-E726-4192-8176-A8C9AACEB478}" dt="2025-04-28T03:49:07.346" v="1" actId="113"/>
          <ac:spMkLst>
            <pc:docMk/>
            <pc:sldMk cId="1096386322" sldId="715"/>
            <ac:spMk id="2" creationId="{E0FA676E-AB7F-658B-0B80-69D7FC0870BD}"/>
          </ac:spMkLst>
        </pc:spChg>
      </pc:sldChg>
      <pc:sldChg chg="modSp mod">
        <pc:chgData name="Mohammed Fasha" userId="cc64f42d-a1a6-4f08-b97b-0c37f877119f" providerId="ADAL" clId="{FEC9C214-E726-4192-8176-A8C9AACEB478}" dt="2025-04-28T03:48:56.430" v="0" actId="113"/>
        <pc:sldMkLst>
          <pc:docMk/>
          <pc:sldMk cId="1784058309" sldId="716"/>
        </pc:sldMkLst>
        <pc:spChg chg="mod">
          <ac:chgData name="Mohammed Fasha" userId="cc64f42d-a1a6-4f08-b97b-0c37f877119f" providerId="ADAL" clId="{FEC9C214-E726-4192-8176-A8C9AACEB478}" dt="2025-04-28T03:48:56.430" v="0" actId="113"/>
          <ac:spMkLst>
            <pc:docMk/>
            <pc:sldMk cId="1784058309" sldId="716"/>
            <ac:spMk id="2" creationId="{7F17E170-927D-7ABF-8B46-A9506CFC1D2E}"/>
          </ac:spMkLst>
        </pc:spChg>
      </pc:sldChg>
      <pc:sldChg chg="modSp mod">
        <pc:chgData name="Mohammed Fasha" userId="cc64f42d-a1a6-4f08-b97b-0c37f877119f" providerId="ADAL" clId="{FEC9C214-E726-4192-8176-A8C9AACEB478}" dt="2025-04-28T03:49:27.586" v="2" actId="113"/>
        <pc:sldMkLst>
          <pc:docMk/>
          <pc:sldMk cId="3139017106" sldId="717"/>
        </pc:sldMkLst>
        <pc:spChg chg="mod">
          <ac:chgData name="Mohammed Fasha" userId="cc64f42d-a1a6-4f08-b97b-0c37f877119f" providerId="ADAL" clId="{FEC9C214-E726-4192-8176-A8C9AACEB478}" dt="2025-04-28T03:49:27.586" v="2" actId="113"/>
          <ac:spMkLst>
            <pc:docMk/>
            <pc:sldMk cId="3139017106" sldId="717"/>
            <ac:spMk id="2" creationId="{676E8EB1-B8AF-38C9-45A2-E884124D2358}"/>
          </ac:spMkLst>
        </pc:spChg>
      </pc:sldChg>
      <pc:sldChg chg="modSp del mod">
        <pc:chgData name="Mohammed Fasha" userId="cc64f42d-a1a6-4f08-b97b-0c37f877119f" providerId="ADAL" clId="{FEC9C214-E726-4192-8176-A8C9AACEB478}" dt="2025-05-12T03:04:56.963" v="45" actId="2696"/>
        <pc:sldMkLst>
          <pc:docMk/>
          <pc:sldMk cId="666527140" sldId="725"/>
        </pc:sldMkLst>
      </pc:sldChg>
      <pc:sldChg chg="add">
        <pc:chgData name="Mohammed Fasha" userId="cc64f42d-a1a6-4f08-b97b-0c37f877119f" providerId="ADAL" clId="{FEC9C214-E726-4192-8176-A8C9AACEB478}" dt="2025-05-12T03:05:03.915" v="46"/>
        <pc:sldMkLst>
          <pc:docMk/>
          <pc:sldMk cId="2280465272" sldId="725"/>
        </pc:sldMkLst>
      </pc:sldChg>
      <pc:sldChg chg="modSp new del mod">
        <pc:chgData name="Mohammed Fasha" userId="cc64f42d-a1a6-4f08-b97b-0c37f877119f" providerId="ADAL" clId="{FEC9C214-E726-4192-8176-A8C9AACEB478}" dt="2025-05-12T03:11:40.927" v="51" actId="47"/>
        <pc:sldMkLst>
          <pc:docMk/>
          <pc:sldMk cId="1223704259" sldId="729"/>
        </pc:sldMkLst>
      </pc:sldChg>
      <pc:sldChg chg="add del">
        <pc:chgData name="Mohammed Fasha" userId="cc64f42d-a1a6-4f08-b97b-0c37f877119f" providerId="ADAL" clId="{FEC9C214-E726-4192-8176-A8C9AACEB478}" dt="2025-05-12T03:06:57.298" v="49"/>
        <pc:sldMkLst>
          <pc:docMk/>
          <pc:sldMk cId="3927078588" sldId="730"/>
        </pc:sldMkLst>
      </pc:sld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25C05559-E4DC-4EE1-91BC-1444D09EE869}"/>
    <pc:docChg chg="undo custSel addSld delSld modSld sldOrd">
      <pc:chgData name="Mohammed Fasha" userId="cc64f42d-a1a6-4f08-b97b-0c37f877119f" providerId="ADAL" clId="{25C05559-E4DC-4EE1-91BC-1444D09EE869}" dt="2025-04-30T07:51:18.812" v="264" actId="47"/>
      <pc:docMkLst>
        <pc:docMk/>
      </pc:docMkLst>
      <pc:sldChg chg="modSp mod">
        <pc:chgData name="Mohammed Fasha" userId="cc64f42d-a1a6-4f08-b97b-0c37f877119f" providerId="ADAL" clId="{25C05559-E4DC-4EE1-91BC-1444D09EE869}" dt="2025-04-16T06:14:55.232" v="16" actId="1076"/>
        <pc:sldMkLst>
          <pc:docMk/>
          <pc:sldMk cId="1499958888" sldId="394"/>
        </pc:sldMkLst>
        <pc:spChg chg="mod ord">
          <ac:chgData name="Mohammed Fasha" userId="cc64f42d-a1a6-4f08-b97b-0c37f877119f" providerId="ADAL" clId="{25C05559-E4DC-4EE1-91BC-1444D09EE869}" dt="2025-04-16T06:14:51.249" v="14" actId="167"/>
          <ac:spMkLst>
            <pc:docMk/>
            <pc:sldMk cId="1499958888" sldId="394"/>
            <ac:spMk id="12" creationId="{C782F004-4560-E2B1-6FC3-ABD0336F764B}"/>
          </ac:spMkLst>
        </pc:spChg>
        <pc:picChg chg="mod">
          <ac:chgData name="Mohammed Fasha" userId="cc64f42d-a1a6-4f08-b97b-0c37f877119f" providerId="ADAL" clId="{25C05559-E4DC-4EE1-91BC-1444D09EE869}" dt="2025-04-16T06:14:55.232" v="16" actId="1076"/>
          <ac:picMkLst>
            <pc:docMk/>
            <pc:sldMk cId="1499958888" sldId="394"/>
            <ac:picMk id="2" creationId="{F3FAE918-E9CE-C323-8D64-4C7F09AC98F1}"/>
          </ac:picMkLst>
        </pc:picChg>
      </pc:sldChg>
      <pc:sldChg chg="delSp modSp mod delAnim">
        <pc:chgData name="Mohammed Fasha" userId="cc64f42d-a1a6-4f08-b97b-0c37f877119f" providerId="ADAL" clId="{25C05559-E4DC-4EE1-91BC-1444D09EE869}" dt="2025-04-16T06:43:36.666" v="20" actId="478"/>
        <pc:sldMkLst>
          <pc:docMk/>
          <pc:sldMk cId="2905491798" sldId="440"/>
        </pc:sldMkLst>
        <pc:spChg chg="mod">
          <ac:chgData name="Mohammed Fasha" userId="cc64f42d-a1a6-4f08-b97b-0c37f877119f" providerId="ADAL" clId="{25C05559-E4DC-4EE1-91BC-1444D09EE869}" dt="2025-04-16T06:42:17.563" v="19" actId="27636"/>
          <ac:spMkLst>
            <pc:docMk/>
            <pc:sldMk cId="2905491798" sldId="440"/>
            <ac:spMk id="2" creationId="{58694CBE-0604-0DB9-24C7-F3BF06B9A49D}"/>
          </ac:spMkLst>
        </pc:spChg>
        <pc:picChg chg="mod">
          <ac:chgData name="Mohammed Fasha" userId="cc64f42d-a1a6-4f08-b97b-0c37f877119f" providerId="ADAL" clId="{25C05559-E4DC-4EE1-91BC-1444D09EE869}" dt="2025-04-16T06:42:14.977" v="17" actId="1076"/>
          <ac:picMkLst>
            <pc:docMk/>
            <pc:sldMk cId="2905491798" sldId="440"/>
            <ac:picMk id="9" creationId="{D9973492-3B05-31C8-4A9F-DB0E0918D7B7}"/>
          </ac:picMkLst>
        </pc:picChg>
      </pc:sldChg>
      <pc:sldChg chg="modSp mod">
        <pc:chgData name="Mohammed Fasha" userId="cc64f42d-a1a6-4f08-b97b-0c37f877119f" providerId="ADAL" clId="{25C05559-E4DC-4EE1-91BC-1444D09EE869}" dt="2025-04-09T06:23:26.187" v="0" actId="20577"/>
        <pc:sldMkLst>
          <pc:docMk/>
          <pc:sldMk cId="2297456757" sldId="483"/>
        </pc:sldMkLst>
        <pc:spChg chg="mod">
          <ac:chgData name="Mohammed Fasha" userId="cc64f42d-a1a6-4f08-b97b-0c37f877119f" providerId="ADAL" clId="{25C05559-E4DC-4EE1-91BC-1444D09EE869}" dt="2025-04-09T06:23:26.187" v="0" actId="20577"/>
          <ac:spMkLst>
            <pc:docMk/>
            <pc:sldMk cId="2297456757" sldId="483"/>
            <ac:spMk id="5" creationId="{89403830-E271-DAA0-8838-E295A84A8B5B}"/>
          </ac:spMkLst>
        </pc:spChg>
      </pc:sldChg>
      <pc:sldChg chg="ord">
        <pc:chgData name="Mohammed Fasha" userId="cc64f42d-a1a6-4f08-b97b-0c37f877119f" providerId="ADAL" clId="{25C05559-E4DC-4EE1-91BC-1444D09EE869}" dt="2025-04-16T06:46:21.733" v="23" actId="20578"/>
        <pc:sldMkLst>
          <pc:docMk/>
          <pc:sldMk cId="3480194047" sldId="599"/>
        </pc:sldMkLst>
      </pc:sldChg>
      <pc:sldChg chg="modSp mod">
        <pc:chgData name="Mohammed Fasha" userId="cc64f42d-a1a6-4f08-b97b-0c37f877119f" providerId="ADAL" clId="{25C05559-E4DC-4EE1-91BC-1444D09EE869}" dt="2025-04-16T06:46:47.902" v="27" actId="404"/>
        <pc:sldMkLst>
          <pc:docMk/>
          <pc:sldMk cId="3146452721" sldId="600"/>
        </pc:sldMkLst>
        <pc:spChg chg="mod">
          <ac:chgData name="Mohammed Fasha" userId="cc64f42d-a1a6-4f08-b97b-0c37f877119f" providerId="ADAL" clId="{25C05559-E4DC-4EE1-91BC-1444D09EE869}" dt="2025-04-16T06:46:47.902" v="27" actId="404"/>
          <ac:spMkLst>
            <pc:docMk/>
            <pc:sldMk cId="3146452721" sldId="600"/>
            <ac:spMk id="3" creationId="{AA7A7065-04B9-9AEB-D61B-359C933B0DFD}"/>
          </ac:spMkLst>
        </pc:spChg>
      </pc:sldChg>
      <pc:sldChg chg="delSp mod">
        <pc:chgData name="Mohammed Fasha" userId="cc64f42d-a1a6-4f08-b97b-0c37f877119f" providerId="ADAL" clId="{25C05559-E4DC-4EE1-91BC-1444D09EE869}" dt="2025-04-16T06:47:57.131" v="35" actId="21"/>
        <pc:sldMkLst>
          <pc:docMk/>
          <pc:sldMk cId="202107314" sldId="647"/>
        </pc:sldMkLst>
      </pc:sldChg>
      <pc:sldChg chg="modSp mod">
        <pc:chgData name="Mohammed Fasha" userId="cc64f42d-a1a6-4f08-b97b-0c37f877119f" providerId="ADAL" clId="{25C05559-E4DC-4EE1-91BC-1444D09EE869}" dt="2025-04-16T06:48:42.467" v="40" actId="14100"/>
        <pc:sldMkLst>
          <pc:docMk/>
          <pc:sldMk cId="3454522070" sldId="679"/>
        </pc:sldMkLst>
        <pc:picChg chg="mod">
          <ac:chgData name="Mohammed Fasha" userId="cc64f42d-a1a6-4f08-b97b-0c37f877119f" providerId="ADAL" clId="{25C05559-E4DC-4EE1-91BC-1444D09EE869}" dt="2025-04-16T06:48:42.467" v="40" actId="14100"/>
          <ac:picMkLst>
            <pc:docMk/>
            <pc:sldMk cId="3454522070" sldId="679"/>
            <ac:picMk id="11" creationId="{62538CCE-0EC2-E549-8085-A8A2AD747E71}"/>
          </ac:picMkLst>
        </pc:picChg>
      </pc:sldChg>
      <pc:sldChg chg="modSp mod">
        <pc:chgData name="Mohammed Fasha" userId="cc64f42d-a1a6-4f08-b97b-0c37f877119f" providerId="ADAL" clId="{25C05559-E4DC-4EE1-91BC-1444D09EE869}" dt="2025-04-16T06:49:10.468" v="48" actId="404"/>
        <pc:sldMkLst>
          <pc:docMk/>
          <pc:sldMk cId="2856814121" sldId="681"/>
        </pc:sldMkLst>
        <pc:spChg chg="mod">
          <ac:chgData name="Mohammed Fasha" userId="cc64f42d-a1a6-4f08-b97b-0c37f877119f" providerId="ADAL" clId="{25C05559-E4DC-4EE1-91BC-1444D09EE869}" dt="2025-04-16T06:49:10.468" v="48" actId="404"/>
          <ac:spMkLst>
            <pc:docMk/>
            <pc:sldMk cId="2856814121" sldId="681"/>
            <ac:spMk id="3" creationId="{F31301F3-B8D6-9A02-5044-7C1ECF06C6E1}"/>
          </ac:spMkLst>
        </pc:spChg>
      </pc:sldChg>
      <pc:sldChg chg="modSp mod">
        <pc:chgData name="Mohammed Fasha" userId="cc64f42d-a1a6-4f08-b97b-0c37f877119f" providerId="ADAL" clId="{25C05559-E4DC-4EE1-91BC-1444D09EE869}" dt="2025-04-16T06:48:55.287" v="46" actId="27636"/>
        <pc:sldMkLst>
          <pc:docMk/>
          <pc:sldMk cId="265576630" sldId="698"/>
        </pc:sldMkLst>
        <pc:spChg chg="mod">
          <ac:chgData name="Mohammed Fasha" userId="cc64f42d-a1a6-4f08-b97b-0c37f877119f" providerId="ADAL" clId="{25C05559-E4DC-4EE1-91BC-1444D09EE869}" dt="2025-04-16T06:48:51.236" v="42" actId="27636"/>
          <ac:spMkLst>
            <pc:docMk/>
            <pc:sldMk cId="265576630" sldId="698"/>
            <ac:spMk id="3" creationId="{5D33FC49-A3F8-3127-1AE9-16D35E013844}"/>
          </ac:spMkLst>
        </pc:spChg>
        <pc:spChg chg="mod">
          <ac:chgData name="Mohammed Fasha" userId="cc64f42d-a1a6-4f08-b97b-0c37f877119f" providerId="ADAL" clId="{25C05559-E4DC-4EE1-91BC-1444D09EE869}" dt="2025-04-16T06:48:55.287" v="46" actId="27636"/>
          <ac:spMkLst>
            <pc:docMk/>
            <pc:sldMk cId="265576630" sldId="698"/>
            <ac:spMk id="7" creationId="{1B5443AD-BA71-B7BC-EEF2-04F1040B5C15}"/>
          </ac:spMkLst>
        </pc:spChg>
      </pc:sldChg>
      <pc:sldChg chg="modSp">
        <pc:chgData name="Mohammed Fasha" userId="cc64f42d-a1a6-4f08-b97b-0c37f877119f" providerId="ADAL" clId="{25C05559-E4DC-4EE1-91BC-1444D09EE869}" dt="2025-04-16T06:48:02.658" v="36" actId="1076"/>
        <pc:sldMkLst>
          <pc:docMk/>
          <pc:sldMk cId="3085160177" sldId="704"/>
        </pc:sldMkLst>
        <pc:picChg chg="mod">
          <ac:chgData name="Mohammed Fasha" userId="cc64f42d-a1a6-4f08-b97b-0c37f877119f" providerId="ADAL" clId="{25C05559-E4DC-4EE1-91BC-1444D09EE869}" dt="2025-04-16T06:48:02.658" v="36" actId="1076"/>
          <ac:picMkLst>
            <pc:docMk/>
            <pc:sldMk cId="3085160177" sldId="704"/>
            <ac:picMk id="4" creationId="{A0413BED-1A27-4068-9700-CBB985340EEC}"/>
          </ac:picMkLst>
        </pc:picChg>
      </pc:sldChg>
      <pc:sldChg chg="modSp mod">
        <pc:chgData name="Mohammed Fasha" userId="cc64f42d-a1a6-4f08-b97b-0c37f877119f" providerId="ADAL" clId="{25C05559-E4DC-4EE1-91BC-1444D09EE869}" dt="2025-04-16T06:47:18.630" v="34" actId="1076"/>
        <pc:sldMkLst>
          <pc:docMk/>
          <pc:sldMk cId="32004852" sldId="708"/>
        </pc:sldMkLst>
        <pc:spChg chg="mod">
          <ac:chgData name="Mohammed Fasha" userId="cc64f42d-a1a6-4f08-b97b-0c37f877119f" providerId="ADAL" clId="{25C05559-E4DC-4EE1-91BC-1444D09EE869}" dt="2025-04-16T06:47:12.974" v="32" actId="27636"/>
          <ac:spMkLst>
            <pc:docMk/>
            <pc:sldMk cId="32004852" sldId="708"/>
            <ac:spMk id="4" creationId="{5C57822E-9052-4E30-99C6-E3BB69F76727}"/>
          </ac:spMkLst>
        </pc:spChg>
        <pc:picChg chg="mod">
          <ac:chgData name="Mohammed Fasha" userId="cc64f42d-a1a6-4f08-b97b-0c37f877119f" providerId="ADAL" clId="{25C05559-E4DC-4EE1-91BC-1444D09EE869}" dt="2025-04-16T06:47:18.630" v="34" actId="1076"/>
          <ac:picMkLst>
            <pc:docMk/>
            <pc:sldMk cId="32004852" sldId="708"/>
            <ac:picMk id="5" creationId="{A6BFBA45-17BB-4116-9DA7-D90F19156FD1}"/>
          </ac:picMkLst>
        </pc:picChg>
      </pc:sldChg>
      <pc:sldChg chg="addSp delSp modSp mod">
        <pc:chgData name="Mohammed Fasha" userId="cc64f42d-a1a6-4f08-b97b-0c37f877119f" providerId="ADAL" clId="{25C05559-E4DC-4EE1-91BC-1444D09EE869}" dt="2025-04-16T06:14:10.424" v="11" actId="167"/>
        <pc:sldMkLst>
          <pc:docMk/>
          <pc:sldMk cId="3150550060" sldId="720"/>
        </pc:sldMkLst>
        <pc:picChg chg="mod">
          <ac:chgData name="Mohammed Fasha" userId="cc64f42d-a1a6-4f08-b97b-0c37f877119f" providerId="ADAL" clId="{25C05559-E4DC-4EE1-91BC-1444D09EE869}" dt="2025-04-16T06:13:14.352" v="1" actId="1076"/>
          <ac:picMkLst>
            <pc:docMk/>
            <pc:sldMk cId="3150550060" sldId="720"/>
            <ac:picMk id="5" creationId="{E28FECC4-E2DF-8BD6-5F27-92886E4BB001}"/>
          </ac:picMkLst>
        </pc:picChg>
        <pc:picChg chg="add mod ord">
          <ac:chgData name="Mohammed Fasha" userId="cc64f42d-a1a6-4f08-b97b-0c37f877119f" providerId="ADAL" clId="{25C05559-E4DC-4EE1-91BC-1444D09EE869}" dt="2025-04-16T06:14:10.424" v="11" actId="167"/>
          <ac:picMkLst>
            <pc:docMk/>
            <pc:sldMk cId="3150550060" sldId="720"/>
            <ac:picMk id="6" creationId="{E7B35044-785C-4C6B-AF24-A2772E34C8AA}"/>
          </ac:picMkLst>
        </pc:picChg>
      </pc:sldChg>
      <pc:sldChg chg="addSp modSp new mod">
        <pc:chgData name="Mohammed Fasha" userId="cc64f42d-a1a6-4f08-b97b-0c37f877119f" providerId="ADAL" clId="{25C05559-E4DC-4EE1-91BC-1444D09EE869}" dt="2025-04-30T06:40:50.224" v="212" actId="6549"/>
        <pc:sldMkLst>
          <pc:docMk/>
          <pc:sldMk cId="666527140" sldId="725"/>
        </pc:sldMkLst>
      </pc:sldChg>
      <pc:sldChg chg="addSp delSp modSp new mod">
        <pc:chgData name="Mohammed Fasha" userId="cc64f42d-a1a6-4f08-b97b-0c37f877119f" providerId="ADAL" clId="{25C05559-E4DC-4EE1-91BC-1444D09EE869}" dt="2025-04-30T07:05:36.135" v="263" actId="122"/>
        <pc:sldMkLst>
          <pc:docMk/>
          <pc:sldMk cId="3660604927" sldId="726"/>
        </pc:sldMkLst>
        <pc:spChg chg="mod">
          <ac:chgData name="Mohammed Fasha" userId="cc64f42d-a1a6-4f08-b97b-0c37f877119f" providerId="ADAL" clId="{25C05559-E4DC-4EE1-91BC-1444D09EE869}" dt="2025-04-30T06:47:45.454" v="240"/>
          <ac:spMkLst>
            <pc:docMk/>
            <pc:sldMk cId="3660604927" sldId="726"/>
            <ac:spMk id="2" creationId="{B373AE91-A898-4A65-8CE7-1BCEF61FAF12}"/>
          </ac:spMkLst>
        </pc:spChg>
        <pc:graphicFrameChg chg="add mod modGraphic">
          <ac:chgData name="Mohammed Fasha" userId="cc64f42d-a1a6-4f08-b97b-0c37f877119f" providerId="ADAL" clId="{25C05559-E4DC-4EE1-91BC-1444D09EE869}" dt="2025-04-30T07:05:02.236" v="255" actId="1076"/>
          <ac:graphicFrameMkLst>
            <pc:docMk/>
            <pc:sldMk cId="3660604927" sldId="726"/>
            <ac:graphicFrameMk id="4" creationId="{30CD29F8-8A06-4B73-886B-A33FC88F5E67}"/>
          </ac:graphicFrameMkLst>
        </pc:graphicFrameChg>
        <pc:graphicFrameChg chg="add mod modGraphic">
          <ac:chgData name="Mohammed Fasha" userId="cc64f42d-a1a6-4f08-b97b-0c37f877119f" providerId="ADAL" clId="{25C05559-E4DC-4EE1-91BC-1444D09EE869}" dt="2025-04-30T07:05:36.135" v="263" actId="122"/>
          <ac:graphicFrameMkLst>
            <pc:docMk/>
            <pc:sldMk cId="3660604927" sldId="726"/>
            <ac:graphicFrameMk id="5" creationId="{32A7FF02-00A7-4B96-B478-CB5CE55DC7ED}"/>
          </ac:graphicFrameMkLst>
        </pc:graphicFrameChg>
      </pc:sldChg>
      <pc:sldChg chg="add del">
        <pc:chgData name="Mohammed Fasha" userId="cc64f42d-a1a6-4f08-b97b-0c37f877119f" providerId="ADAL" clId="{25C05559-E4DC-4EE1-91BC-1444D09EE869}" dt="2025-04-30T07:51:18.812" v="264" actId="47"/>
        <pc:sldMkLst>
          <pc:docMk/>
          <pc:sldMk cId="2399550384" sldId="727"/>
        </pc:sldMkLst>
      </pc:sldChg>
      <pc:sldChg chg="modSp add mod ord">
        <pc:chgData name="Mohammed Fasha" userId="cc64f42d-a1a6-4f08-b97b-0c37f877119f" providerId="ADAL" clId="{25C05559-E4DC-4EE1-91BC-1444D09EE869}" dt="2025-04-30T06:47:23.280" v="238" actId="20577"/>
        <pc:sldMkLst>
          <pc:docMk/>
          <pc:sldMk cId="4051640529" sldId="728"/>
        </pc:sldMkLst>
        <pc:spChg chg="mod">
          <ac:chgData name="Mohammed Fasha" userId="cc64f42d-a1a6-4f08-b97b-0c37f877119f" providerId="ADAL" clId="{25C05559-E4DC-4EE1-91BC-1444D09EE869}" dt="2025-04-30T06:47:23.280" v="238" actId="20577"/>
          <ac:spMkLst>
            <pc:docMk/>
            <pc:sldMk cId="4051640529" sldId="728"/>
            <ac:spMk id="2" creationId="{B373AE91-A898-4A65-8CE7-1BCEF61FAF12}"/>
          </ac:spMkLst>
        </pc:spChg>
        <pc:spChg chg="mod">
          <ac:chgData name="Mohammed Fasha" userId="cc64f42d-a1a6-4f08-b97b-0c37f877119f" providerId="ADAL" clId="{25C05559-E4DC-4EE1-91BC-1444D09EE869}" dt="2025-04-30T06:47:03.692" v="218" actId="21"/>
          <ac:spMkLst>
            <pc:docMk/>
            <pc:sldMk cId="4051640529" sldId="728"/>
            <ac:spMk id="3" creationId="{4B0719DE-43B0-4F5B-8823-6AC5927AA0BE}"/>
          </ac:spMkLst>
        </pc:spChg>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me\Downloads\appartments_simpl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QQ Plot for</a:t>
            </a:r>
            <a:r>
              <a:rPr lang="en-US" b="1" baseline="0" dirty="0"/>
              <a:t> the Residuals of the Apartments Price Prediction</a:t>
            </a:r>
            <a:endParaRPr lang="en-US" b="1" dirty="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Sheet2!$E$2:$E$11</c:f>
              <c:numCache>
                <c:formatCode>General</c:formatCode>
                <c:ptCount val="10"/>
                <c:pt idx="0">
                  <c:v>-1.6448536269514726</c:v>
                </c:pt>
                <c:pt idx="1">
                  <c:v>-1.0364333894937898</c:v>
                </c:pt>
                <c:pt idx="2">
                  <c:v>-0.67448975019608193</c:v>
                </c:pt>
                <c:pt idx="3">
                  <c:v>-0.38532046640756784</c:v>
                </c:pt>
                <c:pt idx="4">
                  <c:v>-0.12566134685507402</c:v>
                </c:pt>
                <c:pt idx="5">
                  <c:v>0.12566134685507416</c:v>
                </c:pt>
                <c:pt idx="6">
                  <c:v>0.38532046640756784</c:v>
                </c:pt>
                <c:pt idx="7">
                  <c:v>0.67448975019608193</c:v>
                </c:pt>
                <c:pt idx="8">
                  <c:v>1.0364333894937898</c:v>
                </c:pt>
                <c:pt idx="9">
                  <c:v>1.6448536269514715</c:v>
                </c:pt>
              </c:numCache>
            </c:numRef>
          </c:xVal>
          <c:yVal>
            <c:numRef>
              <c:f>Sheet2!$B$2:$B$11</c:f>
              <c:numCache>
                <c:formatCode>General</c:formatCode>
                <c:ptCount val="10"/>
                <c:pt idx="0">
                  <c:v>-1.4256568313298963</c:v>
                </c:pt>
                <c:pt idx="1">
                  <c:v>-1.3342251580617082</c:v>
                </c:pt>
                <c:pt idx="2">
                  <c:v>-0.58922633883943321</c:v>
                </c:pt>
                <c:pt idx="3">
                  <c:v>-0.28106773634294674</c:v>
                </c:pt>
                <c:pt idx="4">
                  <c:v>-0.15915883865203145</c:v>
                </c:pt>
                <c:pt idx="5">
                  <c:v>-3.7249940961113746E-2</c:v>
                </c:pt>
                <c:pt idx="6">
                  <c:v>0.3352494686500237</c:v>
                </c:pt>
                <c:pt idx="7">
                  <c:v>0.64679442941570231</c:v>
                </c:pt>
                <c:pt idx="8">
                  <c:v>1.1412027367177575</c:v>
                </c:pt>
                <c:pt idx="9">
                  <c:v>1.7033382094036584</c:v>
                </c:pt>
              </c:numCache>
            </c:numRef>
          </c:yVal>
          <c:smooth val="0"/>
          <c:extLst>
            <c:ext xmlns:c16="http://schemas.microsoft.com/office/drawing/2014/chart" uri="{C3380CC4-5D6E-409C-BE32-E72D297353CC}">
              <c16:uniqueId val="{00000001-AFDC-4F67-98BB-756FD4045FAD}"/>
            </c:ext>
          </c:extLst>
        </c:ser>
        <c:dLbls>
          <c:showLegendKey val="0"/>
          <c:showVal val="0"/>
          <c:showCatName val="0"/>
          <c:showSerName val="0"/>
          <c:showPercent val="0"/>
          <c:showBubbleSize val="0"/>
        </c:dLbls>
        <c:axId val="1382621808"/>
        <c:axId val="1382622768"/>
      </c:scatterChart>
      <c:valAx>
        <c:axId val="1382621808"/>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Theoritical Residuals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2622768"/>
        <c:crossesAt val="-2"/>
        <c:crossBetween val="midCat"/>
      </c:valAx>
      <c:valAx>
        <c:axId val="1382622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Actual Residuals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2621808"/>
        <c:crossesAt val="-2"/>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5/16/2025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3C3971-340B-41A2-ABD3-FB1A577E480B}" type="slidenum">
              <a:rPr lang="en-US" smtClean="0"/>
              <a:t>1</a:t>
            </a:fld>
            <a:endParaRPr lang="en-US"/>
          </a:p>
        </p:txBody>
      </p:sp>
    </p:spTree>
    <p:extLst>
      <p:ext uri="{BB962C8B-B14F-4D97-AF65-F5344CB8AC3E}">
        <p14:creationId xmlns:p14="http://schemas.microsoft.com/office/powerpoint/2010/main" val="3821516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5/16/2025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E9DF1-2223-C2DE-EF40-211A8D65CA29}"/>
              </a:ext>
            </a:extLst>
          </p:cNvPr>
          <p:cNvSpPr>
            <a:spLocks noGrp="1"/>
          </p:cNvSpPr>
          <p:nvPr>
            <p:ph type="ctrTitle"/>
          </p:nvPr>
        </p:nvSpPr>
        <p:spPr/>
        <p:txBody>
          <a:bodyPr>
            <a:normAutofit/>
          </a:bodyPr>
          <a:lstStyle/>
          <a:p>
            <a:r>
              <a:rPr lang="en-US" sz="4800" b="0" dirty="0"/>
              <a:t>307102</a:t>
            </a:r>
            <a:br>
              <a:rPr lang="en-US" sz="4800" b="0" dirty="0"/>
            </a:br>
            <a:r>
              <a:rPr lang="en-US" sz="4800" b="0" dirty="0"/>
              <a:t>Descriptive Statistics for Business</a:t>
            </a:r>
          </a:p>
        </p:txBody>
      </p:sp>
      <p:sp>
        <p:nvSpPr>
          <p:cNvPr id="5" name="Subtitle 4">
            <a:extLst>
              <a:ext uri="{FF2B5EF4-FFF2-40B4-BE49-F238E27FC236}">
                <a16:creationId xmlns:a16="http://schemas.microsoft.com/office/drawing/2014/main" id="{89403830-E271-DAA0-8838-E295A84A8B5B}"/>
              </a:ext>
            </a:extLst>
          </p:cNvPr>
          <p:cNvSpPr>
            <a:spLocks noGrp="1"/>
          </p:cNvSpPr>
          <p:nvPr>
            <p:ph type="subTitle" idx="1"/>
          </p:nvPr>
        </p:nvSpPr>
        <p:spPr/>
        <p:txBody>
          <a:bodyPr>
            <a:normAutofit/>
          </a:bodyPr>
          <a:lstStyle/>
          <a:p>
            <a:r>
              <a:rPr lang="en-US" sz="3200" b="0" dirty="0"/>
              <a:t>Introduction to Linear Regression</a:t>
            </a:r>
          </a:p>
          <a:p>
            <a:r>
              <a:rPr lang="en-US" sz="3200" dirty="0"/>
              <a:t>2024-2</a:t>
            </a:r>
          </a:p>
        </p:txBody>
      </p:sp>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Tree>
    <p:extLst>
      <p:ext uri="{BB962C8B-B14F-4D97-AF65-F5344CB8AC3E}">
        <p14:creationId xmlns:p14="http://schemas.microsoft.com/office/powerpoint/2010/main" val="22974567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Introduction to Regression Analysis</a:t>
            </a:r>
            <a:endParaRPr lang="en-US" sz="2800" dirty="0"/>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r>
              <a:rPr lang="en-US" dirty="0"/>
              <a:t>Definition: Regression analysis is a powerful statistical method used for predicting a dependent variable based on one or more independent variables.</a:t>
            </a:r>
          </a:p>
          <a:p>
            <a:r>
              <a:rPr lang="en-US" dirty="0"/>
              <a:t>Purpose: To understand how the typical value of the dependent variable changes when any one of the independent variables is varied, while the other independent variables are held fixed</a:t>
            </a:r>
          </a:p>
        </p:txBody>
      </p:sp>
    </p:spTree>
    <p:extLst>
      <p:ext uri="{BB962C8B-B14F-4D97-AF65-F5344CB8AC3E}">
        <p14:creationId xmlns:p14="http://schemas.microsoft.com/office/powerpoint/2010/main" val="3980180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Types of Regression</a:t>
            </a:r>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lstStyle/>
          <a:p>
            <a:r>
              <a:rPr lang="en-US" dirty="0"/>
              <a:t>Simple Linear Regression: Involves one independent variable and one dependent variable and the relationship between them is modeled by a linear function.</a:t>
            </a:r>
          </a:p>
          <a:p>
            <a:r>
              <a:rPr lang="en-US" dirty="0"/>
              <a:t>Multiple Linear Regression (Focus of this presentation): Involves multiple independent variables influencing a single dependent variable.</a:t>
            </a:r>
          </a:p>
          <a:p>
            <a:r>
              <a:rPr lang="en-US" dirty="0"/>
              <a:t>Other Types: Logistic regression, polynomial regression, Ridge Regression, Lasso Regression etc., used for more specific types of data and relationships.</a:t>
            </a:r>
          </a:p>
        </p:txBody>
      </p:sp>
    </p:spTree>
    <p:extLst>
      <p:ext uri="{BB962C8B-B14F-4D97-AF65-F5344CB8AC3E}">
        <p14:creationId xmlns:p14="http://schemas.microsoft.com/office/powerpoint/2010/main" val="1728680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2538CCE-0EC2-E549-8085-A8A2AD747E71}"/>
              </a:ext>
            </a:extLst>
          </p:cNvPr>
          <p:cNvPicPr>
            <a:picLocks noChangeAspect="1"/>
          </p:cNvPicPr>
          <p:nvPr/>
        </p:nvPicPr>
        <p:blipFill>
          <a:blip r:embed="rId2"/>
          <a:stretch>
            <a:fillRect/>
          </a:stretch>
        </p:blipFill>
        <p:spPr>
          <a:xfrm>
            <a:off x="293913" y="902835"/>
            <a:ext cx="9534327" cy="5447131"/>
          </a:xfrm>
          <a:prstGeom prst="rect">
            <a:avLst/>
          </a:prstGeom>
        </p:spPr>
      </p:pic>
      <p:sp>
        <p:nvSpPr>
          <p:cNvPr id="2" name="Title 1">
            <a:extLst>
              <a:ext uri="{FF2B5EF4-FFF2-40B4-BE49-F238E27FC236}">
                <a16:creationId xmlns:a16="http://schemas.microsoft.com/office/drawing/2014/main" id="{DC1FA89A-FF01-0D0D-2715-B8513C3632F7}"/>
              </a:ext>
            </a:extLst>
          </p:cNvPr>
          <p:cNvSpPr>
            <a:spLocks noGrp="1"/>
          </p:cNvSpPr>
          <p:nvPr>
            <p:ph type="title"/>
          </p:nvPr>
        </p:nvSpPr>
        <p:spPr>
          <a:xfrm>
            <a:off x="998184" y="0"/>
            <a:ext cx="8125786" cy="733333"/>
          </a:xfrm>
        </p:spPr>
        <p:txBody>
          <a:bodyPr/>
          <a:lstStyle/>
          <a:p>
            <a:r>
              <a:rPr lang="en-US" dirty="0"/>
              <a:t>The Regression Equation</a:t>
            </a:r>
          </a:p>
        </p:txBody>
      </p:sp>
      <p:pic>
        <p:nvPicPr>
          <p:cNvPr id="1026" name="Picture 2" descr="How are Logistic Regression &amp; Ordinary Least Squares Regression (Linear  Regression) Related? Why the “Regression” in Logistic? | by Rakshith  Vasudev | Towards Data Science">
            <a:extLst>
              <a:ext uri="{FF2B5EF4-FFF2-40B4-BE49-F238E27FC236}">
                <a16:creationId xmlns:a16="http://schemas.microsoft.com/office/drawing/2014/main" id="{E5FCBA12-B813-E4BA-B5B4-D671EFBBC8D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879085" y="3216729"/>
            <a:ext cx="3898310" cy="192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522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528C-34EB-EF55-4220-6EE933F588DE}"/>
              </a:ext>
            </a:extLst>
          </p:cNvPr>
          <p:cNvSpPr>
            <a:spLocks noGrp="1"/>
          </p:cNvSpPr>
          <p:nvPr>
            <p:ph type="title"/>
          </p:nvPr>
        </p:nvSpPr>
        <p:spPr/>
        <p:txBody>
          <a:bodyPr/>
          <a:lstStyle/>
          <a:p>
            <a:r>
              <a:rPr lang="en-US" dirty="0"/>
              <a:t>Finding the Best Fit Line</a:t>
            </a:r>
          </a:p>
        </p:txBody>
      </p:sp>
      <p:sp>
        <p:nvSpPr>
          <p:cNvPr id="3" name="Content Placeholder 2">
            <a:extLst>
              <a:ext uri="{FF2B5EF4-FFF2-40B4-BE49-F238E27FC236}">
                <a16:creationId xmlns:a16="http://schemas.microsoft.com/office/drawing/2014/main" id="{5D33FC49-A3F8-3127-1AE9-16D35E013844}"/>
              </a:ext>
            </a:extLst>
          </p:cNvPr>
          <p:cNvSpPr>
            <a:spLocks noGrp="1"/>
          </p:cNvSpPr>
          <p:nvPr>
            <p:ph idx="1"/>
          </p:nvPr>
        </p:nvSpPr>
        <p:spPr>
          <a:xfrm>
            <a:off x="838199" y="1706008"/>
            <a:ext cx="5791201" cy="3372178"/>
          </a:xfrm>
        </p:spPr>
        <p:txBody>
          <a:bodyPr>
            <a:normAutofit/>
          </a:bodyPr>
          <a:lstStyle/>
          <a:p>
            <a:r>
              <a:rPr lang="en-US" sz="2000" dirty="0"/>
              <a:t>The goal of the linear regression algorithm is to get the best values for B0 and B1 to find the best fit line.</a:t>
            </a:r>
          </a:p>
          <a:p>
            <a:r>
              <a:rPr lang="en-US" sz="2000" dirty="0"/>
              <a:t>The best fit line is the line that has the least error which means the error between predicted values and actual values should be minimum.</a:t>
            </a:r>
          </a:p>
          <a:p>
            <a:r>
              <a:rPr lang="en-US" sz="2000" dirty="0"/>
              <a:t>In regression, the difference between the observed value of the dependent variable(Yi) and the predicted value(predicted) is called the residuals.</a:t>
            </a:r>
          </a:p>
          <a:p>
            <a:endParaRPr lang="en-US" sz="2000" dirty="0"/>
          </a:p>
          <a:p>
            <a:endParaRPr lang="en-US" sz="2000" dirty="0"/>
          </a:p>
        </p:txBody>
      </p:sp>
      <p:pic>
        <p:nvPicPr>
          <p:cNvPr id="5" name="Picture 4">
            <a:extLst>
              <a:ext uri="{FF2B5EF4-FFF2-40B4-BE49-F238E27FC236}">
                <a16:creationId xmlns:a16="http://schemas.microsoft.com/office/drawing/2014/main" id="{C2587C9A-CF04-6159-EE69-CB2CD60250FA}"/>
              </a:ext>
            </a:extLst>
          </p:cNvPr>
          <p:cNvPicPr>
            <a:picLocks noChangeAspect="1"/>
          </p:cNvPicPr>
          <p:nvPr/>
        </p:nvPicPr>
        <p:blipFill>
          <a:blip r:embed="rId2"/>
          <a:stretch>
            <a:fillRect/>
          </a:stretch>
        </p:blipFill>
        <p:spPr>
          <a:xfrm>
            <a:off x="6844155" y="1706007"/>
            <a:ext cx="5391658" cy="3927350"/>
          </a:xfrm>
          <a:prstGeom prst="rect">
            <a:avLst/>
          </a:prstGeom>
        </p:spPr>
      </p:pic>
      <p:sp>
        <p:nvSpPr>
          <p:cNvPr id="7" name="Content Placeholder 2">
            <a:extLst>
              <a:ext uri="{FF2B5EF4-FFF2-40B4-BE49-F238E27FC236}">
                <a16:creationId xmlns:a16="http://schemas.microsoft.com/office/drawing/2014/main" id="{1B5443AD-BA71-B7BC-EEF2-04F1040B5C15}"/>
              </a:ext>
            </a:extLst>
          </p:cNvPr>
          <p:cNvSpPr txBox="1">
            <a:spLocks/>
          </p:cNvSpPr>
          <p:nvPr/>
        </p:nvSpPr>
        <p:spPr>
          <a:xfrm>
            <a:off x="838199" y="5040154"/>
            <a:ext cx="9968833" cy="19267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i="1" dirty="0" err="1"/>
              <a:t>εi</a:t>
            </a:r>
            <a:r>
              <a:rPr lang="en-US" sz="2000" i="1" dirty="0"/>
              <a:t> =  Y Predicted –   Yi</a:t>
            </a:r>
          </a:p>
          <a:p>
            <a:r>
              <a:rPr lang="en-US" sz="2000" i="1" dirty="0"/>
              <a:t>Where Y Predicted =   B0 + B1 * Xi</a:t>
            </a:r>
          </a:p>
          <a:p>
            <a:r>
              <a:rPr lang="en-US" sz="2000" dirty="0"/>
              <a:t>In simple terms, the best fit line is a line that fits the given scatter plot in the best way. Mathematically, the best fit line is obtained by minimizing the Residual Sum of Squares(RSS).</a:t>
            </a:r>
          </a:p>
          <a:p>
            <a:endParaRPr lang="en-US" sz="2000" dirty="0"/>
          </a:p>
          <a:p>
            <a:endParaRPr lang="en-US" sz="2000" dirty="0"/>
          </a:p>
        </p:txBody>
      </p:sp>
    </p:spTree>
    <p:extLst>
      <p:ext uri="{BB962C8B-B14F-4D97-AF65-F5344CB8AC3E}">
        <p14:creationId xmlns:p14="http://schemas.microsoft.com/office/powerpoint/2010/main" val="265576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62859-59D0-20C7-7B38-64F17900E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B8AA0-1BDD-9CB8-E27E-37E1BDB0BB6C}"/>
              </a:ext>
            </a:extLst>
          </p:cNvPr>
          <p:cNvSpPr>
            <a:spLocks noGrp="1"/>
          </p:cNvSpPr>
          <p:nvPr>
            <p:ph type="title"/>
          </p:nvPr>
        </p:nvSpPr>
        <p:spPr/>
        <p:txBody>
          <a:bodyPr/>
          <a:lstStyle/>
          <a:p>
            <a:r>
              <a:rPr lang="en-US" dirty="0"/>
              <a:t>Finding the Best Fit Line</a:t>
            </a:r>
          </a:p>
        </p:txBody>
      </p:sp>
      <p:pic>
        <p:nvPicPr>
          <p:cNvPr id="4" name="Picture 3">
            <a:extLst>
              <a:ext uri="{FF2B5EF4-FFF2-40B4-BE49-F238E27FC236}">
                <a16:creationId xmlns:a16="http://schemas.microsoft.com/office/drawing/2014/main" id="{C2587C9A-CF04-6159-EE69-CB2CD60250FA}"/>
              </a:ext>
            </a:extLst>
          </p:cNvPr>
          <p:cNvPicPr>
            <a:picLocks noChangeAspect="1"/>
          </p:cNvPicPr>
          <p:nvPr/>
        </p:nvPicPr>
        <p:blipFill>
          <a:blip r:embed="rId2"/>
          <a:stretch>
            <a:fillRect/>
          </a:stretch>
        </p:blipFill>
        <p:spPr>
          <a:xfrm>
            <a:off x="7014916" y="3684129"/>
            <a:ext cx="4357245" cy="3173871"/>
          </a:xfrm>
          <a:prstGeom prst="rect">
            <a:avLst/>
          </a:prstGeom>
        </p:spPr>
      </p:pic>
      <p:pic>
        <p:nvPicPr>
          <p:cNvPr id="2050" name="Picture 2" descr="Linear Regression Formula">
            <a:extLst>
              <a:ext uri="{FF2B5EF4-FFF2-40B4-BE49-F238E27FC236}">
                <a16:creationId xmlns:a16="http://schemas.microsoft.com/office/drawing/2014/main" id="{084A30D3-2CDA-6011-243C-60D829890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4916" y="2010460"/>
            <a:ext cx="2914650" cy="13430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A693C11-304C-13A7-D332-654612E36CB7}"/>
              </a:ext>
            </a:extLst>
          </p:cNvPr>
          <p:cNvPicPr>
            <a:picLocks noChangeAspect="1"/>
          </p:cNvPicPr>
          <p:nvPr/>
        </p:nvPicPr>
        <p:blipFill>
          <a:blip r:embed="rId4"/>
          <a:stretch>
            <a:fillRect/>
          </a:stretch>
        </p:blipFill>
        <p:spPr>
          <a:xfrm>
            <a:off x="838200" y="1841047"/>
            <a:ext cx="5779099" cy="5016954"/>
          </a:xfrm>
          <a:prstGeom prst="rect">
            <a:avLst/>
          </a:prstGeom>
        </p:spPr>
      </p:pic>
    </p:spTree>
    <p:extLst>
      <p:ext uri="{BB962C8B-B14F-4D97-AF65-F5344CB8AC3E}">
        <p14:creationId xmlns:p14="http://schemas.microsoft.com/office/powerpoint/2010/main" val="67871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E199-A566-C6F5-6E15-359BD6E95347}"/>
              </a:ext>
            </a:extLst>
          </p:cNvPr>
          <p:cNvSpPr>
            <a:spLocks noGrp="1"/>
          </p:cNvSpPr>
          <p:nvPr>
            <p:ph type="title"/>
          </p:nvPr>
        </p:nvSpPr>
        <p:spPr/>
        <p:txBody>
          <a:bodyPr>
            <a:normAutofit/>
          </a:bodyPr>
          <a:lstStyle/>
          <a:p>
            <a:r>
              <a:rPr lang="en-US" dirty="0"/>
              <a:t>Evaluating the Model</a:t>
            </a:r>
          </a:p>
        </p:txBody>
      </p:sp>
      <p:sp>
        <p:nvSpPr>
          <p:cNvPr id="3" name="Content Placeholder 2">
            <a:extLst>
              <a:ext uri="{FF2B5EF4-FFF2-40B4-BE49-F238E27FC236}">
                <a16:creationId xmlns:a16="http://schemas.microsoft.com/office/drawing/2014/main" id="{F31301F3-B8D6-9A02-5044-7C1ECF06C6E1}"/>
              </a:ext>
            </a:extLst>
          </p:cNvPr>
          <p:cNvSpPr>
            <a:spLocks noGrp="1"/>
          </p:cNvSpPr>
          <p:nvPr>
            <p:ph idx="1"/>
          </p:nvPr>
        </p:nvSpPr>
        <p:spPr>
          <a:xfrm>
            <a:off x="838200" y="1706007"/>
            <a:ext cx="10776626" cy="4991039"/>
          </a:xfrm>
        </p:spPr>
        <p:txBody>
          <a:bodyPr/>
          <a:lstStyle/>
          <a:p>
            <a:r>
              <a:rPr lang="en-US" dirty="0"/>
              <a:t>R-squared (The Goodness of Fit): Proportion of variance in the dependent variable that is predictable from the independent variables.</a:t>
            </a:r>
          </a:p>
          <a:p>
            <a:r>
              <a:rPr lang="en-US" dirty="0"/>
              <a:t>Adjusted R-squared: Modified version of R-squared adjusted for the number of predictors.</a:t>
            </a:r>
          </a:p>
          <a:p>
            <a:r>
              <a:rPr lang="en-US" dirty="0"/>
              <a:t>F-Statistic: Tests whether at least one predictor variable has a non-zero coefficient.</a:t>
            </a:r>
          </a:p>
          <a:p>
            <a:r>
              <a:rPr lang="en-US" dirty="0"/>
              <a:t>t-Tests on Coefficients: Each beta coefficient has an associated t-test to determine if the variable is statistically significant.</a:t>
            </a:r>
          </a:p>
        </p:txBody>
      </p:sp>
    </p:spTree>
    <p:extLst>
      <p:ext uri="{BB962C8B-B14F-4D97-AF65-F5344CB8AC3E}">
        <p14:creationId xmlns:p14="http://schemas.microsoft.com/office/powerpoint/2010/main" val="2856814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4417A-B16D-2379-77FA-747C8831F806}"/>
              </a:ext>
            </a:extLst>
          </p:cNvPr>
          <p:cNvSpPr>
            <a:spLocks noGrp="1"/>
          </p:cNvSpPr>
          <p:nvPr>
            <p:ph type="title"/>
          </p:nvPr>
        </p:nvSpPr>
        <p:spPr/>
        <p:txBody>
          <a:bodyPr/>
          <a:lstStyle/>
          <a:p>
            <a:r>
              <a:rPr lang="en-US" dirty="0"/>
              <a:t>Linear Regression Example</a:t>
            </a:r>
          </a:p>
        </p:txBody>
      </p:sp>
      <p:sp>
        <p:nvSpPr>
          <p:cNvPr id="3" name="Content Placeholder 2">
            <a:extLst>
              <a:ext uri="{FF2B5EF4-FFF2-40B4-BE49-F238E27FC236}">
                <a16:creationId xmlns:a16="http://schemas.microsoft.com/office/drawing/2014/main" id="{E88ABCC0-74F9-FC39-07D3-08B330832EDD}"/>
              </a:ext>
            </a:extLst>
          </p:cNvPr>
          <p:cNvSpPr>
            <a:spLocks noGrp="1"/>
          </p:cNvSpPr>
          <p:nvPr>
            <p:ph idx="1"/>
          </p:nvPr>
        </p:nvSpPr>
        <p:spPr/>
        <p:txBody>
          <a:bodyPr>
            <a:normAutofit/>
          </a:bodyPr>
          <a:lstStyle/>
          <a:p>
            <a:r>
              <a:rPr lang="en-US" dirty="0"/>
              <a:t>Scenario: A real estate company wants to predict the selling price of houses based on various features.</a:t>
            </a:r>
          </a:p>
          <a:p>
            <a:r>
              <a:rPr lang="en-US" dirty="0"/>
              <a:t>Variables:</a:t>
            </a:r>
          </a:p>
          <a:p>
            <a:pPr lvl="1"/>
            <a:r>
              <a:rPr lang="en-US" sz="2400" dirty="0"/>
              <a:t>Price: Selling price of the house (in thousands of dollars).</a:t>
            </a:r>
          </a:p>
          <a:p>
            <a:pPr lvl="1"/>
            <a:r>
              <a:rPr lang="en-US" sz="2400" dirty="0"/>
              <a:t>Size: Size of the house in square feet.</a:t>
            </a:r>
          </a:p>
          <a:p>
            <a:pPr lvl="1"/>
            <a:r>
              <a:rPr lang="en-US" sz="2400" dirty="0"/>
              <a:t>Bedrooms: Number of bedrooms.</a:t>
            </a:r>
          </a:p>
          <a:p>
            <a:pPr lvl="1"/>
            <a:r>
              <a:rPr lang="en-US" sz="2400" dirty="0"/>
              <a:t>Age: Age of the house in years.</a:t>
            </a:r>
          </a:p>
          <a:p>
            <a:pPr lvl="1"/>
            <a:r>
              <a:rPr lang="en-US" sz="2400" dirty="0"/>
              <a:t>Location: Categorical variable indicating the neighborhood quality (1 = Low, 2 = Medium, 3 = High).</a:t>
            </a:r>
          </a:p>
        </p:txBody>
      </p:sp>
    </p:spTree>
    <p:extLst>
      <p:ext uri="{BB962C8B-B14F-4D97-AF65-F5344CB8AC3E}">
        <p14:creationId xmlns:p14="http://schemas.microsoft.com/office/powerpoint/2010/main" val="1577854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833F5-5783-D759-5EEB-F016F567D3FA}"/>
              </a:ext>
            </a:extLst>
          </p:cNvPr>
          <p:cNvSpPr>
            <a:spLocks noGrp="1"/>
          </p:cNvSpPr>
          <p:nvPr>
            <p:ph type="title"/>
          </p:nvPr>
        </p:nvSpPr>
        <p:spPr/>
        <p:txBody>
          <a:bodyPr/>
          <a:lstStyle/>
          <a:p>
            <a:r>
              <a:rPr lang="en-US" dirty="0"/>
              <a:t>Simple Linear Regression</a:t>
            </a:r>
          </a:p>
        </p:txBody>
      </p:sp>
      <p:pic>
        <p:nvPicPr>
          <p:cNvPr id="6" name="Content Placeholder 5">
            <a:extLst>
              <a:ext uri="{FF2B5EF4-FFF2-40B4-BE49-F238E27FC236}">
                <a16:creationId xmlns:a16="http://schemas.microsoft.com/office/drawing/2014/main" id="{02B96FB8-353D-0B5A-16B0-2E4465662492}"/>
              </a:ext>
            </a:extLst>
          </p:cNvPr>
          <p:cNvPicPr>
            <a:picLocks noGrp="1" noChangeAspect="1"/>
          </p:cNvPicPr>
          <p:nvPr>
            <p:ph idx="1"/>
          </p:nvPr>
        </p:nvPicPr>
        <p:blipFill>
          <a:blip r:embed="rId2"/>
          <a:stretch>
            <a:fillRect/>
          </a:stretch>
        </p:blipFill>
        <p:spPr>
          <a:xfrm>
            <a:off x="6153295" y="1697848"/>
            <a:ext cx="5579336" cy="3462303"/>
          </a:xfrm>
        </p:spPr>
      </p:pic>
      <p:pic>
        <p:nvPicPr>
          <p:cNvPr id="8" name="Picture 7">
            <a:extLst>
              <a:ext uri="{FF2B5EF4-FFF2-40B4-BE49-F238E27FC236}">
                <a16:creationId xmlns:a16="http://schemas.microsoft.com/office/drawing/2014/main" id="{43A5B03B-566B-1049-9EB4-659AB3064396}"/>
              </a:ext>
            </a:extLst>
          </p:cNvPr>
          <p:cNvPicPr>
            <a:picLocks noChangeAspect="1"/>
          </p:cNvPicPr>
          <p:nvPr/>
        </p:nvPicPr>
        <p:blipFill>
          <a:blip r:embed="rId3"/>
          <a:stretch>
            <a:fillRect/>
          </a:stretch>
        </p:blipFill>
        <p:spPr>
          <a:xfrm>
            <a:off x="1397569" y="1796690"/>
            <a:ext cx="4577408" cy="2380252"/>
          </a:xfrm>
          <a:prstGeom prst="rect">
            <a:avLst/>
          </a:prstGeom>
        </p:spPr>
      </p:pic>
      <p:pic>
        <p:nvPicPr>
          <p:cNvPr id="10" name="Picture 9">
            <a:extLst>
              <a:ext uri="{FF2B5EF4-FFF2-40B4-BE49-F238E27FC236}">
                <a16:creationId xmlns:a16="http://schemas.microsoft.com/office/drawing/2014/main" id="{BD538549-DF9F-6893-2CA6-56B35F7E672E}"/>
              </a:ext>
            </a:extLst>
          </p:cNvPr>
          <p:cNvPicPr>
            <a:picLocks noChangeAspect="1"/>
          </p:cNvPicPr>
          <p:nvPr/>
        </p:nvPicPr>
        <p:blipFill>
          <a:blip r:embed="rId4"/>
          <a:stretch>
            <a:fillRect/>
          </a:stretch>
        </p:blipFill>
        <p:spPr>
          <a:xfrm>
            <a:off x="220000" y="2696863"/>
            <a:ext cx="2445930" cy="1063628"/>
          </a:xfrm>
          <a:prstGeom prst="rect">
            <a:avLst/>
          </a:prstGeom>
        </p:spPr>
      </p:pic>
      <p:sp>
        <p:nvSpPr>
          <p:cNvPr id="11" name="Oval 10">
            <a:extLst>
              <a:ext uri="{FF2B5EF4-FFF2-40B4-BE49-F238E27FC236}">
                <a16:creationId xmlns:a16="http://schemas.microsoft.com/office/drawing/2014/main" id="{B0D273FC-0F65-38F5-08F4-75225F33EEE2}"/>
              </a:ext>
            </a:extLst>
          </p:cNvPr>
          <p:cNvSpPr/>
          <p:nvPr/>
        </p:nvSpPr>
        <p:spPr>
          <a:xfrm>
            <a:off x="397212" y="24154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a:extLst>
              <a:ext uri="{FF2B5EF4-FFF2-40B4-BE49-F238E27FC236}">
                <a16:creationId xmlns:a16="http://schemas.microsoft.com/office/drawing/2014/main" id="{870E7D74-887F-F73C-11A8-2E271DE0F1BA}"/>
              </a:ext>
            </a:extLst>
          </p:cNvPr>
          <p:cNvSpPr/>
          <p:nvPr/>
        </p:nvSpPr>
        <p:spPr>
          <a:xfrm>
            <a:off x="3336077" y="1545731"/>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 name="Oval 12">
            <a:extLst>
              <a:ext uri="{FF2B5EF4-FFF2-40B4-BE49-F238E27FC236}">
                <a16:creationId xmlns:a16="http://schemas.microsoft.com/office/drawing/2014/main" id="{0395725F-B24D-01E2-36C7-D06E558DADD1}"/>
              </a:ext>
            </a:extLst>
          </p:cNvPr>
          <p:cNvSpPr/>
          <p:nvPr/>
        </p:nvSpPr>
        <p:spPr>
          <a:xfrm>
            <a:off x="8151947" y="1796690"/>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graphicFrame>
        <p:nvGraphicFramePr>
          <p:cNvPr id="4" name="Content Placeholder 4">
            <a:extLst>
              <a:ext uri="{FF2B5EF4-FFF2-40B4-BE49-F238E27FC236}">
                <a16:creationId xmlns:a16="http://schemas.microsoft.com/office/drawing/2014/main" id="{45011BA2-BF3F-C061-20E1-CFC220F1C215}"/>
              </a:ext>
            </a:extLst>
          </p:cNvPr>
          <p:cNvGraphicFramePr>
            <a:graphicFrameLocks/>
          </p:cNvGraphicFramePr>
          <p:nvPr/>
        </p:nvGraphicFramePr>
        <p:xfrm>
          <a:off x="838200" y="4165615"/>
          <a:ext cx="1688397" cy="2659269"/>
        </p:xfrm>
        <a:graphic>
          <a:graphicData uri="http://schemas.openxmlformats.org/drawingml/2006/table">
            <a:tbl>
              <a:tblPr>
                <a:tableStyleId>{9D7B26C5-4107-4FEC-AEDC-1716B250A1EF}</a:tableStyleId>
              </a:tblPr>
              <a:tblGrid>
                <a:gridCol w="562799">
                  <a:extLst>
                    <a:ext uri="{9D8B030D-6E8A-4147-A177-3AD203B41FA5}">
                      <a16:colId xmlns:a16="http://schemas.microsoft.com/office/drawing/2014/main" val="4172013347"/>
                    </a:ext>
                  </a:extLst>
                </a:gridCol>
                <a:gridCol w="562799">
                  <a:extLst>
                    <a:ext uri="{9D8B030D-6E8A-4147-A177-3AD203B41FA5}">
                      <a16:colId xmlns:a16="http://schemas.microsoft.com/office/drawing/2014/main" val="3111668487"/>
                    </a:ext>
                  </a:extLst>
                </a:gridCol>
                <a:gridCol w="562799">
                  <a:extLst>
                    <a:ext uri="{9D8B030D-6E8A-4147-A177-3AD203B41FA5}">
                      <a16:colId xmlns:a16="http://schemas.microsoft.com/office/drawing/2014/main" val="2289219695"/>
                    </a:ext>
                  </a:extLst>
                </a:gridCol>
              </a:tblGrid>
              <a:tr h="373269">
                <a:tc>
                  <a:txBody>
                    <a:bodyPr/>
                    <a:lstStyle/>
                    <a:p>
                      <a:pPr fontAlgn="b"/>
                      <a:r>
                        <a:rPr lang="en-US" sz="900" b="1">
                          <a:effectLst/>
                        </a:rPr>
                        <a:t>House ID</a:t>
                      </a:r>
                    </a:p>
                  </a:txBody>
                  <a:tcPr anchor="b"/>
                </a:tc>
                <a:tc>
                  <a:txBody>
                    <a:bodyPr/>
                    <a:lstStyle/>
                    <a:p>
                      <a:pPr fontAlgn="b"/>
                      <a:r>
                        <a:rPr lang="en-US" sz="900" b="1">
                          <a:effectLst/>
                        </a:rPr>
                        <a:t>Price</a:t>
                      </a:r>
                    </a:p>
                  </a:txBody>
                  <a:tcPr anchor="b"/>
                </a:tc>
                <a:tc>
                  <a:txBody>
                    <a:bodyPr/>
                    <a:lstStyle/>
                    <a:p>
                      <a:pPr fontAlgn="b"/>
                      <a:r>
                        <a:rPr lang="en-US" sz="900" b="1" dirty="0">
                          <a:effectLst/>
                        </a:rPr>
                        <a:t>Size</a:t>
                      </a:r>
                    </a:p>
                  </a:txBody>
                  <a:tcPr anchor="b"/>
                </a:tc>
                <a:extLst>
                  <a:ext uri="{0D108BD9-81ED-4DB2-BD59-A6C34878D82A}">
                    <a16:rowId xmlns:a16="http://schemas.microsoft.com/office/drawing/2014/main" val="198410472"/>
                  </a:ext>
                </a:extLst>
              </a:tr>
              <a:tr h="228109">
                <a:tc>
                  <a:txBody>
                    <a:bodyPr/>
                    <a:lstStyle/>
                    <a:p>
                      <a:pPr fontAlgn="base"/>
                      <a:r>
                        <a:rPr lang="en-US" sz="900">
                          <a:effectLst/>
                        </a:rPr>
                        <a:t>1</a:t>
                      </a:r>
                    </a:p>
                  </a:txBody>
                  <a:tcPr anchor="ctr"/>
                </a:tc>
                <a:tc>
                  <a:txBody>
                    <a:bodyPr/>
                    <a:lstStyle/>
                    <a:p>
                      <a:pPr fontAlgn="base"/>
                      <a:r>
                        <a:rPr lang="en-US" sz="900">
                          <a:effectLst/>
                        </a:rPr>
                        <a:t>250</a:t>
                      </a:r>
                    </a:p>
                  </a:txBody>
                  <a:tcPr anchor="ctr"/>
                </a:tc>
                <a:tc>
                  <a:txBody>
                    <a:bodyPr/>
                    <a:lstStyle/>
                    <a:p>
                      <a:pPr fontAlgn="base"/>
                      <a:r>
                        <a:rPr lang="en-US" sz="900">
                          <a:effectLst/>
                        </a:rPr>
                        <a:t>1500</a:t>
                      </a:r>
                    </a:p>
                  </a:txBody>
                  <a:tcPr anchor="ctr"/>
                </a:tc>
                <a:extLst>
                  <a:ext uri="{0D108BD9-81ED-4DB2-BD59-A6C34878D82A}">
                    <a16:rowId xmlns:a16="http://schemas.microsoft.com/office/drawing/2014/main" val="1992996677"/>
                  </a:ext>
                </a:extLst>
              </a:tr>
              <a:tr h="228109">
                <a:tc>
                  <a:txBody>
                    <a:bodyPr/>
                    <a:lstStyle/>
                    <a:p>
                      <a:pPr fontAlgn="base"/>
                      <a:r>
                        <a:rPr lang="en-US" sz="900">
                          <a:effectLst/>
                        </a:rPr>
                        <a:t>2</a:t>
                      </a:r>
                    </a:p>
                  </a:txBody>
                  <a:tcPr anchor="ctr"/>
                </a:tc>
                <a:tc>
                  <a:txBody>
                    <a:bodyPr/>
                    <a:lstStyle/>
                    <a:p>
                      <a:pPr fontAlgn="base"/>
                      <a:r>
                        <a:rPr lang="en-US" sz="900">
                          <a:effectLst/>
                        </a:rPr>
                        <a:t>315</a:t>
                      </a:r>
                    </a:p>
                  </a:txBody>
                  <a:tcPr anchor="ctr"/>
                </a:tc>
                <a:tc>
                  <a:txBody>
                    <a:bodyPr/>
                    <a:lstStyle/>
                    <a:p>
                      <a:pPr fontAlgn="base"/>
                      <a:r>
                        <a:rPr lang="en-US" sz="900">
                          <a:effectLst/>
                        </a:rPr>
                        <a:t>1800</a:t>
                      </a:r>
                    </a:p>
                  </a:txBody>
                  <a:tcPr anchor="ctr"/>
                </a:tc>
                <a:extLst>
                  <a:ext uri="{0D108BD9-81ED-4DB2-BD59-A6C34878D82A}">
                    <a16:rowId xmlns:a16="http://schemas.microsoft.com/office/drawing/2014/main" val="2538809714"/>
                  </a:ext>
                </a:extLst>
              </a:tr>
              <a:tr h="228109">
                <a:tc>
                  <a:txBody>
                    <a:bodyPr/>
                    <a:lstStyle/>
                    <a:p>
                      <a:pPr fontAlgn="base"/>
                      <a:r>
                        <a:rPr lang="en-US" sz="900">
                          <a:effectLst/>
                        </a:rPr>
                        <a:t>3</a:t>
                      </a:r>
                    </a:p>
                  </a:txBody>
                  <a:tcPr anchor="ctr"/>
                </a:tc>
                <a:tc>
                  <a:txBody>
                    <a:bodyPr/>
                    <a:lstStyle/>
                    <a:p>
                      <a:pPr fontAlgn="base"/>
                      <a:r>
                        <a:rPr lang="en-US" sz="900">
                          <a:effectLst/>
                        </a:rPr>
                        <a:t>270</a:t>
                      </a:r>
                    </a:p>
                  </a:txBody>
                  <a:tcPr anchor="ctr"/>
                </a:tc>
                <a:tc>
                  <a:txBody>
                    <a:bodyPr/>
                    <a:lstStyle/>
                    <a:p>
                      <a:pPr fontAlgn="base"/>
                      <a:r>
                        <a:rPr lang="en-US" sz="900">
                          <a:effectLst/>
                        </a:rPr>
                        <a:t>1650</a:t>
                      </a:r>
                    </a:p>
                  </a:txBody>
                  <a:tcPr anchor="ctr"/>
                </a:tc>
                <a:extLst>
                  <a:ext uri="{0D108BD9-81ED-4DB2-BD59-A6C34878D82A}">
                    <a16:rowId xmlns:a16="http://schemas.microsoft.com/office/drawing/2014/main" val="2144198663"/>
                  </a:ext>
                </a:extLst>
              </a:tr>
              <a:tr h="228109">
                <a:tc>
                  <a:txBody>
                    <a:bodyPr/>
                    <a:lstStyle/>
                    <a:p>
                      <a:pPr fontAlgn="base"/>
                      <a:r>
                        <a:rPr lang="en-US" sz="900">
                          <a:effectLst/>
                        </a:rPr>
                        <a:t>4</a:t>
                      </a:r>
                    </a:p>
                  </a:txBody>
                  <a:tcPr anchor="ctr"/>
                </a:tc>
                <a:tc>
                  <a:txBody>
                    <a:bodyPr/>
                    <a:lstStyle/>
                    <a:p>
                      <a:pPr fontAlgn="base"/>
                      <a:r>
                        <a:rPr lang="en-US" sz="900">
                          <a:effectLst/>
                        </a:rPr>
                        <a:t>230</a:t>
                      </a:r>
                    </a:p>
                  </a:txBody>
                  <a:tcPr anchor="ctr"/>
                </a:tc>
                <a:tc>
                  <a:txBody>
                    <a:bodyPr/>
                    <a:lstStyle/>
                    <a:p>
                      <a:pPr fontAlgn="base"/>
                      <a:r>
                        <a:rPr lang="en-US" sz="900">
                          <a:effectLst/>
                        </a:rPr>
                        <a:t>1400</a:t>
                      </a:r>
                    </a:p>
                  </a:txBody>
                  <a:tcPr anchor="ctr"/>
                </a:tc>
                <a:extLst>
                  <a:ext uri="{0D108BD9-81ED-4DB2-BD59-A6C34878D82A}">
                    <a16:rowId xmlns:a16="http://schemas.microsoft.com/office/drawing/2014/main" val="1597437266"/>
                  </a:ext>
                </a:extLst>
              </a:tr>
              <a:tr h="228109">
                <a:tc>
                  <a:txBody>
                    <a:bodyPr/>
                    <a:lstStyle/>
                    <a:p>
                      <a:pPr fontAlgn="base"/>
                      <a:r>
                        <a:rPr lang="en-US" sz="900" dirty="0">
                          <a:effectLst/>
                        </a:rPr>
                        <a:t>5</a:t>
                      </a:r>
                    </a:p>
                  </a:txBody>
                  <a:tcPr anchor="ctr"/>
                </a:tc>
                <a:tc>
                  <a:txBody>
                    <a:bodyPr/>
                    <a:lstStyle/>
                    <a:p>
                      <a:pPr fontAlgn="base"/>
                      <a:r>
                        <a:rPr lang="en-US" sz="900">
                          <a:effectLst/>
                        </a:rPr>
                        <a:t>450</a:t>
                      </a:r>
                    </a:p>
                  </a:txBody>
                  <a:tcPr anchor="ctr"/>
                </a:tc>
                <a:tc>
                  <a:txBody>
                    <a:bodyPr/>
                    <a:lstStyle/>
                    <a:p>
                      <a:pPr fontAlgn="base"/>
                      <a:r>
                        <a:rPr lang="en-US" sz="900">
                          <a:effectLst/>
                        </a:rPr>
                        <a:t>2000</a:t>
                      </a:r>
                    </a:p>
                  </a:txBody>
                  <a:tcPr anchor="ctr"/>
                </a:tc>
                <a:extLst>
                  <a:ext uri="{0D108BD9-81ED-4DB2-BD59-A6C34878D82A}">
                    <a16:rowId xmlns:a16="http://schemas.microsoft.com/office/drawing/2014/main" val="2968513095"/>
                  </a:ext>
                </a:extLst>
              </a:tr>
              <a:tr h="228109">
                <a:tc>
                  <a:txBody>
                    <a:bodyPr/>
                    <a:lstStyle/>
                    <a:p>
                      <a:pPr fontAlgn="base"/>
                      <a:r>
                        <a:rPr lang="en-US" sz="900">
                          <a:effectLst/>
                        </a:rPr>
                        <a:t>6</a:t>
                      </a:r>
                    </a:p>
                  </a:txBody>
                  <a:tcPr anchor="ctr"/>
                </a:tc>
                <a:tc>
                  <a:txBody>
                    <a:bodyPr/>
                    <a:lstStyle/>
                    <a:p>
                      <a:pPr fontAlgn="base"/>
                      <a:r>
                        <a:rPr lang="en-US" sz="900">
                          <a:effectLst/>
                        </a:rPr>
                        <a:t>190</a:t>
                      </a:r>
                    </a:p>
                  </a:txBody>
                  <a:tcPr anchor="ctr"/>
                </a:tc>
                <a:tc>
                  <a:txBody>
                    <a:bodyPr/>
                    <a:lstStyle/>
                    <a:p>
                      <a:pPr fontAlgn="base"/>
                      <a:r>
                        <a:rPr lang="en-US" sz="900">
                          <a:effectLst/>
                        </a:rPr>
                        <a:t>1300</a:t>
                      </a:r>
                    </a:p>
                  </a:txBody>
                  <a:tcPr anchor="ctr"/>
                </a:tc>
                <a:extLst>
                  <a:ext uri="{0D108BD9-81ED-4DB2-BD59-A6C34878D82A}">
                    <a16:rowId xmlns:a16="http://schemas.microsoft.com/office/drawing/2014/main" val="817031098"/>
                  </a:ext>
                </a:extLst>
              </a:tr>
              <a:tr h="228109">
                <a:tc>
                  <a:txBody>
                    <a:bodyPr/>
                    <a:lstStyle/>
                    <a:p>
                      <a:pPr fontAlgn="base"/>
                      <a:r>
                        <a:rPr lang="en-US" sz="900">
                          <a:effectLst/>
                        </a:rPr>
                        <a:t>7</a:t>
                      </a:r>
                    </a:p>
                  </a:txBody>
                  <a:tcPr anchor="ctr"/>
                </a:tc>
                <a:tc>
                  <a:txBody>
                    <a:bodyPr/>
                    <a:lstStyle/>
                    <a:p>
                      <a:pPr fontAlgn="base"/>
                      <a:r>
                        <a:rPr lang="en-US" sz="900">
                          <a:effectLst/>
                        </a:rPr>
                        <a:t>350</a:t>
                      </a:r>
                    </a:p>
                  </a:txBody>
                  <a:tcPr anchor="ctr"/>
                </a:tc>
                <a:tc>
                  <a:txBody>
                    <a:bodyPr/>
                    <a:lstStyle/>
                    <a:p>
                      <a:pPr fontAlgn="base"/>
                      <a:r>
                        <a:rPr lang="en-US" sz="900">
                          <a:effectLst/>
                        </a:rPr>
                        <a:t>1850</a:t>
                      </a:r>
                    </a:p>
                  </a:txBody>
                  <a:tcPr anchor="ctr"/>
                </a:tc>
                <a:extLst>
                  <a:ext uri="{0D108BD9-81ED-4DB2-BD59-A6C34878D82A}">
                    <a16:rowId xmlns:a16="http://schemas.microsoft.com/office/drawing/2014/main" val="3964781420"/>
                  </a:ext>
                </a:extLst>
              </a:tr>
              <a:tr h="228109">
                <a:tc>
                  <a:txBody>
                    <a:bodyPr/>
                    <a:lstStyle/>
                    <a:p>
                      <a:pPr fontAlgn="base"/>
                      <a:r>
                        <a:rPr lang="en-US" sz="900">
                          <a:effectLst/>
                        </a:rPr>
                        <a:t>8</a:t>
                      </a:r>
                    </a:p>
                  </a:txBody>
                  <a:tcPr anchor="ctr"/>
                </a:tc>
                <a:tc>
                  <a:txBody>
                    <a:bodyPr/>
                    <a:lstStyle/>
                    <a:p>
                      <a:pPr fontAlgn="base"/>
                      <a:r>
                        <a:rPr lang="en-US" sz="900">
                          <a:effectLst/>
                        </a:rPr>
                        <a:t>300</a:t>
                      </a:r>
                    </a:p>
                  </a:txBody>
                  <a:tcPr anchor="ctr"/>
                </a:tc>
                <a:tc>
                  <a:txBody>
                    <a:bodyPr/>
                    <a:lstStyle/>
                    <a:p>
                      <a:pPr fontAlgn="base"/>
                      <a:r>
                        <a:rPr lang="en-US" sz="900">
                          <a:effectLst/>
                        </a:rPr>
                        <a:t>1600</a:t>
                      </a:r>
                    </a:p>
                  </a:txBody>
                  <a:tcPr anchor="ctr"/>
                </a:tc>
                <a:extLst>
                  <a:ext uri="{0D108BD9-81ED-4DB2-BD59-A6C34878D82A}">
                    <a16:rowId xmlns:a16="http://schemas.microsoft.com/office/drawing/2014/main" val="1673048863"/>
                  </a:ext>
                </a:extLst>
              </a:tr>
              <a:tr h="228109">
                <a:tc>
                  <a:txBody>
                    <a:bodyPr/>
                    <a:lstStyle/>
                    <a:p>
                      <a:pPr fontAlgn="base"/>
                      <a:r>
                        <a:rPr lang="en-US" sz="900">
                          <a:effectLst/>
                        </a:rPr>
                        <a:t>9</a:t>
                      </a:r>
                    </a:p>
                  </a:txBody>
                  <a:tcPr anchor="ctr"/>
                </a:tc>
                <a:tc>
                  <a:txBody>
                    <a:bodyPr/>
                    <a:lstStyle/>
                    <a:p>
                      <a:pPr fontAlgn="base"/>
                      <a:r>
                        <a:rPr lang="en-US" sz="900">
                          <a:effectLst/>
                        </a:rPr>
                        <a:t>280</a:t>
                      </a:r>
                    </a:p>
                  </a:txBody>
                  <a:tcPr anchor="ctr"/>
                </a:tc>
                <a:tc>
                  <a:txBody>
                    <a:bodyPr/>
                    <a:lstStyle/>
                    <a:p>
                      <a:pPr fontAlgn="base"/>
                      <a:r>
                        <a:rPr lang="en-US" sz="900">
                          <a:effectLst/>
                        </a:rPr>
                        <a:t>1500</a:t>
                      </a:r>
                    </a:p>
                  </a:txBody>
                  <a:tcPr anchor="ctr"/>
                </a:tc>
                <a:extLst>
                  <a:ext uri="{0D108BD9-81ED-4DB2-BD59-A6C34878D82A}">
                    <a16:rowId xmlns:a16="http://schemas.microsoft.com/office/drawing/2014/main" val="1140464112"/>
                  </a:ext>
                </a:extLst>
              </a:tr>
              <a:tr h="228109">
                <a:tc>
                  <a:txBody>
                    <a:bodyPr/>
                    <a:lstStyle/>
                    <a:p>
                      <a:pPr fontAlgn="base"/>
                      <a:r>
                        <a:rPr lang="en-US" sz="900">
                          <a:effectLst/>
                        </a:rPr>
                        <a:t>10</a:t>
                      </a:r>
                    </a:p>
                  </a:txBody>
                  <a:tcPr anchor="ctr"/>
                </a:tc>
                <a:tc>
                  <a:txBody>
                    <a:bodyPr/>
                    <a:lstStyle/>
                    <a:p>
                      <a:pPr fontAlgn="base"/>
                      <a:r>
                        <a:rPr lang="en-US" sz="900">
                          <a:effectLst/>
                        </a:rPr>
                        <a:t>310</a:t>
                      </a:r>
                    </a:p>
                  </a:txBody>
                  <a:tcPr anchor="ctr"/>
                </a:tc>
                <a:tc>
                  <a:txBody>
                    <a:bodyPr/>
                    <a:lstStyle/>
                    <a:p>
                      <a:pPr fontAlgn="base"/>
                      <a:r>
                        <a:rPr lang="en-US" sz="900" dirty="0">
                          <a:effectLst/>
                        </a:rPr>
                        <a:t>1700</a:t>
                      </a:r>
                    </a:p>
                  </a:txBody>
                  <a:tcPr anchor="ctr"/>
                </a:tc>
                <a:extLst>
                  <a:ext uri="{0D108BD9-81ED-4DB2-BD59-A6C34878D82A}">
                    <a16:rowId xmlns:a16="http://schemas.microsoft.com/office/drawing/2014/main" val="3191958424"/>
                  </a:ext>
                </a:extLst>
              </a:tr>
            </a:tbl>
          </a:graphicData>
        </a:graphic>
      </p:graphicFrame>
    </p:spTree>
    <p:extLst>
      <p:ext uri="{BB962C8B-B14F-4D97-AF65-F5344CB8AC3E}">
        <p14:creationId xmlns:p14="http://schemas.microsoft.com/office/powerpoint/2010/main" val="4146654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A676E-AB7F-658B-0B80-69D7FC0870BD}"/>
              </a:ext>
            </a:extLst>
          </p:cNvPr>
          <p:cNvSpPr>
            <a:spLocks noGrp="1"/>
          </p:cNvSpPr>
          <p:nvPr>
            <p:ph type="title"/>
          </p:nvPr>
        </p:nvSpPr>
        <p:spPr/>
        <p:txBody>
          <a:bodyPr>
            <a:normAutofit/>
          </a:bodyPr>
          <a:lstStyle/>
          <a:p>
            <a:r>
              <a:rPr lang="en-US" dirty="0"/>
              <a:t>Regression Statistics</a:t>
            </a:r>
          </a:p>
        </p:txBody>
      </p:sp>
      <p:sp>
        <p:nvSpPr>
          <p:cNvPr id="3" name="Content Placeholder 2">
            <a:extLst>
              <a:ext uri="{FF2B5EF4-FFF2-40B4-BE49-F238E27FC236}">
                <a16:creationId xmlns:a16="http://schemas.microsoft.com/office/drawing/2014/main" id="{45AB6FB8-BB05-D23A-0B53-873D2E6C00ED}"/>
              </a:ext>
            </a:extLst>
          </p:cNvPr>
          <p:cNvSpPr>
            <a:spLocks noGrp="1"/>
          </p:cNvSpPr>
          <p:nvPr>
            <p:ph idx="1"/>
          </p:nvPr>
        </p:nvSpPr>
        <p:spPr/>
        <p:txBody>
          <a:bodyPr>
            <a:normAutofit fontScale="92500" lnSpcReduction="20000"/>
          </a:bodyPr>
          <a:lstStyle/>
          <a:p>
            <a:pPr>
              <a:buFont typeface="+mj-lt"/>
              <a:buAutoNum type="arabicPeriod"/>
            </a:pPr>
            <a:r>
              <a:rPr lang="en-US" b="1" dirty="0"/>
              <a:t>Multiple R (0.946288)</a:t>
            </a:r>
            <a:r>
              <a:rPr lang="en-US" dirty="0"/>
              <a:t>:</a:t>
            </a:r>
          </a:p>
          <a:p>
            <a:pPr lvl="1"/>
            <a:r>
              <a:rPr lang="en-US" dirty="0"/>
              <a:t>This is the </a:t>
            </a:r>
            <a:r>
              <a:rPr lang="en-US" b="1" dirty="0"/>
              <a:t>correlation coefficient</a:t>
            </a:r>
            <a:r>
              <a:rPr lang="en-US" dirty="0"/>
              <a:t>, showing the strength and direction of the linear relationship between the independent variable (Size) and the dependent variable (Price).</a:t>
            </a:r>
          </a:p>
          <a:p>
            <a:pPr lvl="1"/>
            <a:r>
              <a:rPr lang="en-US" dirty="0"/>
              <a:t>Value close to 1 or -1 indicates a strong linear relationship.</a:t>
            </a:r>
          </a:p>
          <a:p>
            <a:pPr>
              <a:buFont typeface="+mj-lt"/>
              <a:buAutoNum type="arabicPeriod"/>
            </a:pPr>
            <a:r>
              <a:rPr lang="en-US" b="1" dirty="0"/>
              <a:t>R Square (0.895461)</a:t>
            </a:r>
            <a:r>
              <a:rPr lang="en-US" dirty="0"/>
              <a:t>:</a:t>
            </a:r>
          </a:p>
          <a:p>
            <a:pPr lvl="1"/>
            <a:r>
              <a:rPr lang="en-US" dirty="0"/>
              <a:t>The </a:t>
            </a:r>
            <a:r>
              <a:rPr lang="en-US" b="1" dirty="0"/>
              <a:t>coefficient of determination</a:t>
            </a:r>
            <a:r>
              <a:rPr lang="en-US" dirty="0"/>
              <a:t>, indicating how much of the variation in the dependent variable (Price) is explained by the independent variable (Size).</a:t>
            </a:r>
          </a:p>
          <a:p>
            <a:pPr lvl="1"/>
            <a:r>
              <a:rPr lang="en-US" dirty="0"/>
              <a:t>In this case, ~89.55% of the variance in price is explained by size.</a:t>
            </a:r>
          </a:p>
          <a:p>
            <a:pPr>
              <a:buFont typeface="+mj-lt"/>
              <a:buAutoNum type="arabicPeriod"/>
            </a:pPr>
            <a:r>
              <a:rPr lang="en-US" b="1" dirty="0"/>
              <a:t>Adjusted R Square (0.882394)</a:t>
            </a:r>
            <a:r>
              <a:rPr lang="en-US" dirty="0"/>
              <a:t>:</a:t>
            </a:r>
          </a:p>
          <a:p>
            <a:pPr lvl="1"/>
            <a:r>
              <a:rPr lang="en-US" dirty="0"/>
              <a:t>Adjusted for the number of predictors in the model.</a:t>
            </a:r>
          </a:p>
          <a:p>
            <a:pPr lvl="1"/>
            <a:r>
              <a:rPr lang="en-US" dirty="0"/>
              <a:t>Useful when comparing models with different numbers of predictors; penalizes for adding non-significant predictors.</a:t>
            </a:r>
          </a:p>
          <a:p>
            <a:pPr>
              <a:buFont typeface="+mj-lt"/>
              <a:buAutoNum type="arabicPeriod"/>
            </a:pPr>
            <a:r>
              <a:rPr lang="en-US" b="1" dirty="0"/>
              <a:t>Standard Error (24.46997)</a:t>
            </a:r>
            <a:r>
              <a:rPr lang="en-US" dirty="0"/>
              <a:t>:</a:t>
            </a:r>
          </a:p>
          <a:p>
            <a:pPr lvl="1"/>
            <a:r>
              <a:rPr lang="en-US" dirty="0"/>
              <a:t>The </a:t>
            </a:r>
            <a:r>
              <a:rPr lang="en-US" b="1" dirty="0"/>
              <a:t>standard deviation of the residuals</a:t>
            </a:r>
            <a:r>
              <a:rPr lang="en-US" dirty="0"/>
              <a:t>. Smaller values indicate better model fit, as residuals are closer to zero.</a:t>
            </a:r>
          </a:p>
          <a:p>
            <a:pPr>
              <a:buFont typeface="+mj-lt"/>
              <a:buAutoNum type="arabicPeriod"/>
            </a:pPr>
            <a:r>
              <a:rPr lang="en-US" b="1" dirty="0"/>
              <a:t>Observations (10)</a:t>
            </a:r>
            <a:r>
              <a:rPr lang="en-US" dirty="0"/>
              <a:t>:</a:t>
            </a:r>
          </a:p>
          <a:p>
            <a:pPr lvl="1"/>
            <a:r>
              <a:rPr lang="en-US" dirty="0"/>
              <a:t>The number of data points used in the regression analysis.</a:t>
            </a:r>
          </a:p>
          <a:p>
            <a:endParaRPr lang="en-US" dirty="0"/>
          </a:p>
        </p:txBody>
      </p:sp>
    </p:spTree>
    <p:extLst>
      <p:ext uri="{BB962C8B-B14F-4D97-AF65-F5344CB8AC3E}">
        <p14:creationId xmlns:p14="http://schemas.microsoft.com/office/powerpoint/2010/main" val="1096386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62E7-9DD3-39B6-F89B-049227CF3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E8EB1-B8AF-38C9-45A2-E884124D2358}"/>
              </a:ext>
            </a:extLst>
          </p:cNvPr>
          <p:cNvSpPr>
            <a:spLocks noGrp="1"/>
          </p:cNvSpPr>
          <p:nvPr>
            <p:ph type="title"/>
          </p:nvPr>
        </p:nvSpPr>
        <p:spPr/>
        <p:txBody>
          <a:bodyPr>
            <a:normAutofit/>
          </a:bodyPr>
          <a:lstStyle/>
          <a:p>
            <a:r>
              <a:rPr lang="en-US" dirty="0"/>
              <a:t>ANOVA (Analysis of Variance):</a:t>
            </a:r>
          </a:p>
        </p:txBody>
      </p:sp>
      <p:sp>
        <p:nvSpPr>
          <p:cNvPr id="3" name="Content Placeholder 2">
            <a:extLst>
              <a:ext uri="{FF2B5EF4-FFF2-40B4-BE49-F238E27FC236}">
                <a16:creationId xmlns:a16="http://schemas.microsoft.com/office/drawing/2014/main" id="{DC3791AF-CCDA-A622-4609-138A92B217B4}"/>
              </a:ext>
            </a:extLst>
          </p:cNvPr>
          <p:cNvSpPr>
            <a:spLocks noGrp="1"/>
          </p:cNvSpPr>
          <p:nvPr>
            <p:ph idx="1"/>
          </p:nvPr>
        </p:nvSpPr>
        <p:spPr/>
        <p:txBody>
          <a:bodyPr>
            <a:normAutofit fontScale="85000" lnSpcReduction="20000"/>
          </a:bodyPr>
          <a:lstStyle/>
          <a:p>
            <a:pPr marL="0" indent="0">
              <a:buNone/>
            </a:pPr>
            <a:r>
              <a:rPr lang="en-US" dirty="0"/>
              <a:t>The ANOVA table tests whether the regression model as a whole is statistically significant.</a:t>
            </a:r>
          </a:p>
          <a:p>
            <a:pPr>
              <a:buFont typeface="+mj-lt"/>
              <a:buAutoNum type="arabicPeriod"/>
            </a:pPr>
            <a:r>
              <a:rPr lang="en-US" b="1" dirty="0" err="1"/>
              <a:t>df</a:t>
            </a:r>
            <a:r>
              <a:rPr lang="en-US" b="1" dirty="0"/>
              <a:t> (Degrees of Freedom)</a:t>
            </a:r>
            <a:r>
              <a:rPr lang="en-US" dirty="0"/>
              <a:t>:</a:t>
            </a:r>
          </a:p>
          <a:p>
            <a:pPr lvl="1"/>
            <a:r>
              <a:rPr lang="en-US" dirty="0"/>
              <a:t>Regression: Number of predictors (1) + Intercept (0) = 1.</a:t>
            </a:r>
          </a:p>
          <a:p>
            <a:pPr lvl="1"/>
            <a:r>
              <a:rPr lang="en-US" dirty="0"/>
              <a:t>Residual: Total observations (10) - Number of predictors (1) - 1 = 8.</a:t>
            </a:r>
          </a:p>
          <a:p>
            <a:pPr lvl="1"/>
            <a:r>
              <a:rPr lang="en-US" dirty="0"/>
              <a:t>Total: n−1=9n - 1 = 9n−1=9.</a:t>
            </a:r>
          </a:p>
          <a:p>
            <a:pPr>
              <a:buFont typeface="+mj-lt"/>
              <a:buAutoNum type="arabicPeriod"/>
            </a:pPr>
            <a:r>
              <a:rPr lang="en-US" b="1" dirty="0"/>
              <a:t>SS (Sum of Squares)</a:t>
            </a:r>
            <a:r>
              <a:rPr lang="en-US" dirty="0"/>
              <a:t>:</a:t>
            </a:r>
          </a:p>
          <a:p>
            <a:pPr lvl="1"/>
            <a:r>
              <a:rPr lang="en-US" b="1" dirty="0"/>
              <a:t>Regression SS (41032.27)</a:t>
            </a:r>
            <a:r>
              <a:rPr lang="en-US" dirty="0"/>
              <a:t>: Variation in the dependent variable explained by the model.</a:t>
            </a:r>
          </a:p>
          <a:p>
            <a:pPr lvl="1"/>
            <a:r>
              <a:rPr lang="en-US" b="1" dirty="0"/>
              <a:t>Residual SS (4790.234)</a:t>
            </a:r>
            <a:r>
              <a:rPr lang="en-US" dirty="0"/>
              <a:t>: Variation not explained by the model (errors).</a:t>
            </a:r>
          </a:p>
          <a:p>
            <a:pPr lvl="1"/>
            <a:r>
              <a:rPr lang="en-US" b="1" dirty="0"/>
              <a:t>Total SS (45822.5)</a:t>
            </a:r>
            <a:r>
              <a:rPr lang="en-US" dirty="0"/>
              <a:t>: Total variation in the dependent variable.</a:t>
            </a:r>
          </a:p>
          <a:p>
            <a:pPr>
              <a:buFont typeface="+mj-lt"/>
              <a:buAutoNum type="arabicPeriod"/>
            </a:pPr>
            <a:r>
              <a:rPr lang="en-US" b="1" dirty="0"/>
              <a:t>MS (Mean Square)</a:t>
            </a:r>
            <a:r>
              <a:rPr lang="en-US" dirty="0"/>
              <a:t>:</a:t>
            </a:r>
          </a:p>
          <a:p>
            <a:pPr lvl="1"/>
            <a:r>
              <a:rPr lang="en-US" b="1" dirty="0"/>
              <a:t>Regression MS (41032.27)</a:t>
            </a:r>
            <a:r>
              <a:rPr lang="en-US" dirty="0"/>
              <a:t>: Regression SS divided by its </a:t>
            </a:r>
            <a:r>
              <a:rPr lang="en-US" dirty="0" err="1"/>
              <a:t>df</a:t>
            </a:r>
            <a:r>
              <a:rPr lang="en-US" dirty="0"/>
              <a:t>: 41032.27 </a:t>
            </a:r>
            <a:r>
              <a:rPr lang="en-US" b="0" i="0" dirty="0">
                <a:solidFill>
                  <a:srgbClr val="202124"/>
                </a:solidFill>
                <a:effectLst/>
                <a:latin typeface="Google Sans"/>
              </a:rPr>
              <a:t>÷</a:t>
            </a:r>
            <a:r>
              <a:rPr lang="en-US" dirty="0"/>
              <a:t> 1</a:t>
            </a:r>
          </a:p>
          <a:p>
            <a:pPr lvl="1"/>
            <a:r>
              <a:rPr lang="en-US" b="1" dirty="0"/>
              <a:t>Residual MS (598.7793)</a:t>
            </a:r>
            <a:r>
              <a:rPr lang="en-US" dirty="0"/>
              <a:t>: Residual SS divided by its </a:t>
            </a:r>
            <a:r>
              <a:rPr lang="en-US" dirty="0" err="1"/>
              <a:t>df</a:t>
            </a:r>
            <a:r>
              <a:rPr lang="en-US" dirty="0"/>
              <a:t>: 4790.234 </a:t>
            </a:r>
            <a:r>
              <a:rPr lang="en-US" b="0" i="0" dirty="0">
                <a:solidFill>
                  <a:srgbClr val="202124"/>
                </a:solidFill>
                <a:effectLst/>
                <a:latin typeface="Google Sans"/>
              </a:rPr>
              <a:t>÷</a:t>
            </a:r>
            <a:r>
              <a:rPr lang="en-US" dirty="0"/>
              <a:t> 8</a:t>
            </a:r>
          </a:p>
          <a:p>
            <a:pPr>
              <a:buFont typeface="+mj-lt"/>
              <a:buAutoNum type="arabicPeriod"/>
            </a:pPr>
            <a:r>
              <a:rPr lang="en-US" b="1" dirty="0"/>
              <a:t>F (68.52653)</a:t>
            </a:r>
            <a:r>
              <a:rPr lang="en-US" dirty="0"/>
              <a:t>:</a:t>
            </a:r>
          </a:p>
          <a:p>
            <a:pPr lvl="1"/>
            <a:r>
              <a:rPr lang="en-US" dirty="0"/>
              <a:t>The </a:t>
            </a:r>
            <a:r>
              <a:rPr lang="en-US" b="1" dirty="0"/>
              <a:t>F-statistic</a:t>
            </a:r>
            <a:r>
              <a:rPr lang="en-US" dirty="0"/>
              <a:t>, which tests whether the regression model explains a significant proportion of the variation in the dependent variable.</a:t>
            </a:r>
          </a:p>
          <a:p>
            <a:pPr lvl="1"/>
            <a:r>
              <a:rPr lang="en-US" dirty="0"/>
              <a:t>Larger values indicate the model is a good fit.</a:t>
            </a:r>
          </a:p>
          <a:p>
            <a:pPr>
              <a:buFont typeface="+mj-lt"/>
              <a:buAutoNum type="arabicPeriod"/>
            </a:pPr>
            <a:r>
              <a:rPr lang="en-US" b="1" dirty="0"/>
              <a:t>Significance F (3.41185E-05)</a:t>
            </a:r>
            <a:r>
              <a:rPr lang="en-US" dirty="0"/>
              <a:t>:</a:t>
            </a:r>
          </a:p>
          <a:p>
            <a:pPr lvl="1"/>
            <a:r>
              <a:rPr lang="en-US" dirty="0"/>
              <a:t>The </a:t>
            </a:r>
            <a:r>
              <a:rPr lang="en-US" b="1" dirty="0"/>
              <a:t>p-value</a:t>
            </a:r>
            <a:r>
              <a:rPr lang="en-US" dirty="0"/>
              <a:t> for the F-test. A small value (e.g., &lt;0.05) indicates the model is statistically significant.</a:t>
            </a:r>
          </a:p>
          <a:p>
            <a:endParaRPr lang="en-US" dirty="0"/>
          </a:p>
        </p:txBody>
      </p:sp>
    </p:spTree>
    <p:extLst>
      <p:ext uri="{BB962C8B-B14F-4D97-AF65-F5344CB8AC3E}">
        <p14:creationId xmlns:p14="http://schemas.microsoft.com/office/powerpoint/2010/main" val="3139017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7E170-927D-7ABF-8B46-A9506CFC1D2E}"/>
              </a:ext>
            </a:extLst>
          </p:cNvPr>
          <p:cNvSpPr>
            <a:spLocks noGrp="1"/>
          </p:cNvSpPr>
          <p:nvPr>
            <p:ph type="title"/>
          </p:nvPr>
        </p:nvSpPr>
        <p:spPr/>
        <p:txBody>
          <a:bodyPr>
            <a:normAutofit/>
          </a:bodyPr>
          <a:lstStyle/>
          <a:p>
            <a:r>
              <a:rPr lang="en-US" dirty="0"/>
              <a:t>Coefficients Table</a:t>
            </a:r>
          </a:p>
        </p:txBody>
      </p:sp>
      <p:sp>
        <p:nvSpPr>
          <p:cNvPr id="3" name="Content Placeholder 2">
            <a:extLst>
              <a:ext uri="{FF2B5EF4-FFF2-40B4-BE49-F238E27FC236}">
                <a16:creationId xmlns:a16="http://schemas.microsoft.com/office/drawing/2014/main" id="{B36514A8-EBE6-D8AF-FF1F-BD24FB37FC59}"/>
              </a:ext>
            </a:extLst>
          </p:cNvPr>
          <p:cNvSpPr>
            <a:spLocks noGrp="1"/>
          </p:cNvSpPr>
          <p:nvPr>
            <p:ph idx="1"/>
          </p:nvPr>
        </p:nvSpPr>
        <p:spPr>
          <a:xfrm>
            <a:off x="838200" y="1706007"/>
            <a:ext cx="10515600" cy="5151993"/>
          </a:xfrm>
        </p:spPr>
        <p:txBody>
          <a:bodyPr>
            <a:normAutofit fontScale="92500" lnSpcReduction="20000"/>
          </a:bodyPr>
          <a:lstStyle/>
          <a:p>
            <a:pPr>
              <a:buFont typeface="+mj-lt"/>
              <a:buAutoNum type="arabicPeriod"/>
            </a:pPr>
            <a:r>
              <a:rPr lang="en-US" b="1" dirty="0"/>
              <a:t>Intercept (-217.422)</a:t>
            </a:r>
            <a:r>
              <a:rPr lang="en-US" dirty="0"/>
              <a:t>:</a:t>
            </a:r>
          </a:p>
          <a:p>
            <a:pPr marL="742950" lvl="1" indent="-285750">
              <a:buFont typeface="+mj-lt"/>
              <a:buAutoNum type="arabicPeriod"/>
            </a:pPr>
            <a:r>
              <a:rPr lang="en-US" dirty="0"/>
              <a:t>The value of the dependent variable (Price) when the independent variable (Size) is zero.</a:t>
            </a:r>
          </a:p>
          <a:p>
            <a:pPr>
              <a:buFont typeface="+mj-lt"/>
              <a:buAutoNum type="arabicPeriod"/>
            </a:pPr>
            <a:r>
              <a:rPr lang="en-US" b="1" dirty="0"/>
              <a:t>Size Coefficient (0.31406)</a:t>
            </a:r>
            <a:r>
              <a:rPr lang="en-US" dirty="0"/>
              <a:t>:</a:t>
            </a:r>
          </a:p>
          <a:p>
            <a:pPr marL="742950" lvl="1" indent="-285750">
              <a:buFont typeface="+mj-lt"/>
              <a:buAutoNum type="arabicPeriod"/>
            </a:pPr>
            <a:r>
              <a:rPr lang="en-US" dirty="0"/>
              <a:t>The </a:t>
            </a:r>
            <a:r>
              <a:rPr lang="en-US" b="1" dirty="0"/>
              <a:t>slope</a:t>
            </a:r>
            <a:r>
              <a:rPr lang="en-US" dirty="0"/>
              <a:t> of the regression line. For every unit increase in size, the price increases by 0.31406 units.</a:t>
            </a:r>
          </a:p>
          <a:p>
            <a:pPr>
              <a:buFont typeface="+mj-lt"/>
              <a:buAutoNum type="arabicPeriod"/>
            </a:pPr>
            <a:r>
              <a:rPr lang="en-US" b="1" dirty="0"/>
              <a:t>Standard Error (62.32294 for Intercept, 0.037939 for Size)</a:t>
            </a:r>
            <a:r>
              <a:rPr lang="en-US" dirty="0"/>
              <a:t>:</a:t>
            </a:r>
          </a:p>
          <a:p>
            <a:pPr marL="742950" lvl="1" indent="-285750">
              <a:buFont typeface="+mj-lt"/>
              <a:buAutoNum type="arabicPeriod"/>
            </a:pPr>
            <a:r>
              <a:rPr lang="en-US" dirty="0"/>
              <a:t>Measures the variability in the coefficient estimates. Smaller values indicate more precise estimates.</a:t>
            </a:r>
          </a:p>
          <a:p>
            <a:pPr marL="742950" lvl="1" indent="-285750">
              <a:buFont typeface="+mj-lt"/>
              <a:buAutoNum type="arabicPeriod"/>
            </a:pPr>
            <a:r>
              <a:rPr lang="en-US" dirty="0"/>
              <a:t>The standard error of a coefficient measures the variability in the estimate of that coefficient if we repeatedly sampled data from the population and fitted the regression model each time.</a:t>
            </a:r>
          </a:p>
          <a:p>
            <a:pPr>
              <a:buFont typeface="+mj-lt"/>
              <a:buAutoNum type="arabicPeriod"/>
            </a:pPr>
            <a:r>
              <a:rPr lang="en-US" b="1" dirty="0"/>
              <a:t>t Stat (-3.48863 for Intercept, 8.278075 for Size)</a:t>
            </a:r>
            <a:r>
              <a:rPr lang="en-US" dirty="0"/>
              <a:t>:</a:t>
            </a:r>
          </a:p>
          <a:p>
            <a:pPr marL="742950" lvl="1" indent="-285750">
              <a:buFont typeface="+mj-lt"/>
              <a:buAutoNum type="arabicPeriod"/>
            </a:pPr>
            <a:r>
              <a:rPr lang="en-US" dirty="0"/>
              <a:t>The </a:t>
            </a:r>
            <a:r>
              <a:rPr lang="en-US" b="1" dirty="0"/>
              <a:t>t-test statistic</a:t>
            </a:r>
            <a:r>
              <a:rPr lang="en-US" dirty="0"/>
              <a:t>, used to test whether the coefficient is significantly different from zero.</a:t>
            </a:r>
          </a:p>
          <a:p>
            <a:pPr>
              <a:buFont typeface="+mj-lt"/>
              <a:buAutoNum type="arabicPeriod"/>
            </a:pPr>
            <a:r>
              <a:rPr lang="en-US" b="1" dirty="0"/>
              <a:t>P-value (0.008215 for Intercept, 3.411E-05 for Size)</a:t>
            </a:r>
            <a:r>
              <a:rPr lang="en-US" dirty="0"/>
              <a:t>:</a:t>
            </a:r>
          </a:p>
          <a:p>
            <a:pPr marL="742950" lvl="1" indent="-285750">
              <a:buFont typeface="+mj-lt"/>
              <a:buAutoNum type="arabicPeriod"/>
            </a:pPr>
            <a:r>
              <a:rPr lang="en-US" dirty="0"/>
              <a:t>Tests the null hypothesis that the coefficient is zero (no effect).</a:t>
            </a:r>
          </a:p>
          <a:p>
            <a:pPr marL="742950" lvl="1" indent="-285750">
              <a:buFont typeface="+mj-lt"/>
              <a:buAutoNum type="arabicPeriod"/>
            </a:pPr>
            <a:r>
              <a:rPr lang="en-US" dirty="0"/>
              <a:t>A small p-value (&lt;0.05) means the coefficient is statistically significant.</a:t>
            </a:r>
          </a:p>
          <a:p>
            <a:pPr>
              <a:buFont typeface="+mj-lt"/>
              <a:buAutoNum type="arabicPeriod"/>
            </a:pPr>
            <a:r>
              <a:rPr lang="en-US" b="1" dirty="0"/>
              <a:t>Lower 95% and Upper 95%</a:t>
            </a:r>
            <a:r>
              <a:rPr lang="en-US" dirty="0"/>
              <a:t>:</a:t>
            </a:r>
          </a:p>
          <a:p>
            <a:pPr marL="742950" lvl="1" indent="-285750">
              <a:buFont typeface="+mj-lt"/>
              <a:buAutoNum type="arabicPeriod"/>
            </a:pPr>
            <a:r>
              <a:rPr lang="en-US" dirty="0"/>
              <a:t>The </a:t>
            </a:r>
            <a:r>
              <a:rPr lang="en-US" b="1" dirty="0"/>
              <a:t>confidence interval</a:t>
            </a:r>
            <a:r>
              <a:rPr lang="en-US" dirty="0"/>
              <a:t> for the coefficient. For example, the coefficient for Size (0.31406) is likely between 0.22657 and 0.40155, with 95% confidence.</a:t>
            </a:r>
          </a:p>
          <a:p>
            <a:endParaRPr lang="en-US" dirty="0"/>
          </a:p>
        </p:txBody>
      </p:sp>
    </p:spTree>
    <p:extLst>
      <p:ext uri="{BB962C8B-B14F-4D97-AF65-F5344CB8AC3E}">
        <p14:creationId xmlns:p14="http://schemas.microsoft.com/office/powerpoint/2010/main" val="178405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FB935-1934-5D5A-7731-43E1686EE5A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E85BC0E-FC03-93B4-4532-87B2D4670422}"/>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t>The model is statistically significant (Significance F &lt; 0.05), and </a:t>
            </a:r>
            <a:r>
              <a:rPr lang="en-US" b="1" dirty="0"/>
              <a:t>Size</a:t>
            </a:r>
            <a:r>
              <a:rPr lang="en-US" dirty="0"/>
              <a:t> has a significant positive effect on Price (p-value for Size is very small).</a:t>
            </a:r>
          </a:p>
          <a:p>
            <a:pPr>
              <a:buFont typeface="Arial" panose="020B0604020202020204" pitchFamily="34" charset="0"/>
              <a:buChar char="•"/>
            </a:pPr>
            <a:r>
              <a:rPr lang="en-US" dirty="0"/>
              <a:t>The model explains ~89.55% of the variation in Price (R² = 0.895461), which is strong.</a:t>
            </a:r>
          </a:p>
          <a:p>
            <a:pPr>
              <a:buFont typeface="Arial" panose="020B0604020202020204" pitchFamily="34" charset="0"/>
              <a:buChar char="•"/>
            </a:pPr>
            <a:r>
              <a:rPr lang="en-US" dirty="0"/>
              <a:t>The residuals have a standard error of 24.47, indicating the average prediction error.</a:t>
            </a:r>
          </a:p>
          <a:p>
            <a:pPr>
              <a:buFont typeface="Arial" panose="020B0604020202020204" pitchFamily="34" charset="0"/>
              <a:buChar char="•"/>
            </a:pPr>
            <a:endParaRPr lang="en-US" dirty="0"/>
          </a:p>
          <a:p>
            <a:pPr marL="0" indent="0">
              <a:buNone/>
            </a:pPr>
            <a:r>
              <a:rPr lang="en-US" b="1" dirty="0"/>
              <a:t>What Does Standard Error Mean in Regression?</a:t>
            </a:r>
          </a:p>
          <a:p>
            <a:r>
              <a:rPr lang="en-US" dirty="0"/>
              <a:t>In regression, the </a:t>
            </a:r>
            <a:r>
              <a:rPr lang="en-US" b="1" dirty="0"/>
              <a:t>standard error (SE)</a:t>
            </a:r>
            <a:r>
              <a:rPr lang="en-US" dirty="0"/>
              <a:t> reported in the output refers to the </a:t>
            </a:r>
            <a:r>
              <a:rPr lang="en-US" b="1" dirty="0"/>
              <a:t>standard deviation of the residuals</a:t>
            </a:r>
            <a:r>
              <a:rPr lang="en-US" dirty="0"/>
              <a:t>, also known as the </a:t>
            </a:r>
            <a:r>
              <a:rPr lang="en-US" b="1" dirty="0"/>
              <a:t>residual standard error (RSE)</a:t>
            </a:r>
            <a:r>
              <a:rPr lang="en-US" dirty="0"/>
              <a:t> or simply the "standard error of the regression." It measures how far the observed data points (dependent variable values) are from the predicted values, on average.</a:t>
            </a:r>
          </a:p>
          <a:p>
            <a:r>
              <a:rPr lang="en-US" dirty="0"/>
              <a:t>In our example, the standard error value indicates that, on average, the predictions made by your regression model are </a:t>
            </a:r>
            <a:r>
              <a:rPr lang="en-US" b="1" dirty="0"/>
              <a:t>off by 24.47 units</a:t>
            </a:r>
            <a:r>
              <a:rPr lang="en-US" dirty="0"/>
              <a:t> (the units of your dependent variable, likely apartment prices).</a:t>
            </a:r>
          </a:p>
          <a:p>
            <a:r>
              <a:rPr lang="en-US" dirty="0"/>
              <a:t>It tells you how much variability (or error) remains unexplained by your model.</a:t>
            </a:r>
          </a:p>
          <a:p>
            <a:endParaRPr lang="en-US" dirty="0"/>
          </a:p>
          <a:p>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043812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66F5-7CA8-F254-F396-A63AF05EB805}"/>
              </a:ext>
            </a:extLst>
          </p:cNvPr>
          <p:cNvSpPr>
            <a:spLocks noGrp="1"/>
          </p:cNvSpPr>
          <p:nvPr>
            <p:ph type="title"/>
          </p:nvPr>
        </p:nvSpPr>
        <p:spPr/>
        <p:txBody>
          <a:bodyPr/>
          <a:lstStyle/>
          <a:p>
            <a:r>
              <a:rPr lang="en-US" dirty="0"/>
              <a:t>Multiple Linear Regression</a:t>
            </a:r>
          </a:p>
        </p:txBody>
      </p:sp>
      <p:graphicFrame>
        <p:nvGraphicFramePr>
          <p:cNvPr id="5" name="Content Placeholder 4">
            <a:extLst>
              <a:ext uri="{FF2B5EF4-FFF2-40B4-BE49-F238E27FC236}">
                <a16:creationId xmlns:a16="http://schemas.microsoft.com/office/drawing/2014/main" id="{E19D196C-C7A4-871C-C72A-33D21C123EFD}"/>
              </a:ext>
            </a:extLst>
          </p:cNvPr>
          <p:cNvGraphicFramePr>
            <a:graphicFrameLocks noGrp="1"/>
          </p:cNvGraphicFramePr>
          <p:nvPr>
            <p:ph idx="1"/>
          </p:nvPr>
        </p:nvGraphicFramePr>
        <p:xfrm>
          <a:off x="838200" y="4461287"/>
          <a:ext cx="3714342" cy="2346960"/>
        </p:xfrm>
        <a:graphic>
          <a:graphicData uri="http://schemas.openxmlformats.org/drawingml/2006/table">
            <a:tbl>
              <a:tblPr>
                <a:tableStyleId>{9D7B26C5-4107-4FEC-AEDC-1716B250A1EF}</a:tableStyleId>
              </a:tblPr>
              <a:tblGrid>
                <a:gridCol w="619057">
                  <a:extLst>
                    <a:ext uri="{9D8B030D-6E8A-4147-A177-3AD203B41FA5}">
                      <a16:colId xmlns:a16="http://schemas.microsoft.com/office/drawing/2014/main" val="4172013347"/>
                    </a:ext>
                  </a:extLst>
                </a:gridCol>
                <a:gridCol w="619057">
                  <a:extLst>
                    <a:ext uri="{9D8B030D-6E8A-4147-A177-3AD203B41FA5}">
                      <a16:colId xmlns:a16="http://schemas.microsoft.com/office/drawing/2014/main" val="3111668487"/>
                    </a:ext>
                  </a:extLst>
                </a:gridCol>
                <a:gridCol w="619057">
                  <a:extLst>
                    <a:ext uri="{9D8B030D-6E8A-4147-A177-3AD203B41FA5}">
                      <a16:colId xmlns:a16="http://schemas.microsoft.com/office/drawing/2014/main" val="2289219695"/>
                    </a:ext>
                  </a:extLst>
                </a:gridCol>
                <a:gridCol w="619057">
                  <a:extLst>
                    <a:ext uri="{9D8B030D-6E8A-4147-A177-3AD203B41FA5}">
                      <a16:colId xmlns:a16="http://schemas.microsoft.com/office/drawing/2014/main" val="1411460180"/>
                    </a:ext>
                  </a:extLst>
                </a:gridCol>
                <a:gridCol w="619057">
                  <a:extLst>
                    <a:ext uri="{9D8B030D-6E8A-4147-A177-3AD203B41FA5}">
                      <a16:colId xmlns:a16="http://schemas.microsoft.com/office/drawing/2014/main" val="1873794858"/>
                    </a:ext>
                  </a:extLst>
                </a:gridCol>
                <a:gridCol w="619057">
                  <a:extLst>
                    <a:ext uri="{9D8B030D-6E8A-4147-A177-3AD203B41FA5}">
                      <a16:colId xmlns:a16="http://schemas.microsoft.com/office/drawing/2014/main" val="2577396885"/>
                    </a:ext>
                  </a:extLst>
                </a:gridCol>
              </a:tblGrid>
              <a:tr h="153979">
                <a:tc>
                  <a:txBody>
                    <a:bodyPr/>
                    <a:lstStyle/>
                    <a:p>
                      <a:pPr fontAlgn="b"/>
                      <a:r>
                        <a:rPr lang="en-US" sz="800" b="1">
                          <a:effectLst/>
                        </a:rPr>
                        <a:t>House ID</a:t>
                      </a:r>
                    </a:p>
                  </a:txBody>
                  <a:tcPr anchor="b"/>
                </a:tc>
                <a:tc>
                  <a:txBody>
                    <a:bodyPr/>
                    <a:lstStyle/>
                    <a:p>
                      <a:pPr fontAlgn="b"/>
                      <a:r>
                        <a:rPr lang="en-US" sz="800" b="1">
                          <a:effectLst/>
                        </a:rPr>
                        <a:t>Price</a:t>
                      </a:r>
                    </a:p>
                  </a:txBody>
                  <a:tcPr anchor="b"/>
                </a:tc>
                <a:tc>
                  <a:txBody>
                    <a:bodyPr/>
                    <a:lstStyle/>
                    <a:p>
                      <a:pPr fontAlgn="b"/>
                      <a:r>
                        <a:rPr lang="en-US" sz="800" b="1">
                          <a:effectLst/>
                        </a:rPr>
                        <a:t>Size</a:t>
                      </a:r>
                    </a:p>
                  </a:txBody>
                  <a:tcPr anchor="b"/>
                </a:tc>
                <a:tc>
                  <a:txBody>
                    <a:bodyPr/>
                    <a:lstStyle/>
                    <a:p>
                      <a:pPr fontAlgn="b"/>
                      <a:r>
                        <a:rPr lang="en-US" sz="800" b="1">
                          <a:effectLst/>
                        </a:rPr>
                        <a:t>Bedrooms</a:t>
                      </a:r>
                    </a:p>
                  </a:txBody>
                  <a:tcPr anchor="b"/>
                </a:tc>
                <a:tc>
                  <a:txBody>
                    <a:bodyPr/>
                    <a:lstStyle/>
                    <a:p>
                      <a:pPr fontAlgn="b"/>
                      <a:r>
                        <a:rPr lang="en-US" sz="800" b="1">
                          <a:effectLst/>
                        </a:rPr>
                        <a:t>Age</a:t>
                      </a:r>
                    </a:p>
                  </a:txBody>
                  <a:tcPr anchor="b"/>
                </a:tc>
                <a:tc>
                  <a:txBody>
                    <a:bodyPr/>
                    <a:lstStyle/>
                    <a:p>
                      <a:pPr fontAlgn="b"/>
                      <a:r>
                        <a:rPr lang="en-US" sz="800" b="1">
                          <a:effectLst/>
                        </a:rPr>
                        <a:t>Location</a:t>
                      </a:r>
                    </a:p>
                  </a:txBody>
                  <a:tcPr anchor="b"/>
                </a:tc>
                <a:extLst>
                  <a:ext uri="{0D108BD9-81ED-4DB2-BD59-A6C34878D82A}">
                    <a16:rowId xmlns:a16="http://schemas.microsoft.com/office/drawing/2014/main" val="198410472"/>
                  </a:ext>
                </a:extLst>
              </a:tr>
              <a:tr h="153979">
                <a:tc>
                  <a:txBody>
                    <a:bodyPr/>
                    <a:lstStyle/>
                    <a:p>
                      <a:pPr fontAlgn="base"/>
                      <a:r>
                        <a:rPr lang="en-US" sz="800">
                          <a:effectLst/>
                        </a:rPr>
                        <a:t>1</a:t>
                      </a:r>
                    </a:p>
                  </a:txBody>
                  <a:tcPr anchor="ctr"/>
                </a:tc>
                <a:tc>
                  <a:txBody>
                    <a:bodyPr/>
                    <a:lstStyle/>
                    <a:p>
                      <a:pPr fontAlgn="base"/>
                      <a:r>
                        <a:rPr lang="en-US" sz="800">
                          <a:effectLst/>
                        </a:rPr>
                        <a:t>250</a:t>
                      </a:r>
                    </a:p>
                  </a:txBody>
                  <a:tcPr anchor="ctr"/>
                </a:tc>
                <a:tc>
                  <a:txBody>
                    <a:bodyPr/>
                    <a:lstStyle/>
                    <a:p>
                      <a:pPr fontAlgn="base"/>
                      <a:r>
                        <a:rPr lang="en-US" sz="800">
                          <a:effectLst/>
                        </a:rPr>
                        <a:t>1500</a:t>
                      </a:r>
                    </a:p>
                  </a:txBody>
                  <a:tcPr anchor="ctr"/>
                </a:tc>
                <a:tc>
                  <a:txBody>
                    <a:bodyPr/>
                    <a:lstStyle/>
                    <a:p>
                      <a:pPr fontAlgn="base"/>
                      <a:r>
                        <a:rPr lang="en-US" sz="800">
                          <a:effectLst/>
                        </a:rPr>
                        <a:t>3</a:t>
                      </a:r>
                    </a:p>
                  </a:txBody>
                  <a:tcPr anchor="ctr"/>
                </a:tc>
                <a:tc>
                  <a:txBody>
                    <a:bodyPr/>
                    <a:lstStyle/>
                    <a:p>
                      <a:pPr fontAlgn="base"/>
                      <a:r>
                        <a:rPr lang="en-US" sz="800">
                          <a:effectLst/>
                        </a:rPr>
                        <a:t>10</a:t>
                      </a:r>
                    </a:p>
                  </a:txBody>
                  <a:tcPr anchor="ctr"/>
                </a:tc>
                <a:tc>
                  <a:txBody>
                    <a:bodyPr/>
                    <a:lstStyle/>
                    <a:p>
                      <a:pPr fontAlgn="base"/>
                      <a:r>
                        <a:rPr lang="en-US" sz="800">
                          <a:effectLst/>
                        </a:rPr>
                        <a:t>2</a:t>
                      </a:r>
                    </a:p>
                  </a:txBody>
                  <a:tcPr anchor="ctr"/>
                </a:tc>
                <a:extLst>
                  <a:ext uri="{0D108BD9-81ED-4DB2-BD59-A6C34878D82A}">
                    <a16:rowId xmlns:a16="http://schemas.microsoft.com/office/drawing/2014/main" val="1992996677"/>
                  </a:ext>
                </a:extLst>
              </a:tr>
              <a:tr h="153979">
                <a:tc>
                  <a:txBody>
                    <a:bodyPr/>
                    <a:lstStyle/>
                    <a:p>
                      <a:pPr fontAlgn="base"/>
                      <a:r>
                        <a:rPr lang="en-US" sz="800">
                          <a:effectLst/>
                        </a:rPr>
                        <a:t>2</a:t>
                      </a:r>
                    </a:p>
                  </a:txBody>
                  <a:tcPr anchor="ctr"/>
                </a:tc>
                <a:tc>
                  <a:txBody>
                    <a:bodyPr/>
                    <a:lstStyle/>
                    <a:p>
                      <a:pPr fontAlgn="base"/>
                      <a:r>
                        <a:rPr lang="en-US" sz="800">
                          <a:effectLst/>
                        </a:rPr>
                        <a:t>315</a:t>
                      </a:r>
                    </a:p>
                  </a:txBody>
                  <a:tcPr anchor="ctr"/>
                </a:tc>
                <a:tc>
                  <a:txBody>
                    <a:bodyPr/>
                    <a:lstStyle/>
                    <a:p>
                      <a:pPr fontAlgn="base"/>
                      <a:r>
                        <a:rPr lang="en-US" sz="800">
                          <a:effectLst/>
                        </a:rPr>
                        <a:t>1800</a:t>
                      </a:r>
                    </a:p>
                  </a:txBody>
                  <a:tcPr anchor="ctr"/>
                </a:tc>
                <a:tc>
                  <a:txBody>
                    <a:bodyPr/>
                    <a:lstStyle/>
                    <a:p>
                      <a:pPr fontAlgn="base"/>
                      <a:r>
                        <a:rPr lang="en-US" sz="800">
                          <a:effectLst/>
                        </a:rPr>
                        <a:t>4</a:t>
                      </a:r>
                    </a:p>
                  </a:txBody>
                  <a:tcPr anchor="ctr"/>
                </a:tc>
                <a:tc>
                  <a:txBody>
                    <a:bodyPr/>
                    <a:lstStyle/>
                    <a:p>
                      <a:pPr fontAlgn="base"/>
                      <a:r>
                        <a:rPr lang="en-US" sz="800">
                          <a:effectLst/>
                        </a:rPr>
                        <a:t>15</a:t>
                      </a:r>
                    </a:p>
                  </a:txBody>
                  <a:tcPr anchor="ctr"/>
                </a:tc>
                <a:tc>
                  <a:txBody>
                    <a:bodyPr/>
                    <a:lstStyle/>
                    <a:p>
                      <a:pPr fontAlgn="base"/>
                      <a:r>
                        <a:rPr lang="en-US" sz="800" dirty="0">
                          <a:effectLst/>
                        </a:rPr>
                        <a:t>3</a:t>
                      </a:r>
                    </a:p>
                  </a:txBody>
                  <a:tcPr anchor="ctr"/>
                </a:tc>
                <a:extLst>
                  <a:ext uri="{0D108BD9-81ED-4DB2-BD59-A6C34878D82A}">
                    <a16:rowId xmlns:a16="http://schemas.microsoft.com/office/drawing/2014/main" val="2538809714"/>
                  </a:ext>
                </a:extLst>
              </a:tr>
              <a:tr h="153979">
                <a:tc>
                  <a:txBody>
                    <a:bodyPr/>
                    <a:lstStyle/>
                    <a:p>
                      <a:pPr fontAlgn="base"/>
                      <a:r>
                        <a:rPr lang="en-US" sz="800">
                          <a:effectLst/>
                        </a:rPr>
                        <a:t>3</a:t>
                      </a:r>
                    </a:p>
                  </a:txBody>
                  <a:tcPr anchor="ctr"/>
                </a:tc>
                <a:tc>
                  <a:txBody>
                    <a:bodyPr/>
                    <a:lstStyle/>
                    <a:p>
                      <a:pPr fontAlgn="base"/>
                      <a:r>
                        <a:rPr lang="en-US" sz="800">
                          <a:effectLst/>
                        </a:rPr>
                        <a:t>270</a:t>
                      </a:r>
                    </a:p>
                  </a:txBody>
                  <a:tcPr anchor="ctr"/>
                </a:tc>
                <a:tc>
                  <a:txBody>
                    <a:bodyPr/>
                    <a:lstStyle/>
                    <a:p>
                      <a:pPr fontAlgn="base"/>
                      <a:r>
                        <a:rPr lang="en-US" sz="800">
                          <a:effectLst/>
                        </a:rPr>
                        <a:t>1650</a:t>
                      </a:r>
                    </a:p>
                  </a:txBody>
                  <a:tcPr anchor="ctr"/>
                </a:tc>
                <a:tc>
                  <a:txBody>
                    <a:bodyPr/>
                    <a:lstStyle/>
                    <a:p>
                      <a:pPr fontAlgn="base"/>
                      <a:r>
                        <a:rPr lang="en-US" sz="800">
                          <a:effectLst/>
                        </a:rPr>
                        <a:t>3</a:t>
                      </a:r>
                    </a:p>
                  </a:txBody>
                  <a:tcPr anchor="ctr"/>
                </a:tc>
                <a:tc>
                  <a:txBody>
                    <a:bodyPr/>
                    <a:lstStyle/>
                    <a:p>
                      <a:pPr fontAlgn="base"/>
                      <a:r>
                        <a:rPr lang="en-US" sz="800">
                          <a:effectLst/>
                        </a:rPr>
                        <a:t>5</a:t>
                      </a:r>
                    </a:p>
                  </a:txBody>
                  <a:tcPr anchor="ctr"/>
                </a:tc>
                <a:tc>
                  <a:txBody>
                    <a:bodyPr/>
                    <a:lstStyle/>
                    <a:p>
                      <a:pPr fontAlgn="base"/>
                      <a:r>
                        <a:rPr lang="en-US" sz="800">
                          <a:effectLst/>
                        </a:rPr>
                        <a:t>3</a:t>
                      </a:r>
                    </a:p>
                  </a:txBody>
                  <a:tcPr anchor="ctr"/>
                </a:tc>
                <a:extLst>
                  <a:ext uri="{0D108BD9-81ED-4DB2-BD59-A6C34878D82A}">
                    <a16:rowId xmlns:a16="http://schemas.microsoft.com/office/drawing/2014/main" val="2144198663"/>
                  </a:ext>
                </a:extLst>
              </a:tr>
              <a:tr h="153979">
                <a:tc>
                  <a:txBody>
                    <a:bodyPr/>
                    <a:lstStyle/>
                    <a:p>
                      <a:pPr fontAlgn="base"/>
                      <a:r>
                        <a:rPr lang="en-US" sz="800">
                          <a:effectLst/>
                        </a:rPr>
                        <a:t>4</a:t>
                      </a:r>
                    </a:p>
                  </a:txBody>
                  <a:tcPr anchor="ctr"/>
                </a:tc>
                <a:tc>
                  <a:txBody>
                    <a:bodyPr/>
                    <a:lstStyle/>
                    <a:p>
                      <a:pPr fontAlgn="base"/>
                      <a:r>
                        <a:rPr lang="en-US" sz="800">
                          <a:effectLst/>
                        </a:rPr>
                        <a:t>230</a:t>
                      </a:r>
                    </a:p>
                  </a:txBody>
                  <a:tcPr anchor="ctr"/>
                </a:tc>
                <a:tc>
                  <a:txBody>
                    <a:bodyPr/>
                    <a:lstStyle/>
                    <a:p>
                      <a:pPr fontAlgn="base"/>
                      <a:r>
                        <a:rPr lang="en-US" sz="800">
                          <a:effectLst/>
                        </a:rPr>
                        <a:t>1400</a:t>
                      </a:r>
                    </a:p>
                  </a:txBody>
                  <a:tcPr anchor="ctr"/>
                </a:tc>
                <a:tc>
                  <a:txBody>
                    <a:bodyPr/>
                    <a:lstStyle/>
                    <a:p>
                      <a:pPr fontAlgn="base"/>
                      <a:r>
                        <a:rPr lang="en-US" sz="800">
                          <a:effectLst/>
                        </a:rPr>
                        <a:t>2</a:t>
                      </a:r>
                    </a:p>
                  </a:txBody>
                  <a:tcPr anchor="ctr"/>
                </a:tc>
                <a:tc>
                  <a:txBody>
                    <a:bodyPr/>
                    <a:lstStyle/>
                    <a:p>
                      <a:pPr fontAlgn="base"/>
                      <a:r>
                        <a:rPr lang="en-US" sz="800">
                          <a:effectLst/>
                        </a:rPr>
                        <a:t>20</a:t>
                      </a:r>
                    </a:p>
                  </a:txBody>
                  <a:tcPr anchor="ctr"/>
                </a:tc>
                <a:tc>
                  <a:txBody>
                    <a:bodyPr/>
                    <a:lstStyle/>
                    <a:p>
                      <a:pPr fontAlgn="base"/>
                      <a:r>
                        <a:rPr lang="en-US" sz="800">
                          <a:effectLst/>
                        </a:rPr>
                        <a:t>2</a:t>
                      </a:r>
                    </a:p>
                  </a:txBody>
                  <a:tcPr anchor="ctr"/>
                </a:tc>
                <a:extLst>
                  <a:ext uri="{0D108BD9-81ED-4DB2-BD59-A6C34878D82A}">
                    <a16:rowId xmlns:a16="http://schemas.microsoft.com/office/drawing/2014/main" val="1597437266"/>
                  </a:ext>
                </a:extLst>
              </a:tr>
              <a:tr h="153979">
                <a:tc>
                  <a:txBody>
                    <a:bodyPr/>
                    <a:lstStyle/>
                    <a:p>
                      <a:pPr fontAlgn="base"/>
                      <a:r>
                        <a:rPr lang="en-US" sz="800">
                          <a:effectLst/>
                        </a:rPr>
                        <a:t>5</a:t>
                      </a:r>
                    </a:p>
                  </a:txBody>
                  <a:tcPr anchor="ctr"/>
                </a:tc>
                <a:tc>
                  <a:txBody>
                    <a:bodyPr/>
                    <a:lstStyle/>
                    <a:p>
                      <a:pPr fontAlgn="base"/>
                      <a:r>
                        <a:rPr lang="en-US" sz="800">
                          <a:effectLst/>
                        </a:rPr>
                        <a:t>450</a:t>
                      </a:r>
                    </a:p>
                  </a:txBody>
                  <a:tcPr anchor="ctr"/>
                </a:tc>
                <a:tc>
                  <a:txBody>
                    <a:bodyPr/>
                    <a:lstStyle/>
                    <a:p>
                      <a:pPr fontAlgn="base"/>
                      <a:r>
                        <a:rPr lang="en-US" sz="800">
                          <a:effectLst/>
                        </a:rPr>
                        <a:t>2000</a:t>
                      </a:r>
                    </a:p>
                  </a:txBody>
                  <a:tcPr anchor="ctr"/>
                </a:tc>
                <a:tc>
                  <a:txBody>
                    <a:bodyPr/>
                    <a:lstStyle/>
                    <a:p>
                      <a:pPr fontAlgn="base"/>
                      <a:r>
                        <a:rPr lang="en-US" sz="800">
                          <a:effectLst/>
                        </a:rPr>
                        <a:t>4</a:t>
                      </a:r>
                    </a:p>
                  </a:txBody>
                  <a:tcPr anchor="ctr"/>
                </a:tc>
                <a:tc>
                  <a:txBody>
                    <a:bodyPr/>
                    <a:lstStyle/>
                    <a:p>
                      <a:pPr fontAlgn="base"/>
                      <a:r>
                        <a:rPr lang="en-US" sz="800">
                          <a:effectLst/>
                        </a:rPr>
                        <a:t>2</a:t>
                      </a:r>
                    </a:p>
                  </a:txBody>
                  <a:tcPr anchor="ctr"/>
                </a:tc>
                <a:tc>
                  <a:txBody>
                    <a:bodyPr/>
                    <a:lstStyle/>
                    <a:p>
                      <a:pPr fontAlgn="base"/>
                      <a:r>
                        <a:rPr lang="en-US" sz="800">
                          <a:effectLst/>
                        </a:rPr>
                        <a:t>3</a:t>
                      </a:r>
                    </a:p>
                  </a:txBody>
                  <a:tcPr anchor="ctr"/>
                </a:tc>
                <a:extLst>
                  <a:ext uri="{0D108BD9-81ED-4DB2-BD59-A6C34878D82A}">
                    <a16:rowId xmlns:a16="http://schemas.microsoft.com/office/drawing/2014/main" val="2968513095"/>
                  </a:ext>
                </a:extLst>
              </a:tr>
              <a:tr h="153979">
                <a:tc>
                  <a:txBody>
                    <a:bodyPr/>
                    <a:lstStyle/>
                    <a:p>
                      <a:pPr fontAlgn="base"/>
                      <a:r>
                        <a:rPr lang="en-US" sz="800" dirty="0">
                          <a:effectLst/>
                        </a:rPr>
                        <a:t>6</a:t>
                      </a:r>
                    </a:p>
                  </a:txBody>
                  <a:tcPr anchor="ctr"/>
                </a:tc>
                <a:tc>
                  <a:txBody>
                    <a:bodyPr/>
                    <a:lstStyle/>
                    <a:p>
                      <a:pPr fontAlgn="base"/>
                      <a:r>
                        <a:rPr lang="en-US" sz="800">
                          <a:effectLst/>
                        </a:rPr>
                        <a:t>190</a:t>
                      </a:r>
                    </a:p>
                  </a:txBody>
                  <a:tcPr anchor="ctr"/>
                </a:tc>
                <a:tc>
                  <a:txBody>
                    <a:bodyPr/>
                    <a:lstStyle/>
                    <a:p>
                      <a:pPr fontAlgn="base"/>
                      <a:r>
                        <a:rPr lang="en-US" sz="800">
                          <a:effectLst/>
                        </a:rPr>
                        <a:t>1300</a:t>
                      </a:r>
                    </a:p>
                  </a:txBody>
                  <a:tcPr anchor="ctr"/>
                </a:tc>
                <a:tc>
                  <a:txBody>
                    <a:bodyPr/>
                    <a:lstStyle/>
                    <a:p>
                      <a:pPr fontAlgn="base"/>
                      <a:r>
                        <a:rPr lang="en-US" sz="800">
                          <a:effectLst/>
                        </a:rPr>
                        <a:t>3</a:t>
                      </a:r>
                    </a:p>
                  </a:txBody>
                  <a:tcPr anchor="ctr"/>
                </a:tc>
                <a:tc>
                  <a:txBody>
                    <a:bodyPr/>
                    <a:lstStyle/>
                    <a:p>
                      <a:pPr fontAlgn="base"/>
                      <a:r>
                        <a:rPr lang="en-US" sz="800">
                          <a:effectLst/>
                        </a:rPr>
                        <a:t>30</a:t>
                      </a:r>
                    </a:p>
                  </a:txBody>
                  <a:tcPr anchor="ctr"/>
                </a:tc>
                <a:tc>
                  <a:txBody>
                    <a:bodyPr/>
                    <a:lstStyle/>
                    <a:p>
                      <a:pPr fontAlgn="base"/>
                      <a:r>
                        <a:rPr lang="en-US" sz="800">
                          <a:effectLst/>
                        </a:rPr>
                        <a:t>1</a:t>
                      </a:r>
                    </a:p>
                  </a:txBody>
                  <a:tcPr anchor="ctr"/>
                </a:tc>
                <a:extLst>
                  <a:ext uri="{0D108BD9-81ED-4DB2-BD59-A6C34878D82A}">
                    <a16:rowId xmlns:a16="http://schemas.microsoft.com/office/drawing/2014/main" val="817031098"/>
                  </a:ext>
                </a:extLst>
              </a:tr>
              <a:tr h="153979">
                <a:tc>
                  <a:txBody>
                    <a:bodyPr/>
                    <a:lstStyle/>
                    <a:p>
                      <a:pPr fontAlgn="base"/>
                      <a:r>
                        <a:rPr lang="en-US" sz="800" dirty="0">
                          <a:effectLst/>
                        </a:rPr>
                        <a:t>7</a:t>
                      </a:r>
                    </a:p>
                  </a:txBody>
                  <a:tcPr anchor="ctr"/>
                </a:tc>
                <a:tc>
                  <a:txBody>
                    <a:bodyPr/>
                    <a:lstStyle/>
                    <a:p>
                      <a:pPr fontAlgn="base"/>
                      <a:r>
                        <a:rPr lang="en-US" sz="800">
                          <a:effectLst/>
                        </a:rPr>
                        <a:t>350</a:t>
                      </a:r>
                    </a:p>
                  </a:txBody>
                  <a:tcPr anchor="ctr"/>
                </a:tc>
                <a:tc>
                  <a:txBody>
                    <a:bodyPr/>
                    <a:lstStyle/>
                    <a:p>
                      <a:pPr fontAlgn="base"/>
                      <a:r>
                        <a:rPr lang="en-US" sz="800">
                          <a:effectLst/>
                        </a:rPr>
                        <a:t>1850</a:t>
                      </a:r>
                    </a:p>
                  </a:txBody>
                  <a:tcPr anchor="ctr"/>
                </a:tc>
                <a:tc>
                  <a:txBody>
                    <a:bodyPr/>
                    <a:lstStyle/>
                    <a:p>
                      <a:pPr fontAlgn="base"/>
                      <a:r>
                        <a:rPr lang="en-US" sz="800">
                          <a:effectLst/>
                        </a:rPr>
                        <a:t>4</a:t>
                      </a:r>
                    </a:p>
                  </a:txBody>
                  <a:tcPr anchor="ctr"/>
                </a:tc>
                <a:tc>
                  <a:txBody>
                    <a:bodyPr/>
                    <a:lstStyle/>
                    <a:p>
                      <a:pPr fontAlgn="base"/>
                      <a:r>
                        <a:rPr lang="en-US" sz="800">
                          <a:effectLst/>
                        </a:rPr>
                        <a:t>8</a:t>
                      </a:r>
                    </a:p>
                  </a:txBody>
                  <a:tcPr anchor="ctr"/>
                </a:tc>
                <a:tc>
                  <a:txBody>
                    <a:bodyPr/>
                    <a:lstStyle/>
                    <a:p>
                      <a:pPr fontAlgn="base"/>
                      <a:r>
                        <a:rPr lang="en-US" sz="800">
                          <a:effectLst/>
                        </a:rPr>
                        <a:t>3</a:t>
                      </a:r>
                    </a:p>
                  </a:txBody>
                  <a:tcPr anchor="ctr"/>
                </a:tc>
                <a:extLst>
                  <a:ext uri="{0D108BD9-81ED-4DB2-BD59-A6C34878D82A}">
                    <a16:rowId xmlns:a16="http://schemas.microsoft.com/office/drawing/2014/main" val="3964781420"/>
                  </a:ext>
                </a:extLst>
              </a:tr>
              <a:tr h="153979">
                <a:tc>
                  <a:txBody>
                    <a:bodyPr/>
                    <a:lstStyle/>
                    <a:p>
                      <a:pPr fontAlgn="base"/>
                      <a:r>
                        <a:rPr lang="en-US" sz="800" dirty="0">
                          <a:effectLst/>
                        </a:rPr>
                        <a:t>8</a:t>
                      </a:r>
                    </a:p>
                  </a:txBody>
                  <a:tcPr anchor="ctr"/>
                </a:tc>
                <a:tc>
                  <a:txBody>
                    <a:bodyPr/>
                    <a:lstStyle/>
                    <a:p>
                      <a:pPr fontAlgn="base"/>
                      <a:r>
                        <a:rPr lang="en-US" sz="800">
                          <a:effectLst/>
                        </a:rPr>
                        <a:t>300</a:t>
                      </a:r>
                    </a:p>
                  </a:txBody>
                  <a:tcPr anchor="ctr"/>
                </a:tc>
                <a:tc>
                  <a:txBody>
                    <a:bodyPr/>
                    <a:lstStyle/>
                    <a:p>
                      <a:pPr fontAlgn="base"/>
                      <a:r>
                        <a:rPr lang="en-US" sz="800">
                          <a:effectLst/>
                        </a:rPr>
                        <a:t>1600</a:t>
                      </a:r>
                    </a:p>
                  </a:txBody>
                  <a:tcPr anchor="ctr"/>
                </a:tc>
                <a:tc>
                  <a:txBody>
                    <a:bodyPr/>
                    <a:lstStyle/>
                    <a:p>
                      <a:pPr fontAlgn="base"/>
                      <a:r>
                        <a:rPr lang="en-US" sz="800">
                          <a:effectLst/>
                        </a:rPr>
                        <a:t>3</a:t>
                      </a:r>
                    </a:p>
                  </a:txBody>
                  <a:tcPr anchor="ctr"/>
                </a:tc>
                <a:tc>
                  <a:txBody>
                    <a:bodyPr/>
                    <a:lstStyle/>
                    <a:p>
                      <a:pPr fontAlgn="base"/>
                      <a:r>
                        <a:rPr lang="en-US" sz="800">
                          <a:effectLst/>
                        </a:rPr>
                        <a:t>12</a:t>
                      </a:r>
                    </a:p>
                  </a:txBody>
                  <a:tcPr anchor="ctr"/>
                </a:tc>
                <a:tc>
                  <a:txBody>
                    <a:bodyPr/>
                    <a:lstStyle/>
                    <a:p>
                      <a:pPr fontAlgn="base"/>
                      <a:r>
                        <a:rPr lang="en-US" sz="800">
                          <a:effectLst/>
                        </a:rPr>
                        <a:t>2</a:t>
                      </a:r>
                    </a:p>
                  </a:txBody>
                  <a:tcPr anchor="ctr"/>
                </a:tc>
                <a:extLst>
                  <a:ext uri="{0D108BD9-81ED-4DB2-BD59-A6C34878D82A}">
                    <a16:rowId xmlns:a16="http://schemas.microsoft.com/office/drawing/2014/main" val="1673048863"/>
                  </a:ext>
                </a:extLst>
              </a:tr>
              <a:tr h="153979">
                <a:tc>
                  <a:txBody>
                    <a:bodyPr/>
                    <a:lstStyle/>
                    <a:p>
                      <a:pPr fontAlgn="base"/>
                      <a:r>
                        <a:rPr lang="en-US" sz="800" dirty="0">
                          <a:effectLst/>
                        </a:rPr>
                        <a:t>9</a:t>
                      </a:r>
                    </a:p>
                  </a:txBody>
                  <a:tcPr anchor="ctr"/>
                </a:tc>
                <a:tc>
                  <a:txBody>
                    <a:bodyPr/>
                    <a:lstStyle/>
                    <a:p>
                      <a:pPr fontAlgn="base"/>
                      <a:r>
                        <a:rPr lang="en-US" sz="800">
                          <a:effectLst/>
                        </a:rPr>
                        <a:t>280</a:t>
                      </a:r>
                    </a:p>
                  </a:txBody>
                  <a:tcPr anchor="ctr"/>
                </a:tc>
                <a:tc>
                  <a:txBody>
                    <a:bodyPr/>
                    <a:lstStyle/>
                    <a:p>
                      <a:pPr fontAlgn="base"/>
                      <a:r>
                        <a:rPr lang="en-US" sz="800">
                          <a:effectLst/>
                        </a:rPr>
                        <a:t>1500</a:t>
                      </a:r>
                    </a:p>
                  </a:txBody>
                  <a:tcPr anchor="ctr"/>
                </a:tc>
                <a:tc>
                  <a:txBody>
                    <a:bodyPr/>
                    <a:lstStyle/>
                    <a:p>
                      <a:pPr fontAlgn="base"/>
                      <a:r>
                        <a:rPr lang="en-US" sz="800">
                          <a:effectLst/>
                        </a:rPr>
                        <a:t>3</a:t>
                      </a:r>
                    </a:p>
                  </a:txBody>
                  <a:tcPr anchor="ctr"/>
                </a:tc>
                <a:tc>
                  <a:txBody>
                    <a:bodyPr/>
                    <a:lstStyle/>
                    <a:p>
                      <a:pPr fontAlgn="base"/>
                      <a:r>
                        <a:rPr lang="en-US" sz="800">
                          <a:effectLst/>
                        </a:rPr>
                        <a:t>10</a:t>
                      </a:r>
                    </a:p>
                  </a:txBody>
                  <a:tcPr anchor="ctr"/>
                </a:tc>
                <a:tc>
                  <a:txBody>
                    <a:bodyPr/>
                    <a:lstStyle/>
                    <a:p>
                      <a:pPr fontAlgn="base"/>
                      <a:r>
                        <a:rPr lang="en-US" sz="800">
                          <a:effectLst/>
                        </a:rPr>
                        <a:t>2</a:t>
                      </a:r>
                    </a:p>
                  </a:txBody>
                  <a:tcPr anchor="ctr"/>
                </a:tc>
                <a:extLst>
                  <a:ext uri="{0D108BD9-81ED-4DB2-BD59-A6C34878D82A}">
                    <a16:rowId xmlns:a16="http://schemas.microsoft.com/office/drawing/2014/main" val="1140464112"/>
                  </a:ext>
                </a:extLst>
              </a:tr>
              <a:tr h="153979">
                <a:tc>
                  <a:txBody>
                    <a:bodyPr/>
                    <a:lstStyle/>
                    <a:p>
                      <a:pPr fontAlgn="base"/>
                      <a:r>
                        <a:rPr lang="en-US" sz="800" dirty="0">
                          <a:effectLst/>
                        </a:rPr>
                        <a:t>10</a:t>
                      </a:r>
                    </a:p>
                  </a:txBody>
                  <a:tcPr anchor="ctr"/>
                </a:tc>
                <a:tc>
                  <a:txBody>
                    <a:bodyPr/>
                    <a:lstStyle/>
                    <a:p>
                      <a:pPr fontAlgn="base"/>
                      <a:r>
                        <a:rPr lang="en-US" sz="800">
                          <a:effectLst/>
                        </a:rPr>
                        <a:t>310</a:t>
                      </a:r>
                    </a:p>
                  </a:txBody>
                  <a:tcPr anchor="ctr"/>
                </a:tc>
                <a:tc>
                  <a:txBody>
                    <a:bodyPr/>
                    <a:lstStyle/>
                    <a:p>
                      <a:pPr fontAlgn="base"/>
                      <a:r>
                        <a:rPr lang="en-US" sz="800">
                          <a:effectLst/>
                        </a:rPr>
                        <a:t>1700</a:t>
                      </a:r>
                    </a:p>
                  </a:txBody>
                  <a:tcPr anchor="ctr"/>
                </a:tc>
                <a:tc>
                  <a:txBody>
                    <a:bodyPr/>
                    <a:lstStyle/>
                    <a:p>
                      <a:pPr fontAlgn="base"/>
                      <a:r>
                        <a:rPr lang="en-US" sz="800">
                          <a:effectLst/>
                        </a:rPr>
                        <a:t>3</a:t>
                      </a:r>
                    </a:p>
                  </a:txBody>
                  <a:tcPr anchor="ctr"/>
                </a:tc>
                <a:tc>
                  <a:txBody>
                    <a:bodyPr/>
                    <a:lstStyle/>
                    <a:p>
                      <a:pPr fontAlgn="base"/>
                      <a:r>
                        <a:rPr lang="en-US" sz="800">
                          <a:effectLst/>
                        </a:rPr>
                        <a:t>6</a:t>
                      </a:r>
                    </a:p>
                  </a:txBody>
                  <a:tcPr anchor="ctr"/>
                </a:tc>
                <a:tc>
                  <a:txBody>
                    <a:bodyPr/>
                    <a:lstStyle/>
                    <a:p>
                      <a:pPr fontAlgn="base"/>
                      <a:r>
                        <a:rPr lang="en-US" sz="800" dirty="0">
                          <a:effectLst/>
                        </a:rPr>
                        <a:t>3</a:t>
                      </a:r>
                    </a:p>
                  </a:txBody>
                  <a:tcPr anchor="ctr"/>
                </a:tc>
                <a:extLst>
                  <a:ext uri="{0D108BD9-81ED-4DB2-BD59-A6C34878D82A}">
                    <a16:rowId xmlns:a16="http://schemas.microsoft.com/office/drawing/2014/main" val="3191958424"/>
                  </a:ext>
                </a:extLst>
              </a:tr>
            </a:tbl>
          </a:graphicData>
        </a:graphic>
      </p:graphicFrame>
      <p:pic>
        <p:nvPicPr>
          <p:cNvPr id="7" name="Picture 6">
            <a:extLst>
              <a:ext uri="{FF2B5EF4-FFF2-40B4-BE49-F238E27FC236}">
                <a16:creationId xmlns:a16="http://schemas.microsoft.com/office/drawing/2014/main" id="{98586F92-0EDA-112D-2826-05772E5428E5}"/>
              </a:ext>
            </a:extLst>
          </p:cNvPr>
          <p:cNvPicPr>
            <a:picLocks noChangeAspect="1"/>
          </p:cNvPicPr>
          <p:nvPr/>
        </p:nvPicPr>
        <p:blipFill>
          <a:blip r:embed="rId2"/>
          <a:stretch>
            <a:fillRect/>
          </a:stretch>
        </p:blipFill>
        <p:spPr>
          <a:xfrm>
            <a:off x="6441936" y="2277646"/>
            <a:ext cx="5777640" cy="4233879"/>
          </a:xfrm>
          <a:prstGeom prst="rect">
            <a:avLst/>
          </a:prstGeom>
        </p:spPr>
      </p:pic>
      <p:pic>
        <p:nvPicPr>
          <p:cNvPr id="9" name="Picture 8">
            <a:extLst>
              <a:ext uri="{FF2B5EF4-FFF2-40B4-BE49-F238E27FC236}">
                <a16:creationId xmlns:a16="http://schemas.microsoft.com/office/drawing/2014/main" id="{6370D8D2-2589-C90C-F7AE-12C65948AB2D}"/>
              </a:ext>
            </a:extLst>
          </p:cNvPr>
          <p:cNvPicPr>
            <a:picLocks noChangeAspect="1"/>
          </p:cNvPicPr>
          <p:nvPr/>
        </p:nvPicPr>
        <p:blipFill>
          <a:blip r:embed="rId3"/>
          <a:stretch>
            <a:fillRect/>
          </a:stretch>
        </p:blipFill>
        <p:spPr>
          <a:xfrm>
            <a:off x="838200" y="1912328"/>
            <a:ext cx="5329912" cy="2710589"/>
          </a:xfrm>
          <a:prstGeom prst="rect">
            <a:avLst/>
          </a:prstGeom>
        </p:spPr>
      </p:pic>
      <p:pic>
        <p:nvPicPr>
          <p:cNvPr id="10" name="Picture 9">
            <a:extLst>
              <a:ext uri="{FF2B5EF4-FFF2-40B4-BE49-F238E27FC236}">
                <a16:creationId xmlns:a16="http://schemas.microsoft.com/office/drawing/2014/main" id="{3C1899D1-49FE-EC13-1D48-5422334F6F2D}"/>
              </a:ext>
            </a:extLst>
          </p:cNvPr>
          <p:cNvPicPr>
            <a:picLocks noChangeAspect="1"/>
          </p:cNvPicPr>
          <p:nvPr/>
        </p:nvPicPr>
        <p:blipFill>
          <a:blip r:embed="rId4"/>
          <a:stretch>
            <a:fillRect/>
          </a:stretch>
        </p:blipFill>
        <p:spPr>
          <a:xfrm>
            <a:off x="109753" y="2808026"/>
            <a:ext cx="2445930" cy="1063628"/>
          </a:xfrm>
          <a:prstGeom prst="rect">
            <a:avLst/>
          </a:prstGeom>
        </p:spPr>
      </p:pic>
      <p:sp>
        <p:nvSpPr>
          <p:cNvPr id="11" name="Oval 10">
            <a:extLst>
              <a:ext uri="{FF2B5EF4-FFF2-40B4-BE49-F238E27FC236}">
                <a16:creationId xmlns:a16="http://schemas.microsoft.com/office/drawing/2014/main" id="{52DD853A-58EF-69C7-999F-EBCA88EE6F22}"/>
              </a:ext>
            </a:extLst>
          </p:cNvPr>
          <p:cNvSpPr/>
          <p:nvPr/>
        </p:nvSpPr>
        <p:spPr>
          <a:xfrm>
            <a:off x="214180" y="244270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2" name="Oval 11">
            <a:extLst>
              <a:ext uri="{FF2B5EF4-FFF2-40B4-BE49-F238E27FC236}">
                <a16:creationId xmlns:a16="http://schemas.microsoft.com/office/drawing/2014/main" id="{4BDD65AB-79BA-90A9-C4EE-EC21F06F6356}"/>
              </a:ext>
            </a:extLst>
          </p:cNvPr>
          <p:cNvSpPr/>
          <p:nvPr/>
        </p:nvSpPr>
        <p:spPr>
          <a:xfrm>
            <a:off x="2380585" y="1646772"/>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 name="Oval 12">
            <a:extLst>
              <a:ext uri="{FF2B5EF4-FFF2-40B4-BE49-F238E27FC236}">
                <a16:creationId xmlns:a16="http://schemas.microsoft.com/office/drawing/2014/main" id="{5EA95B73-3AB1-6B03-701D-13CD3D3254F4}"/>
              </a:ext>
            </a:extLst>
          </p:cNvPr>
          <p:cNvSpPr/>
          <p:nvPr/>
        </p:nvSpPr>
        <p:spPr>
          <a:xfrm>
            <a:off x="8327045" y="1912328"/>
            <a:ext cx="350196" cy="3653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39882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normAutofit/>
          </a:bodyPr>
          <a:lstStyle/>
          <a:p>
            <a:pPr marL="0" indent="0">
              <a:buNone/>
            </a:pPr>
            <a:r>
              <a:rPr lang="en-US" dirty="0"/>
              <a:t>1. Linearity</a:t>
            </a:r>
          </a:p>
          <a:p>
            <a:r>
              <a:rPr lang="en-US" dirty="0"/>
              <a:t>The relationship between the independent variables (predictors) and the dependent variable (response) should be linear. This means that the change in the dependent variable is proportional to the change in the independent variable.</a:t>
            </a:r>
          </a:p>
          <a:p>
            <a:r>
              <a:rPr lang="en-US" b="1" dirty="0"/>
              <a:t>Example</a:t>
            </a:r>
            <a:r>
              <a:rPr lang="en-US" dirty="0"/>
              <a:t>: If you are predicting house prices (dependent variable) based on the size of the house (independent variable), a linear relationship implies that each additional square foot of the house size increases the price by a constant amount.</a:t>
            </a:r>
          </a:p>
        </p:txBody>
      </p:sp>
    </p:spTree>
    <p:extLst>
      <p:ext uri="{BB962C8B-B14F-4D97-AF65-F5344CB8AC3E}">
        <p14:creationId xmlns:p14="http://schemas.microsoft.com/office/powerpoint/2010/main" val="148099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3714-6F7E-3A96-C0A8-B864075CE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19EF-655A-876D-A20D-955157C7420B}"/>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83ED29CA-FE26-6777-1F1A-6F46BCEEB9BB}"/>
              </a:ext>
            </a:extLst>
          </p:cNvPr>
          <p:cNvSpPr>
            <a:spLocks noGrp="1"/>
          </p:cNvSpPr>
          <p:nvPr>
            <p:ph idx="1"/>
          </p:nvPr>
        </p:nvSpPr>
        <p:spPr/>
        <p:txBody>
          <a:bodyPr>
            <a:normAutofit/>
          </a:bodyPr>
          <a:lstStyle/>
          <a:p>
            <a:r>
              <a:rPr lang="en-US" b="1" dirty="0"/>
              <a:t>How to Test Linearity</a:t>
            </a:r>
            <a:r>
              <a:rPr lang="en-US" dirty="0"/>
              <a:t>: Plot the residuals vs. predicted using a scatter plot, look for a random distribution (no patterns).</a:t>
            </a:r>
          </a:p>
        </p:txBody>
      </p:sp>
      <p:pic>
        <p:nvPicPr>
          <p:cNvPr id="7170" name="Picture 2" descr="A Basic Guide to Testing the Assumptions of Linear Regression in R">
            <a:extLst>
              <a:ext uri="{FF2B5EF4-FFF2-40B4-BE49-F238E27FC236}">
                <a16:creationId xmlns:a16="http://schemas.microsoft.com/office/drawing/2014/main" id="{AF89B1EB-4AD3-6E64-5A9B-9A00BD5EF2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3882" y="2380218"/>
            <a:ext cx="4633295" cy="304964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A Basic Guide to Testing the Assumptions of Linear Regression in R">
            <a:extLst>
              <a:ext uri="{FF2B5EF4-FFF2-40B4-BE49-F238E27FC236}">
                <a16:creationId xmlns:a16="http://schemas.microsoft.com/office/drawing/2014/main" id="{B620BAD4-C68B-A239-E964-52B8908CD0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964" y="2537712"/>
            <a:ext cx="4876800" cy="27717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50F4B6-EF46-BA8E-B021-A9DD446047EA}"/>
              </a:ext>
            </a:extLst>
          </p:cNvPr>
          <p:cNvSpPr txBox="1"/>
          <p:nvPr/>
        </p:nvSpPr>
        <p:spPr>
          <a:xfrm>
            <a:off x="838200" y="5590143"/>
            <a:ext cx="11195957" cy="1200329"/>
          </a:xfrm>
          <a:prstGeom prst="rect">
            <a:avLst/>
          </a:prstGeom>
          <a:noFill/>
        </p:spPr>
        <p:txBody>
          <a:bodyPr wrap="square">
            <a:spAutoFit/>
          </a:bodyPr>
          <a:lstStyle/>
          <a:p>
            <a:r>
              <a:rPr lang="en-US" sz="2400" dirty="0"/>
              <a:t>To check if the relationship between the independent variable (Size) and the dependent variable (Price) is linear, we look for patterns in the residuals, a random scatter indicates a linear relationship while curves or trends suggest a non-linear relationship.</a:t>
            </a:r>
          </a:p>
        </p:txBody>
      </p:sp>
    </p:spTree>
    <p:extLst>
      <p:ext uri="{BB962C8B-B14F-4D97-AF65-F5344CB8AC3E}">
        <p14:creationId xmlns:p14="http://schemas.microsoft.com/office/powerpoint/2010/main" val="1270641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46215-163A-44DA-3525-DE4C24E59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07860-FC48-0655-7561-C5DEB28A03C8}"/>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D33E66F3-8397-4994-28A4-1DCE141C618C}"/>
              </a:ext>
            </a:extLst>
          </p:cNvPr>
          <p:cNvSpPr>
            <a:spLocks noGrp="1"/>
          </p:cNvSpPr>
          <p:nvPr>
            <p:ph idx="1"/>
          </p:nvPr>
        </p:nvSpPr>
        <p:spPr/>
        <p:txBody>
          <a:bodyPr>
            <a:normAutofit/>
          </a:bodyPr>
          <a:lstStyle/>
          <a:p>
            <a:pPr marL="0" indent="0">
              <a:buNone/>
            </a:pPr>
            <a:r>
              <a:rPr lang="en-US" dirty="0"/>
              <a:t>2. Independence</a:t>
            </a:r>
          </a:p>
          <a:p>
            <a:r>
              <a:rPr lang="en-US" dirty="0"/>
              <a:t>Observations should be independent of each other. This means that the residuals (errors) should not be correlated across observations. This assumption is important for the validity of standard statistical tests.</a:t>
            </a:r>
          </a:p>
          <a:p>
            <a:r>
              <a:rPr lang="en-US" dirty="0"/>
              <a:t>Example: In a study measuring the effect of a new drug on blood pressure, each patient's measurement should be independent. If measurements from the same patient at different times are used, they are not independent.</a:t>
            </a:r>
          </a:p>
          <a:p>
            <a:r>
              <a:rPr lang="en-US" b="1" dirty="0"/>
              <a:t>How to Test</a:t>
            </a:r>
            <a:r>
              <a:rPr lang="en-US" dirty="0"/>
              <a:t>: Use the Durbin-Watson test to check for autocorrelation in residuals, particularly for time-series data. This test calculates a test statistic (range 0-4). A value around 2 indicates no autocorrelation, values &lt;2 suggest positive autocorrelation, and &gt;2 indicate negative autocorrelation.</a:t>
            </a:r>
          </a:p>
        </p:txBody>
      </p:sp>
    </p:spTree>
    <p:extLst>
      <p:ext uri="{BB962C8B-B14F-4D97-AF65-F5344CB8AC3E}">
        <p14:creationId xmlns:p14="http://schemas.microsoft.com/office/powerpoint/2010/main" val="4114896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6F4E-5B57-8CFB-F8DC-DF550140A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01319-53D6-1634-C53E-BE011F4A8684}"/>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978883A7-D876-AEF2-76C8-90BFC8E97077}"/>
              </a:ext>
            </a:extLst>
          </p:cNvPr>
          <p:cNvSpPr>
            <a:spLocks noGrp="1"/>
          </p:cNvSpPr>
          <p:nvPr>
            <p:ph idx="1"/>
          </p:nvPr>
        </p:nvSpPr>
        <p:spPr/>
        <p:txBody>
          <a:bodyPr>
            <a:normAutofit/>
          </a:bodyPr>
          <a:lstStyle/>
          <a:p>
            <a:pPr marL="0" indent="0">
              <a:buNone/>
            </a:pPr>
            <a:r>
              <a:rPr lang="en-US" dirty="0"/>
              <a:t>3. Homoscedasticity</a:t>
            </a:r>
          </a:p>
          <a:p>
            <a:r>
              <a:rPr lang="en-US" dirty="0"/>
              <a:t>The variance of the error terms (residuals) should be constant across all levels of the independent variables. If this assumption is violated, it indicates heteroscedasticity, meaning the spread of residuals varies at different levels of the independent variables.</a:t>
            </a:r>
          </a:p>
          <a:p>
            <a:r>
              <a:rPr lang="en-US" dirty="0"/>
              <a:t>Example: When plotting residuals against fitted values in a regression analysis of apartment prices against apartment size, the spread of residuals should be roughly constant. If residuals spread out more as apartment size increases, this indicates heteroscedasticity.</a:t>
            </a:r>
          </a:p>
        </p:txBody>
      </p:sp>
    </p:spTree>
    <p:extLst>
      <p:ext uri="{BB962C8B-B14F-4D97-AF65-F5344CB8AC3E}">
        <p14:creationId xmlns:p14="http://schemas.microsoft.com/office/powerpoint/2010/main" val="3794385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C746-5913-7DD4-D696-080925D20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8D303-3EA8-439E-E0D9-A46A751E01C3}"/>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6719E367-A4FE-AE2B-34B1-1DA0024C6A20}"/>
              </a:ext>
            </a:extLst>
          </p:cNvPr>
          <p:cNvSpPr>
            <a:spLocks noGrp="1"/>
          </p:cNvSpPr>
          <p:nvPr>
            <p:ph idx="1"/>
          </p:nvPr>
        </p:nvSpPr>
        <p:spPr>
          <a:xfrm>
            <a:off x="838200" y="1706007"/>
            <a:ext cx="10515600" cy="988207"/>
          </a:xfrm>
        </p:spPr>
        <p:txBody>
          <a:bodyPr>
            <a:normAutofit/>
          </a:bodyPr>
          <a:lstStyle/>
          <a:p>
            <a:r>
              <a:rPr lang="en-US" b="1" dirty="0"/>
              <a:t>How to Test Homoscedasticity</a:t>
            </a:r>
            <a:r>
              <a:rPr lang="en-US" dirty="0"/>
              <a:t> : Plot residuals vs. predicted values. The spread of residuals variance should be consistent (no funnel-shaped patterns).</a:t>
            </a:r>
          </a:p>
        </p:txBody>
      </p:sp>
      <p:pic>
        <p:nvPicPr>
          <p:cNvPr id="6146" name="Picture 2">
            <a:extLst>
              <a:ext uri="{FF2B5EF4-FFF2-40B4-BE49-F238E27FC236}">
                <a16:creationId xmlns:a16="http://schemas.microsoft.com/office/drawing/2014/main" id="{F4194E29-81D9-5FD3-B646-EAFBE7BE72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694214"/>
            <a:ext cx="6667500" cy="3686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97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9152-7E14-E2FC-7B36-B8A019759F6D}"/>
              </a:ext>
            </a:extLst>
          </p:cNvPr>
          <p:cNvSpPr>
            <a:spLocks noGrp="1"/>
          </p:cNvSpPr>
          <p:nvPr>
            <p:ph type="title"/>
          </p:nvPr>
        </p:nvSpPr>
        <p:spPr/>
        <p:txBody>
          <a:bodyPr/>
          <a:lstStyle/>
          <a:p>
            <a:r>
              <a:rPr lang="en-US" dirty="0"/>
              <a:t>Assumptions of Linear Regression</a:t>
            </a:r>
          </a:p>
        </p:txBody>
      </p:sp>
      <p:sp>
        <p:nvSpPr>
          <p:cNvPr id="3" name="Content Placeholder 2">
            <a:extLst>
              <a:ext uri="{FF2B5EF4-FFF2-40B4-BE49-F238E27FC236}">
                <a16:creationId xmlns:a16="http://schemas.microsoft.com/office/drawing/2014/main" id="{A65C5F38-2118-DD61-42D4-371CCEDADFFD}"/>
              </a:ext>
            </a:extLst>
          </p:cNvPr>
          <p:cNvSpPr>
            <a:spLocks noGrp="1"/>
          </p:cNvSpPr>
          <p:nvPr>
            <p:ph idx="1"/>
          </p:nvPr>
        </p:nvSpPr>
        <p:spPr/>
        <p:txBody>
          <a:bodyPr>
            <a:normAutofit/>
          </a:bodyPr>
          <a:lstStyle/>
          <a:p>
            <a:pPr marL="0" indent="0">
              <a:buNone/>
            </a:pPr>
            <a:r>
              <a:rPr lang="en-US" sz="2000" dirty="0"/>
              <a:t>4. Normal Distribution of Errors</a:t>
            </a:r>
          </a:p>
          <a:p>
            <a:r>
              <a:rPr lang="en-US" sz="2000" dirty="0"/>
              <a:t>The error terms should be normally distributed. This assumption is especially important for small sample sizes because it affects the validity of confidence intervals and hypothesis tests.</a:t>
            </a:r>
          </a:p>
          <a:p>
            <a:r>
              <a:rPr lang="en-US" sz="2000" dirty="0"/>
              <a:t>Example: After fitting a regression model predicting apartment price based on apartment size, plotting a histogram or a Q-Q plot of the residuals should show that they follow a normal distribution.</a:t>
            </a:r>
          </a:p>
          <a:p>
            <a:pPr marL="0" indent="0">
              <a:buNone/>
            </a:pPr>
            <a:endParaRPr lang="en-US" sz="2000" dirty="0"/>
          </a:p>
        </p:txBody>
      </p:sp>
      <p:graphicFrame>
        <p:nvGraphicFramePr>
          <p:cNvPr id="8" name="Table 7">
            <a:extLst>
              <a:ext uri="{FF2B5EF4-FFF2-40B4-BE49-F238E27FC236}">
                <a16:creationId xmlns:a16="http://schemas.microsoft.com/office/drawing/2014/main" id="{CC8499AA-D51B-F138-9281-A3831B8EEE55}"/>
              </a:ext>
            </a:extLst>
          </p:cNvPr>
          <p:cNvGraphicFramePr>
            <a:graphicFrameLocks noGrp="1"/>
          </p:cNvGraphicFramePr>
          <p:nvPr>
            <p:extLst>
              <p:ext uri="{D42A27DB-BD31-4B8C-83A1-F6EECF244321}">
                <p14:modId xmlns:p14="http://schemas.microsoft.com/office/powerpoint/2010/main" val="909373896"/>
              </p:ext>
            </p:extLst>
          </p:nvPr>
        </p:nvGraphicFramePr>
        <p:xfrm>
          <a:off x="990598" y="3955452"/>
          <a:ext cx="5246915" cy="2624961"/>
        </p:xfrm>
        <a:graphic>
          <a:graphicData uri="http://schemas.openxmlformats.org/drawingml/2006/table">
            <a:tbl>
              <a:tblPr>
                <a:tableStyleId>{5C22544A-7EE6-4342-B048-85BDC9FD1C3A}</a:tableStyleId>
              </a:tblPr>
              <a:tblGrid>
                <a:gridCol w="1088926">
                  <a:extLst>
                    <a:ext uri="{9D8B030D-6E8A-4147-A177-3AD203B41FA5}">
                      <a16:colId xmlns:a16="http://schemas.microsoft.com/office/drawing/2014/main" val="1908248969"/>
                    </a:ext>
                  </a:extLst>
                </a:gridCol>
                <a:gridCol w="1440098">
                  <a:extLst>
                    <a:ext uri="{9D8B030D-6E8A-4147-A177-3AD203B41FA5}">
                      <a16:colId xmlns:a16="http://schemas.microsoft.com/office/drawing/2014/main" val="866234852"/>
                    </a:ext>
                  </a:extLst>
                </a:gridCol>
                <a:gridCol w="672833">
                  <a:extLst>
                    <a:ext uri="{9D8B030D-6E8A-4147-A177-3AD203B41FA5}">
                      <a16:colId xmlns:a16="http://schemas.microsoft.com/office/drawing/2014/main" val="49144738"/>
                    </a:ext>
                  </a:extLst>
                </a:gridCol>
                <a:gridCol w="814481">
                  <a:extLst>
                    <a:ext uri="{9D8B030D-6E8A-4147-A177-3AD203B41FA5}">
                      <a16:colId xmlns:a16="http://schemas.microsoft.com/office/drawing/2014/main" val="637350482"/>
                    </a:ext>
                  </a:extLst>
                </a:gridCol>
                <a:gridCol w="1230577">
                  <a:extLst>
                    <a:ext uri="{9D8B030D-6E8A-4147-A177-3AD203B41FA5}">
                      <a16:colId xmlns:a16="http://schemas.microsoft.com/office/drawing/2014/main" val="719140480"/>
                    </a:ext>
                  </a:extLst>
                </a:gridCol>
              </a:tblGrid>
              <a:tr h="237553">
                <a:tc>
                  <a:txBody>
                    <a:bodyPr/>
                    <a:lstStyle/>
                    <a:p>
                      <a:pPr algn="ctr" fontAlgn="b"/>
                      <a:r>
                        <a:rPr lang="en-US" sz="1100" u="none" strike="noStrike">
                          <a:effectLst/>
                        </a:rPr>
                        <a:t>Residuals</a:t>
                      </a:r>
                      <a:endParaRPr lang="en-US" sz="1100" b="1" i="1"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Standard Residuals</a:t>
                      </a:r>
                      <a:endParaRPr lang="en-US" sz="1100" b="1" i="1"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Rank</a:t>
                      </a:r>
                      <a:endParaRPr lang="en-U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Percentiles</a:t>
                      </a:r>
                      <a:endParaRPr lang="en-U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Theoritical Residuals</a:t>
                      </a:r>
                      <a:endParaRPr lang="en-US" sz="1100" b="1" i="0" u="none" strike="noStrike">
                        <a:solidFill>
                          <a:srgbClr val="FFFFFF"/>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16477142"/>
                  </a:ext>
                </a:extLst>
              </a:tr>
              <a:tr h="237553">
                <a:tc>
                  <a:txBody>
                    <a:bodyPr/>
                    <a:lstStyle/>
                    <a:p>
                      <a:pPr algn="r" fontAlgn="b"/>
                      <a:r>
                        <a:rPr lang="en-US" sz="1100" u="none" strike="noStrike">
                          <a:effectLst/>
                        </a:rPr>
                        <a:t>-32.890625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-1.425656831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-1.644853627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67946646"/>
                  </a:ext>
                </a:extLst>
              </a:tr>
              <a:tr h="237553">
                <a:tc>
                  <a:txBody>
                    <a:bodyPr/>
                    <a:lstStyle/>
                    <a:p>
                      <a:pPr algn="r" fontAlgn="b"/>
                      <a:r>
                        <a:rPr lang="en-US" sz="1100" u="none" strike="noStrike">
                          <a:effectLst/>
                        </a:rPr>
                        <a:t>-30.78125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-1.334225158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0.15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-1.036433389</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1464077"/>
                  </a:ext>
                </a:extLst>
              </a:tr>
              <a:tr h="237553">
                <a:tc>
                  <a:txBody>
                    <a:bodyPr/>
                    <a:lstStyle/>
                    <a:p>
                      <a:pPr algn="r" fontAlgn="b"/>
                      <a:r>
                        <a:rPr lang="en-US" sz="1100" u="none" strike="noStrike">
                          <a:effectLst/>
                        </a:rPr>
                        <a:t>-13.59375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-0.589226339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-0.67448975</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2898134"/>
                  </a:ext>
                </a:extLst>
              </a:tr>
              <a:tr h="237553">
                <a:tc>
                  <a:txBody>
                    <a:bodyPr/>
                    <a:lstStyle/>
                    <a:p>
                      <a:pPr algn="r" fontAlgn="b"/>
                      <a:r>
                        <a:rPr lang="en-US" sz="1100" u="none" strike="noStrike">
                          <a:effectLst/>
                        </a:rPr>
                        <a:t>-6.484375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-0.281067736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-0.385320466</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86057859"/>
                  </a:ext>
                </a:extLst>
              </a:tr>
              <a:tr h="237553">
                <a:tc>
                  <a:txBody>
                    <a:bodyPr/>
                    <a:lstStyle/>
                    <a:p>
                      <a:pPr algn="r" fontAlgn="b"/>
                      <a:r>
                        <a:rPr lang="en-US" sz="1100" u="none" strike="noStrike">
                          <a:effectLst/>
                        </a:rPr>
                        <a:t>-3.671875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-0.159158839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-0.125661347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3539574"/>
                  </a:ext>
                </a:extLst>
              </a:tr>
              <a:tr h="237553">
                <a:tc>
                  <a:txBody>
                    <a:bodyPr/>
                    <a:lstStyle/>
                    <a:p>
                      <a:pPr algn="r" fontAlgn="b"/>
                      <a:r>
                        <a:rPr lang="en-US" sz="1100" u="none" strike="noStrike">
                          <a:effectLst/>
                        </a:rPr>
                        <a:t>-0.859375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-0.037249941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0.55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0.125661347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91340816"/>
                  </a:ext>
                </a:extLst>
              </a:tr>
              <a:tr h="237553">
                <a:tc>
                  <a:txBody>
                    <a:bodyPr/>
                    <a:lstStyle/>
                    <a:p>
                      <a:pPr algn="r" fontAlgn="b"/>
                      <a:r>
                        <a:rPr lang="en-US" sz="1100" u="none" strike="noStrike">
                          <a:effectLst/>
                        </a:rPr>
                        <a:t>7.734375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0.335249469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0.385320466</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5198046"/>
                  </a:ext>
                </a:extLst>
              </a:tr>
              <a:tr h="237553">
                <a:tc>
                  <a:txBody>
                    <a:bodyPr/>
                    <a:lstStyle/>
                    <a:p>
                      <a:pPr algn="r" fontAlgn="b"/>
                      <a:r>
                        <a:rPr lang="en-US" sz="1100" u="none" strike="noStrike">
                          <a:effectLst/>
                        </a:rPr>
                        <a:t>14.921875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0.646794429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0.67448975</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15224401"/>
                  </a:ext>
                </a:extLst>
              </a:tr>
              <a:tr h="237553">
                <a:tc>
                  <a:txBody>
                    <a:bodyPr/>
                    <a:lstStyle/>
                    <a:p>
                      <a:pPr algn="r" fontAlgn="b"/>
                      <a:r>
                        <a:rPr lang="en-US" sz="1100" u="none" strike="noStrike">
                          <a:effectLst/>
                        </a:rPr>
                        <a:t>26.328125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1.141202737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1.036433389</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9231172"/>
                  </a:ext>
                </a:extLst>
              </a:tr>
              <a:tr h="249431">
                <a:tc>
                  <a:txBody>
                    <a:bodyPr/>
                    <a:lstStyle/>
                    <a:p>
                      <a:pPr algn="r" fontAlgn="b"/>
                      <a:r>
                        <a:rPr lang="en-US" sz="1100" u="none" strike="noStrike">
                          <a:effectLst/>
                        </a:rPr>
                        <a:t>39.296875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1.703338209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0.95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1.644853627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19668783"/>
                  </a:ext>
                </a:extLst>
              </a:tr>
            </a:tbl>
          </a:graphicData>
        </a:graphic>
      </p:graphicFrame>
      <p:graphicFrame>
        <p:nvGraphicFramePr>
          <p:cNvPr id="9" name="Chart 8">
            <a:extLst>
              <a:ext uri="{FF2B5EF4-FFF2-40B4-BE49-F238E27FC236}">
                <a16:creationId xmlns:a16="http://schemas.microsoft.com/office/drawing/2014/main" id="{93428C5A-F7AD-A5A5-36DD-A42B79A28E6B}"/>
              </a:ext>
            </a:extLst>
          </p:cNvPr>
          <p:cNvGraphicFramePr>
            <a:graphicFrameLocks/>
          </p:cNvGraphicFramePr>
          <p:nvPr>
            <p:extLst>
              <p:ext uri="{D42A27DB-BD31-4B8C-83A1-F6EECF244321}">
                <p14:modId xmlns:p14="http://schemas.microsoft.com/office/powerpoint/2010/main" val="733187164"/>
              </p:ext>
            </p:extLst>
          </p:nvPr>
        </p:nvGraphicFramePr>
        <p:xfrm>
          <a:off x="6509656" y="390019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47717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B8C1-9D3F-8368-B0BC-D66ED2DD6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71550-D786-7416-0371-8FF7950E8549}"/>
              </a:ext>
            </a:extLst>
          </p:cNvPr>
          <p:cNvSpPr>
            <a:spLocks noGrp="1"/>
          </p:cNvSpPr>
          <p:nvPr>
            <p:ph type="title"/>
          </p:nvPr>
        </p:nvSpPr>
        <p:spPr/>
        <p:txBody>
          <a:bodyPr/>
          <a:lstStyle/>
          <a:p>
            <a:r>
              <a:rPr lang="en-US" dirty="0"/>
              <a:t>Assumptions of Linear Regression</a:t>
            </a:r>
          </a:p>
        </p:txBody>
      </p:sp>
      <p:sp>
        <p:nvSpPr>
          <p:cNvPr id="3" name="Content Placeholder 2">
            <a:extLst>
              <a:ext uri="{FF2B5EF4-FFF2-40B4-BE49-F238E27FC236}">
                <a16:creationId xmlns:a16="http://schemas.microsoft.com/office/drawing/2014/main" id="{B5EBE5AB-A5B7-7A93-34E6-EA5080D2C2C8}"/>
              </a:ext>
            </a:extLst>
          </p:cNvPr>
          <p:cNvSpPr>
            <a:spLocks noGrp="1"/>
          </p:cNvSpPr>
          <p:nvPr>
            <p:ph idx="1"/>
          </p:nvPr>
        </p:nvSpPr>
        <p:spPr/>
        <p:txBody>
          <a:bodyPr>
            <a:normAutofit/>
          </a:bodyPr>
          <a:lstStyle/>
          <a:p>
            <a:pPr marL="0" indent="0">
              <a:buNone/>
            </a:pPr>
            <a:r>
              <a:rPr lang="en-US" sz="2000" dirty="0"/>
              <a:t>5. No Multicollinearity</a:t>
            </a:r>
          </a:p>
          <a:p>
            <a:r>
              <a:rPr lang="en-US" sz="2000" dirty="0"/>
              <a:t>Independent variables should not be too highly correlated with each other. High correlation between predictors (multicollinearity) can inflate the variances of the coefficient estimates and make the model unstable.</a:t>
            </a:r>
          </a:p>
          <a:p>
            <a:r>
              <a:rPr lang="en-US" sz="2000" dirty="0"/>
              <a:t>Example: In a regression model predicting salary based on education level and years of experience, if education level and years of experience are highly correlated, it could cause multicollinearity issues. Checking the Variance Inflation Factor (VIF) can help detect this.</a:t>
            </a:r>
          </a:p>
          <a:p>
            <a:r>
              <a:rPr lang="en-US" sz="2000" b="1" dirty="0"/>
              <a:t>How to Test</a:t>
            </a:r>
            <a:r>
              <a:rPr lang="en-US" sz="2000" dirty="0"/>
              <a:t>: Calculate Variance Inflation Factor (VIF). VIF values above 10 (or sometimes 5) indicate high multicollinearity. A VIF &gt;10 (or sometimes &gt;5) indicates problematic multicollinearity.</a:t>
            </a:r>
          </a:p>
          <a:p>
            <a:endParaRPr lang="en-US" sz="2000" dirty="0"/>
          </a:p>
        </p:txBody>
      </p:sp>
    </p:spTree>
    <p:extLst>
      <p:ext uri="{BB962C8B-B14F-4D97-AF65-F5344CB8AC3E}">
        <p14:creationId xmlns:p14="http://schemas.microsoft.com/office/powerpoint/2010/main" val="3701206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7615</TotalTime>
  <Words>2053</Words>
  <Application>Microsoft Office PowerPoint</Application>
  <PresentationFormat>Widescreen</PresentationFormat>
  <Paragraphs>282</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Google Sans</vt:lpstr>
      <vt:lpstr>Office Theme</vt:lpstr>
      <vt:lpstr>307102 Descriptive Statistics for Business</vt:lpstr>
      <vt:lpstr>Introduction to Regression Analysis</vt:lpstr>
      <vt:lpstr>Types of Regression</vt:lpstr>
      <vt:lpstr>The Regression Equation</vt:lpstr>
      <vt:lpstr>Finding the Best Fit Line</vt:lpstr>
      <vt:lpstr>Finding the Best Fit Line</vt:lpstr>
      <vt:lpstr>Evaluating the Model</vt:lpstr>
      <vt:lpstr>Linear Regression Example</vt:lpstr>
      <vt:lpstr>Simple Linear Regression</vt:lpstr>
      <vt:lpstr>Regression Statistics</vt:lpstr>
      <vt:lpstr>ANOVA (Analysis of Variance):</vt:lpstr>
      <vt:lpstr>Coefficients Table</vt:lpstr>
      <vt:lpstr>Conclusion</vt:lpstr>
      <vt:lpstr>Multiple Linear Regression</vt:lpstr>
      <vt:lpstr>Assumptions of Linear Regression</vt:lpstr>
      <vt:lpstr>Assumptions of Linear Regression</vt:lpstr>
      <vt:lpstr>Assumptions of Linear Regression</vt:lpstr>
      <vt:lpstr>Assumptions of Linear Regression</vt:lpstr>
      <vt:lpstr>Assumptions of Linear Regression</vt:lpstr>
      <vt:lpstr>Assumptions of Linear Regression</vt:lpstr>
      <vt:lpstr>Assumptions of Linear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1116</cp:revision>
  <dcterms:created xsi:type="dcterms:W3CDTF">2023-03-26T11:17:23Z</dcterms:created>
  <dcterms:modified xsi:type="dcterms:W3CDTF">2025-05-16T05:54:50Z</dcterms:modified>
</cp:coreProperties>
</file>