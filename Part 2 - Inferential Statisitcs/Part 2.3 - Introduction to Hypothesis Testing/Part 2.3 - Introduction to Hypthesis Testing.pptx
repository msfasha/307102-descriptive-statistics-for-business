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55"/>
  </p:notesMasterIdLst>
  <p:sldIdLst>
    <p:sldId id="483" r:id="rId2"/>
    <p:sldId id="646" r:id="rId3"/>
    <p:sldId id="645" r:id="rId4"/>
    <p:sldId id="729" r:id="rId5"/>
    <p:sldId id="730" r:id="rId6"/>
    <p:sldId id="731" r:id="rId7"/>
    <p:sldId id="510" r:id="rId8"/>
    <p:sldId id="732" r:id="rId9"/>
    <p:sldId id="733" r:id="rId10"/>
    <p:sldId id="740" r:id="rId11"/>
    <p:sldId id="621" r:id="rId12"/>
    <p:sldId id="514" r:id="rId13"/>
    <p:sldId id="696" r:id="rId14"/>
    <p:sldId id="650" r:id="rId15"/>
    <p:sldId id="649" r:id="rId16"/>
    <p:sldId id="651" r:id="rId17"/>
    <p:sldId id="619" r:id="rId18"/>
    <p:sldId id="647" r:id="rId19"/>
    <p:sldId id="734" r:id="rId20"/>
    <p:sldId id="737" r:id="rId21"/>
    <p:sldId id="748" r:id="rId22"/>
    <p:sldId id="751" r:id="rId23"/>
    <p:sldId id="654" r:id="rId24"/>
    <p:sldId id="655" r:id="rId25"/>
    <p:sldId id="669" r:id="rId26"/>
    <p:sldId id="671" r:id="rId27"/>
    <p:sldId id="667" r:id="rId28"/>
    <p:sldId id="668" r:id="rId29"/>
    <p:sldId id="657" r:id="rId30"/>
    <p:sldId id="670" r:id="rId31"/>
    <p:sldId id="752" r:id="rId32"/>
    <p:sldId id="753" r:id="rId33"/>
    <p:sldId id="757" r:id="rId34"/>
    <p:sldId id="760" r:id="rId35"/>
    <p:sldId id="759" r:id="rId36"/>
    <p:sldId id="758" r:id="rId37"/>
    <p:sldId id="660" r:id="rId38"/>
    <p:sldId id="659" r:id="rId39"/>
    <p:sldId id="763" r:id="rId40"/>
    <p:sldId id="686" r:id="rId41"/>
    <p:sldId id="764" r:id="rId42"/>
    <p:sldId id="688" r:id="rId43"/>
    <p:sldId id="689" r:id="rId44"/>
    <p:sldId id="765" r:id="rId45"/>
    <p:sldId id="692" r:id="rId46"/>
    <p:sldId id="658" r:id="rId47"/>
    <p:sldId id="661" r:id="rId48"/>
    <p:sldId id="672" r:id="rId49"/>
    <p:sldId id="675" r:id="rId50"/>
    <p:sldId id="674" r:id="rId51"/>
    <p:sldId id="728" r:id="rId52"/>
    <p:sldId id="726" r:id="rId53"/>
    <p:sldId id="695" r:id="rId5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Author" initials="A" lastIdx="1" clrIdx="0"/>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00823B"/>
    <a:srgbClr val="67337A"/>
    <a:srgbClr val="00642D"/>
    <a:srgbClr val="98A59E"/>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F852C96-121E-4103-85D0-117B736085A1}" v="98" dt="2025-05-28T03:40:23.501"/>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2A488322-F2BA-4B5B-9748-0D474271808F}" styleName="Medium Style 3 - Accent 6">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6"/>
          </a:solidFill>
        </a:fill>
      </a:tcStyle>
    </a:lastCol>
    <a:firstCol>
      <a:tcTxStyle b="on">
        <a:fontRef idx="minor">
          <a:scrgbClr r="0" g="0" b="0"/>
        </a:fontRef>
        <a:schemeClr val="lt1"/>
      </a:tcTxStyle>
      <a:tcStyle>
        <a:tcBdr/>
        <a:fill>
          <a:solidFill>
            <a:schemeClr val="accent6"/>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6"/>
          </a:solidFill>
        </a:fill>
      </a:tcStyle>
    </a:firstRow>
  </a:tblStyle>
  <a:tblStyle styleId="{74C1A8A3-306A-4EB7-A6B1-4F7E0EB9C5D6}" styleName="Medium Style 3 - Accent 5">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5"/>
          </a:solidFill>
        </a:fill>
      </a:tcStyle>
    </a:lastCol>
    <a:firstCol>
      <a:tcTxStyle b="on">
        <a:fontRef idx="minor">
          <a:scrgbClr r="0" g="0" b="0"/>
        </a:fontRef>
        <a:schemeClr val="lt1"/>
      </a:tcTxStyle>
      <a:tcStyle>
        <a:tcBdr/>
        <a:fill>
          <a:solidFill>
            <a:schemeClr val="accent5"/>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5"/>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327F97BB-C833-4FB7-BDE5-3F7075034690}" styleName="Themed Style 2 - Accent 5">
    <a:tblBg>
      <a:fillRef idx="3">
        <a:schemeClr val="accent5"/>
      </a:fillRef>
      <a:effectRef idx="3">
        <a:schemeClr val="accent5"/>
      </a:effectRef>
    </a:tblBg>
    <a:wholeTbl>
      <a:tcTxStyle>
        <a:fontRef idx="minor">
          <a:scrgbClr r="0" g="0" b="0"/>
        </a:fontRef>
        <a:schemeClr val="lt1"/>
      </a:tcTxStyle>
      <a:tcStyle>
        <a:tcBdr>
          <a:left>
            <a:lnRef idx="1">
              <a:schemeClr val="accent5">
                <a:tint val="50000"/>
              </a:schemeClr>
            </a:lnRef>
          </a:left>
          <a:right>
            <a:lnRef idx="1">
              <a:schemeClr val="accent5">
                <a:tint val="50000"/>
              </a:schemeClr>
            </a:lnRef>
          </a:right>
          <a:top>
            <a:lnRef idx="1">
              <a:schemeClr val="accent5">
                <a:tint val="50000"/>
              </a:schemeClr>
            </a:lnRef>
          </a:top>
          <a:bottom>
            <a:lnRef idx="1">
              <a:schemeClr val="accent5">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E269D01E-BC32-4049-B463-5C60D7B0CCD2}" styleName="Themed Style 2 - Accent 4">
    <a:tblBg>
      <a:fillRef idx="3">
        <a:schemeClr val="accent4"/>
      </a:fillRef>
      <a:effectRef idx="3">
        <a:schemeClr val="accent4"/>
      </a:effectRef>
    </a:tblBg>
    <a:wholeTbl>
      <a:tcTxStyle>
        <a:fontRef idx="minor">
          <a:scrgbClr r="0" g="0" b="0"/>
        </a:fontRef>
        <a:schemeClr val="lt1"/>
      </a:tcTxStyle>
      <a:tcStyle>
        <a:tcBdr>
          <a:left>
            <a:lnRef idx="1">
              <a:schemeClr val="accent4">
                <a:tint val="50000"/>
              </a:schemeClr>
            </a:lnRef>
          </a:left>
          <a:right>
            <a:lnRef idx="1">
              <a:schemeClr val="accent4">
                <a:tint val="50000"/>
              </a:schemeClr>
            </a:lnRef>
          </a:right>
          <a:top>
            <a:lnRef idx="1">
              <a:schemeClr val="accent4">
                <a:tint val="50000"/>
              </a:schemeClr>
            </a:lnRef>
          </a:top>
          <a:bottom>
            <a:lnRef idx="1">
              <a:schemeClr val="accent4">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306799F8-075E-4A3A-A7F6-7FBC6576F1A4}" styleName="Themed Style 2 - Accent 3">
    <a:tblBg>
      <a:fillRef idx="3">
        <a:schemeClr val="accent3"/>
      </a:fillRef>
      <a:effectRef idx="3">
        <a:schemeClr val="accent3"/>
      </a:effectRef>
    </a:tblBg>
    <a:wholeTbl>
      <a:tcTxStyle>
        <a:fontRef idx="minor">
          <a:scrgbClr r="0" g="0" b="0"/>
        </a:fontRef>
        <a:schemeClr val="lt1"/>
      </a:tcTxStyle>
      <a:tcStyle>
        <a:tcBdr>
          <a:left>
            <a:lnRef idx="1">
              <a:schemeClr val="accent3">
                <a:tint val="50000"/>
              </a:schemeClr>
            </a:lnRef>
          </a:left>
          <a:right>
            <a:lnRef idx="1">
              <a:schemeClr val="accent3">
                <a:tint val="50000"/>
              </a:schemeClr>
            </a:lnRef>
          </a:right>
          <a:top>
            <a:lnRef idx="1">
              <a:schemeClr val="accent3">
                <a:tint val="50000"/>
              </a:schemeClr>
            </a:lnRef>
          </a:top>
          <a:bottom>
            <a:lnRef idx="1">
              <a:schemeClr val="accent3">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18603FDC-E32A-4AB5-989C-0864C3EAD2B8}" styleName="Themed Style 2 - Accent 2">
    <a:tblBg>
      <a:fillRef idx="3">
        <a:schemeClr val="accent2"/>
      </a:fillRef>
      <a:effectRef idx="3">
        <a:schemeClr val="accent2"/>
      </a:effectRef>
    </a:tblBg>
    <a:wholeTbl>
      <a:tcTxStyle>
        <a:fontRef idx="minor">
          <a:scrgbClr r="0" g="0" b="0"/>
        </a:fontRef>
        <a:schemeClr val="lt1"/>
      </a:tcTxStyle>
      <a:tcStyle>
        <a:tcBdr>
          <a:left>
            <a:lnRef idx="1">
              <a:schemeClr val="accent2">
                <a:tint val="50000"/>
              </a:schemeClr>
            </a:lnRef>
          </a:left>
          <a:right>
            <a:lnRef idx="1">
              <a:schemeClr val="accent2">
                <a:tint val="50000"/>
              </a:schemeClr>
            </a:lnRef>
          </a:right>
          <a:top>
            <a:lnRef idx="1">
              <a:schemeClr val="accent2">
                <a:tint val="50000"/>
              </a:schemeClr>
            </a:lnRef>
          </a:top>
          <a:bottom>
            <a:lnRef idx="1">
              <a:schemeClr val="accent2">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D113A9D2-9D6B-4929-AA2D-F23B5EE8CBE7}" styleName="Themed Style 2 - Accent 1">
    <a:tblBg>
      <a:fillRef idx="3">
        <a:schemeClr val="accent1"/>
      </a:fillRef>
      <a:effectRef idx="3">
        <a:schemeClr val="accent1"/>
      </a:effectRef>
    </a:tblBg>
    <a:wholeTbl>
      <a:tcTxStyle>
        <a:fontRef idx="minor">
          <a:scrgbClr r="0" g="0" b="0"/>
        </a:fontRef>
        <a:schemeClr val="lt1"/>
      </a:tcTxStyle>
      <a:tcStyle>
        <a:tcBdr>
          <a:left>
            <a:lnRef idx="1">
              <a:schemeClr val="accent1">
                <a:tint val="50000"/>
              </a:schemeClr>
            </a:lnRef>
          </a:left>
          <a:right>
            <a:lnRef idx="1">
              <a:schemeClr val="accent1">
                <a:tint val="50000"/>
              </a:schemeClr>
            </a:lnRef>
          </a:right>
          <a:top>
            <a:lnRef idx="1">
              <a:schemeClr val="accent1">
                <a:tint val="50000"/>
              </a:schemeClr>
            </a:lnRef>
          </a:top>
          <a:bottom>
            <a:lnRef idx="1">
              <a:schemeClr val="accent1">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338" autoAdjust="0"/>
    <p:restoredTop sz="94660"/>
  </p:normalViewPr>
  <p:slideViewPr>
    <p:cSldViewPr snapToGrid="0">
      <p:cViewPr varScale="1">
        <p:scale>
          <a:sx n="107" d="100"/>
          <a:sy n="107" d="100"/>
        </p:scale>
        <p:origin x="708" y="10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notesMaster" Target="notesMasters/notes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viewProps" Target="viewProps.xml"/><Relationship Id="rId5" Type="http://schemas.openxmlformats.org/officeDocument/2006/relationships/slide" Target="slides/slide4.xml"/><Relationship Id="rId61" Type="http://schemas.microsoft.com/office/2016/11/relationships/changesInfo" Target="changesInfos/changesInfo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commentAuthors" Target="commentAuthor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presProps" Target="pres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ohammed Fasha" userId="cc64f42d-a1a6-4f08-b97b-0c37f877119f" providerId="ADAL" clId="{19B6BCF0-69C5-47B4-98CC-B0941D29A039}"/>
    <pc:docChg chg="undo redo custSel addSld delSld modSld sldOrd modMainMaster">
      <pc:chgData name="Mohammed Fasha" userId="cc64f42d-a1a6-4f08-b97b-0c37f877119f" providerId="ADAL" clId="{19B6BCF0-69C5-47B4-98CC-B0941D29A039}" dt="2025-04-09T04:34:39.336" v="631" actId="1076"/>
      <pc:docMkLst>
        <pc:docMk/>
      </pc:docMkLst>
      <pc:sldChg chg="modSp mod">
        <pc:chgData name="Mohammed Fasha" userId="cc64f42d-a1a6-4f08-b97b-0c37f877119f" providerId="ADAL" clId="{19B6BCF0-69C5-47B4-98CC-B0941D29A039}" dt="2025-04-09T04:33:31.242" v="608" actId="27636"/>
        <pc:sldMkLst>
          <pc:docMk/>
          <pc:sldMk cId="3241718055" sldId="344"/>
        </pc:sldMkLst>
      </pc:sldChg>
      <pc:sldChg chg="modSp mod">
        <pc:chgData name="Mohammed Fasha" userId="cc64f42d-a1a6-4f08-b97b-0c37f877119f" providerId="ADAL" clId="{19B6BCF0-69C5-47B4-98CC-B0941D29A039}" dt="2025-04-09T04:26:33.067" v="527" actId="404"/>
        <pc:sldMkLst>
          <pc:docMk/>
          <pc:sldMk cId="1852804652" sldId="396"/>
        </pc:sldMkLst>
      </pc:sldChg>
      <pc:sldChg chg="modSp mod">
        <pc:chgData name="Mohammed Fasha" userId="cc64f42d-a1a6-4f08-b97b-0c37f877119f" providerId="ADAL" clId="{19B6BCF0-69C5-47B4-98CC-B0941D29A039}" dt="2025-04-09T04:26:33.067" v="527" actId="404"/>
        <pc:sldMkLst>
          <pc:docMk/>
          <pc:sldMk cId="2127906749" sldId="427"/>
        </pc:sldMkLst>
      </pc:sldChg>
      <pc:sldChg chg="modSp mod">
        <pc:chgData name="Mohammed Fasha" userId="cc64f42d-a1a6-4f08-b97b-0c37f877119f" providerId="ADAL" clId="{19B6BCF0-69C5-47B4-98CC-B0941D29A039}" dt="2025-04-09T04:26:33.067" v="527" actId="404"/>
        <pc:sldMkLst>
          <pc:docMk/>
          <pc:sldMk cId="3339445507" sldId="430"/>
        </pc:sldMkLst>
      </pc:sldChg>
      <pc:sldChg chg="addSp delSp modSp mod">
        <pc:chgData name="Mohammed Fasha" userId="cc64f42d-a1a6-4f08-b97b-0c37f877119f" providerId="ADAL" clId="{19B6BCF0-69C5-47B4-98CC-B0941D29A039}" dt="2025-04-09T04:16:36.518" v="433" actId="1076"/>
        <pc:sldMkLst>
          <pc:docMk/>
          <pc:sldMk cId="1210803598" sldId="478"/>
        </pc:sldMkLst>
      </pc:sldChg>
      <pc:sldChg chg="modSp mod">
        <pc:chgData name="Mohammed Fasha" userId="cc64f42d-a1a6-4f08-b97b-0c37f877119f" providerId="ADAL" clId="{19B6BCF0-69C5-47B4-98CC-B0941D29A039}" dt="2025-04-07T04:00:51.916" v="22" actId="207"/>
        <pc:sldMkLst>
          <pc:docMk/>
          <pc:sldMk cId="1772982877" sldId="590"/>
        </pc:sldMkLst>
      </pc:sldChg>
      <pc:sldChg chg="modSp mod chgLayout">
        <pc:chgData name="Mohammed Fasha" userId="cc64f42d-a1a6-4f08-b97b-0c37f877119f" providerId="ADAL" clId="{19B6BCF0-69C5-47B4-98CC-B0941D29A039}" dt="2025-04-09T04:26:31.177" v="523" actId="700"/>
        <pc:sldMkLst>
          <pc:docMk/>
          <pc:sldMk cId="4204510001" sldId="592"/>
        </pc:sldMkLst>
      </pc:sldChg>
      <pc:sldChg chg="modSp mod chgLayout">
        <pc:chgData name="Mohammed Fasha" userId="cc64f42d-a1a6-4f08-b97b-0c37f877119f" providerId="ADAL" clId="{19B6BCF0-69C5-47B4-98CC-B0941D29A039}" dt="2025-04-09T04:24:52.300" v="492" actId="700"/>
        <pc:sldMkLst>
          <pc:docMk/>
          <pc:sldMk cId="1503045661" sldId="593"/>
        </pc:sldMkLst>
      </pc:sldChg>
      <pc:sldChg chg="addSp delSp modSp mod">
        <pc:chgData name="Mohammed Fasha" userId="cc64f42d-a1a6-4f08-b97b-0c37f877119f" providerId="ADAL" clId="{19B6BCF0-69C5-47B4-98CC-B0941D29A039}" dt="2025-04-09T04:14:48.624" v="428" actId="1076"/>
        <pc:sldMkLst>
          <pc:docMk/>
          <pc:sldMk cId="3474268344" sldId="596"/>
        </pc:sldMkLst>
      </pc:sldChg>
      <pc:sldChg chg="modSp mod">
        <pc:chgData name="Mohammed Fasha" userId="cc64f42d-a1a6-4f08-b97b-0c37f877119f" providerId="ADAL" clId="{19B6BCF0-69C5-47B4-98CC-B0941D29A039}" dt="2025-04-09T04:26:33.067" v="527" actId="404"/>
        <pc:sldMkLst>
          <pc:docMk/>
          <pc:sldMk cId="627652750" sldId="615"/>
        </pc:sldMkLst>
      </pc:sldChg>
      <pc:sldChg chg="modSp mod">
        <pc:chgData name="Mohammed Fasha" userId="cc64f42d-a1a6-4f08-b97b-0c37f877119f" providerId="ADAL" clId="{19B6BCF0-69C5-47B4-98CC-B0941D29A039}" dt="2025-04-09T04:26:33.067" v="527" actId="404"/>
        <pc:sldMkLst>
          <pc:docMk/>
          <pc:sldMk cId="839834530" sldId="621"/>
        </pc:sldMkLst>
        <pc:spChg chg="mod">
          <ac:chgData name="Mohammed Fasha" userId="cc64f42d-a1a6-4f08-b97b-0c37f877119f" providerId="ADAL" clId="{19B6BCF0-69C5-47B4-98CC-B0941D29A039}" dt="2025-04-09T04:26:33.067" v="527" actId="404"/>
          <ac:spMkLst>
            <pc:docMk/>
            <pc:sldMk cId="839834530" sldId="621"/>
            <ac:spMk id="5" creationId="{B0E4E7FB-FE36-574B-CC96-F23D77146AFF}"/>
          </ac:spMkLst>
        </pc:spChg>
      </pc:sldChg>
      <pc:sldChg chg="modSp mod">
        <pc:chgData name="Mohammed Fasha" userId="cc64f42d-a1a6-4f08-b97b-0c37f877119f" providerId="ADAL" clId="{19B6BCF0-69C5-47B4-98CC-B0941D29A039}" dt="2025-04-09T04:26:32.504" v="525" actId="404"/>
        <pc:sldMkLst>
          <pc:docMk/>
          <pc:sldMk cId="662689605" sldId="649"/>
        </pc:sldMkLst>
        <pc:spChg chg="mod">
          <ac:chgData name="Mohammed Fasha" userId="cc64f42d-a1a6-4f08-b97b-0c37f877119f" providerId="ADAL" clId="{19B6BCF0-69C5-47B4-98CC-B0941D29A039}" dt="2025-04-09T04:26:32.504" v="525" actId="404"/>
          <ac:spMkLst>
            <pc:docMk/>
            <pc:sldMk cId="662689605" sldId="649"/>
            <ac:spMk id="3" creationId="{DF87DE55-B814-CE89-F334-43E01245F2F3}"/>
          </ac:spMkLst>
        </pc:spChg>
      </pc:sldChg>
      <pc:sldChg chg="modSp mod">
        <pc:chgData name="Mohammed Fasha" userId="cc64f42d-a1a6-4f08-b97b-0c37f877119f" providerId="ADAL" clId="{19B6BCF0-69C5-47B4-98CC-B0941D29A039}" dt="2025-04-09T04:26:33.067" v="527" actId="404"/>
        <pc:sldMkLst>
          <pc:docMk/>
          <pc:sldMk cId="3942060319" sldId="650"/>
        </pc:sldMkLst>
        <pc:spChg chg="mod">
          <ac:chgData name="Mohammed Fasha" userId="cc64f42d-a1a6-4f08-b97b-0c37f877119f" providerId="ADAL" clId="{19B6BCF0-69C5-47B4-98CC-B0941D29A039}" dt="2025-04-09T04:26:33.067" v="527" actId="404"/>
          <ac:spMkLst>
            <pc:docMk/>
            <pc:sldMk cId="3942060319" sldId="650"/>
            <ac:spMk id="3" creationId="{DF87DE55-B814-CE89-F334-43E01245F2F3}"/>
          </ac:spMkLst>
        </pc:spChg>
      </pc:sldChg>
      <pc:sldChg chg="modSp mod">
        <pc:chgData name="Mohammed Fasha" userId="cc64f42d-a1a6-4f08-b97b-0c37f877119f" providerId="ADAL" clId="{19B6BCF0-69C5-47B4-98CC-B0941D29A039}" dt="2025-04-09T04:26:33.067" v="527" actId="404"/>
        <pc:sldMkLst>
          <pc:docMk/>
          <pc:sldMk cId="916802035" sldId="651"/>
        </pc:sldMkLst>
        <pc:spChg chg="mod">
          <ac:chgData name="Mohammed Fasha" userId="cc64f42d-a1a6-4f08-b97b-0c37f877119f" providerId="ADAL" clId="{19B6BCF0-69C5-47B4-98CC-B0941D29A039}" dt="2025-04-09T04:26:33.067" v="527" actId="404"/>
          <ac:spMkLst>
            <pc:docMk/>
            <pc:sldMk cId="916802035" sldId="651"/>
            <ac:spMk id="3" creationId="{4A45A649-6990-06EF-697E-90241C4765BF}"/>
          </ac:spMkLst>
        </pc:spChg>
      </pc:sldChg>
      <pc:sldChg chg="modSp mod">
        <pc:chgData name="Mohammed Fasha" userId="cc64f42d-a1a6-4f08-b97b-0c37f877119f" providerId="ADAL" clId="{19B6BCF0-69C5-47B4-98CC-B0941D29A039}" dt="2025-04-09T04:26:33.067" v="527" actId="404"/>
        <pc:sldMkLst>
          <pc:docMk/>
          <pc:sldMk cId="2892622100" sldId="655"/>
        </pc:sldMkLst>
        <pc:spChg chg="mod">
          <ac:chgData name="Mohammed Fasha" userId="cc64f42d-a1a6-4f08-b97b-0c37f877119f" providerId="ADAL" clId="{19B6BCF0-69C5-47B4-98CC-B0941D29A039}" dt="2025-04-09T04:26:33.067" v="527" actId="404"/>
          <ac:spMkLst>
            <pc:docMk/>
            <pc:sldMk cId="2892622100" sldId="655"/>
            <ac:spMk id="3" creationId="{DDB8F6FE-FF12-0BA5-D224-71F068E4DF88}"/>
          </ac:spMkLst>
        </pc:spChg>
      </pc:sldChg>
      <pc:sldChg chg="modSp mod">
        <pc:chgData name="Mohammed Fasha" userId="cc64f42d-a1a6-4f08-b97b-0c37f877119f" providerId="ADAL" clId="{19B6BCF0-69C5-47B4-98CC-B0941D29A039}" dt="2025-04-09T04:26:33.067" v="527" actId="404"/>
        <pc:sldMkLst>
          <pc:docMk/>
          <pc:sldMk cId="2680231355" sldId="669"/>
        </pc:sldMkLst>
        <pc:spChg chg="mod">
          <ac:chgData name="Mohammed Fasha" userId="cc64f42d-a1a6-4f08-b97b-0c37f877119f" providerId="ADAL" clId="{19B6BCF0-69C5-47B4-98CC-B0941D29A039}" dt="2025-04-09T04:26:33.067" v="527" actId="404"/>
          <ac:spMkLst>
            <pc:docMk/>
            <pc:sldMk cId="2680231355" sldId="669"/>
            <ac:spMk id="9" creationId="{33559B29-4771-A9F7-E7CA-D37CB72E62CF}"/>
          </ac:spMkLst>
        </pc:spChg>
      </pc:sldChg>
      <pc:sldChg chg="modSp mod">
        <pc:chgData name="Mohammed Fasha" userId="cc64f42d-a1a6-4f08-b97b-0c37f877119f" providerId="ADAL" clId="{19B6BCF0-69C5-47B4-98CC-B0941D29A039}" dt="2025-04-09T04:26:33.067" v="527" actId="404"/>
        <pc:sldMkLst>
          <pc:docMk/>
          <pc:sldMk cId="1620993364" sldId="672"/>
        </pc:sldMkLst>
        <pc:spChg chg="mod">
          <ac:chgData name="Mohammed Fasha" userId="cc64f42d-a1a6-4f08-b97b-0c37f877119f" providerId="ADAL" clId="{19B6BCF0-69C5-47B4-98CC-B0941D29A039}" dt="2025-04-09T04:26:33.067" v="527" actId="404"/>
          <ac:spMkLst>
            <pc:docMk/>
            <pc:sldMk cId="1620993364" sldId="672"/>
            <ac:spMk id="3" creationId="{5132636A-6168-1E5E-CC52-8E5CAA70E411}"/>
          </ac:spMkLst>
        </pc:spChg>
      </pc:sldChg>
      <pc:sldChg chg="modSp mod">
        <pc:chgData name="Mohammed Fasha" userId="cc64f42d-a1a6-4f08-b97b-0c37f877119f" providerId="ADAL" clId="{19B6BCF0-69C5-47B4-98CC-B0941D29A039}" dt="2025-04-09T04:26:33.067" v="527" actId="404"/>
        <pc:sldMkLst>
          <pc:docMk/>
          <pc:sldMk cId="32004852" sldId="708"/>
        </pc:sldMkLst>
      </pc:sldChg>
      <pc:sldChg chg="modSp mod">
        <pc:chgData name="Mohammed Fasha" userId="cc64f42d-a1a6-4f08-b97b-0c37f877119f" providerId="ADAL" clId="{19B6BCF0-69C5-47B4-98CC-B0941D29A039}" dt="2025-04-09T04:26:33.067" v="527" actId="404"/>
        <pc:sldMkLst>
          <pc:docMk/>
          <pc:sldMk cId="1096386322" sldId="715"/>
        </pc:sldMkLst>
      </pc:sldChg>
      <pc:sldChg chg="modSp mod">
        <pc:chgData name="Mohammed Fasha" userId="cc64f42d-a1a6-4f08-b97b-0c37f877119f" providerId="ADAL" clId="{19B6BCF0-69C5-47B4-98CC-B0941D29A039}" dt="2025-04-09T04:26:33.067" v="527" actId="404"/>
        <pc:sldMkLst>
          <pc:docMk/>
          <pc:sldMk cId="1784058309" sldId="716"/>
        </pc:sldMkLst>
      </pc:sldChg>
      <pc:sldChg chg="modSp mod">
        <pc:chgData name="Mohammed Fasha" userId="cc64f42d-a1a6-4f08-b97b-0c37f877119f" providerId="ADAL" clId="{19B6BCF0-69C5-47B4-98CC-B0941D29A039}" dt="2025-04-09T04:26:33.067" v="527" actId="404"/>
        <pc:sldMkLst>
          <pc:docMk/>
          <pc:sldMk cId="3139017106" sldId="717"/>
        </pc:sldMkLst>
      </pc:sldChg>
      <pc:sldChg chg="modSp mod">
        <pc:chgData name="Mohammed Fasha" userId="cc64f42d-a1a6-4f08-b97b-0c37f877119f" providerId="ADAL" clId="{19B6BCF0-69C5-47B4-98CC-B0941D29A039}" dt="2025-04-09T04:26:33.067" v="527" actId="404"/>
        <pc:sldMkLst>
          <pc:docMk/>
          <pc:sldMk cId="3043812923" sldId="718"/>
        </pc:sldMkLst>
      </pc:sldChg>
      <pc:sldChg chg="addSp delSp modSp new add del mod">
        <pc:chgData name="Mohammed Fasha" userId="cc64f42d-a1a6-4f08-b97b-0c37f877119f" providerId="ADAL" clId="{19B6BCF0-69C5-47B4-98CC-B0941D29A039}" dt="2025-04-09T04:34:39.336" v="631" actId="1076"/>
        <pc:sldMkLst>
          <pc:docMk/>
          <pc:sldMk cId="555545871" sldId="719"/>
        </pc:sldMkLst>
      </pc:sldChg>
      <pc:sldChg chg="addSp delSp modSp new del mod">
        <pc:chgData name="Mohammed Fasha" userId="cc64f42d-a1a6-4f08-b97b-0c37f877119f" providerId="ADAL" clId="{19B6BCF0-69C5-47B4-98CC-B0941D29A039}" dt="2025-04-07T04:08:55.256" v="104" actId="2696"/>
        <pc:sldMkLst>
          <pc:docMk/>
          <pc:sldMk cId="2947275043" sldId="720"/>
        </pc:sldMkLst>
      </pc:sldChg>
      <pc:sldChg chg="addSp delSp modSp add del mod ord">
        <pc:chgData name="Mohammed Fasha" userId="cc64f42d-a1a6-4f08-b97b-0c37f877119f" providerId="ADAL" clId="{19B6BCF0-69C5-47B4-98CC-B0941D29A039}" dt="2025-04-09T04:32:45.968" v="563" actId="2696"/>
        <pc:sldMkLst>
          <pc:docMk/>
          <pc:sldMk cId="3150113204" sldId="720"/>
        </pc:sldMkLst>
      </pc:sldChg>
      <pc:sldChg chg="modSp add mod">
        <pc:chgData name="Mohammed Fasha" userId="cc64f42d-a1a6-4f08-b97b-0c37f877119f" providerId="ADAL" clId="{19B6BCF0-69C5-47B4-98CC-B0941D29A039}" dt="2025-04-09T04:33:34.769" v="611" actId="27636"/>
        <pc:sldMkLst>
          <pc:docMk/>
          <pc:sldMk cId="3150550060" sldId="720"/>
        </pc:sldMkLst>
      </pc:sldChg>
      <pc:sldChg chg="add">
        <pc:chgData name="Mohammed Fasha" userId="cc64f42d-a1a6-4f08-b97b-0c37f877119f" providerId="ADAL" clId="{19B6BCF0-69C5-47B4-98CC-B0941D29A039}" dt="2025-04-09T04:33:17.533" v="605"/>
        <pc:sldMkLst>
          <pc:docMk/>
          <pc:sldMk cId="1915229598" sldId="721"/>
        </pc:sldMkLst>
      </pc:sldChg>
      <pc:sldChg chg="addSp delSp modSp new del mod">
        <pc:chgData name="Mohammed Fasha" userId="cc64f42d-a1a6-4f08-b97b-0c37f877119f" providerId="ADAL" clId="{19B6BCF0-69C5-47B4-98CC-B0941D29A039}" dt="2025-04-09T04:32:45.968" v="563" actId="2696"/>
        <pc:sldMkLst>
          <pc:docMk/>
          <pc:sldMk cId="4183243958" sldId="721"/>
        </pc:sldMkLst>
      </pc:sldChg>
      <pc:sldChg chg="modSp new del mod">
        <pc:chgData name="Mohammed Fasha" userId="cc64f42d-a1a6-4f08-b97b-0c37f877119f" providerId="ADAL" clId="{19B6BCF0-69C5-47B4-98CC-B0941D29A039}" dt="2025-04-07T04:12:17.364" v="158" actId="680"/>
        <pc:sldMkLst>
          <pc:docMk/>
          <pc:sldMk cId="3245137052" sldId="722"/>
        </pc:sldMkLst>
      </pc:sldChg>
      <pc:sldChg chg="modSp new mod">
        <pc:chgData name="Mohammed Fasha" userId="cc64f42d-a1a6-4f08-b97b-0c37f877119f" providerId="ADAL" clId="{19B6BCF0-69C5-47B4-98CC-B0941D29A039}" dt="2025-04-07T04:19:02.971" v="311" actId="404"/>
        <pc:sldMkLst>
          <pc:docMk/>
          <pc:sldMk cId="3417524918" sldId="722"/>
        </pc:sldMkLst>
      </pc:sldChg>
      <pc:sldChg chg="modSp new del mod">
        <pc:chgData name="Mohammed Fasha" userId="cc64f42d-a1a6-4f08-b97b-0c37f877119f" providerId="ADAL" clId="{19B6BCF0-69C5-47B4-98CC-B0941D29A039}" dt="2025-04-09T04:00:40.794" v="375" actId="47"/>
        <pc:sldMkLst>
          <pc:docMk/>
          <pc:sldMk cId="180109985" sldId="723"/>
        </pc:sldMkLst>
      </pc:sldChg>
      <pc:sldChg chg="addSp delSp modSp new mod modClrScheme chgLayout">
        <pc:chgData name="Mohammed Fasha" userId="cc64f42d-a1a6-4f08-b97b-0c37f877119f" providerId="ADAL" clId="{19B6BCF0-69C5-47B4-98CC-B0941D29A039}" dt="2025-04-09T04:33:02.362" v="604" actId="20577"/>
        <pc:sldMkLst>
          <pc:docMk/>
          <pc:sldMk cId="218477773" sldId="723"/>
        </pc:sldMkLst>
      </pc:sldChg>
      <pc:sldChg chg="addSp delSp modSp new del mod">
        <pc:chgData name="Mohammed Fasha" userId="cc64f42d-a1a6-4f08-b97b-0c37f877119f" providerId="ADAL" clId="{19B6BCF0-69C5-47B4-98CC-B0941D29A039}" dt="2025-04-09T04:02:01.456" v="378" actId="47"/>
        <pc:sldMkLst>
          <pc:docMk/>
          <pc:sldMk cId="2150408616" sldId="724"/>
        </pc:sldMkLst>
      </pc:sldChg>
      <pc:sldChg chg="modSp add mod">
        <pc:chgData name="Mohammed Fasha" userId="cc64f42d-a1a6-4f08-b97b-0c37f877119f" providerId="ADAL" clId="{19B6BCF0-69C5-47B4-98CC-B0941D29A039}" dt="2025-04-09T04:33:53.274" v="628" actId="27636"/>
        <pc:sldMkLst>
          <pc:docMk/>
          <pc:sldMk cId="3056700689" sldId="724"/>
        </pc:sldMkLst>
      </pc:sldChg>
      <pc:sldChg chg="addSp delSp modSp new add del mod">
        <pc:chgData name="Mohammed Fasha" userId="cc64f42d-a1a6-4f08-b97b-0c37f877119f" providerId="ADAL" clId="{19B6BCF0-69C5-47B4-98CC-B0941D29A039}" dt="2025-04-09T04:32:31.834" v="562" actId="47"/>
        <pc:sldMkLst>
          <pc:docMk/>
          <pc:sldMk cId="1308458687" sldId="725"/>
        </pc:sldMkLst>
      </pc:sldChg>
      <pc:sldChg chg="addSp delSp modSp new del mod">
        <pc:chgData name="Mohammed Fasha" userId="cc64f42d-a1a6-4f08-b97b-0c37f877119f" providerId="ADAL" clId="{19B6BCF0-69C5-47B4-98CC-B0941D29A039}" dt="2025-04-09T04:32:26.748" v="561" actId="47"/>
        <pc:sldMkLst>
          <pc:docMk/>
          <pc:sldMk cId="745892495" sldId="726"/>
        </pc:sldMkLst>
      </pc:sldChg>
      <pc:sldChg chg="addSp delSp modSp new add del mod">
        <pc:chgData name="Mohammed Fasha" userId="cc64f42d-a1a6-4f08-b97b-0c37f877119f" providerId="ADAL" clId="{19B6BCF0-69C5-47B4-98CC-B0941D29A039}" dt="2025-04-09T04:27:26.321" v="531" actId="47"/>
        <pc:sldMkLst>
          <pc:docMk/>
          <pc:sldMk cId="2248567439" sldId="726"/>
        </pc:sldMkLst>
      </pc:sldChg>
      <pc:sldMasterChg chg="modSldLayout">
        <pc:chgData name="Mohammed Fasha" userId="cc64f42d-a1a6-4f08-b97b-0c37f877119f" providerId="ADAL" clId="{19B6BCF0-69C5-47B4-98CC-B0941D29A039}" dt="2025-04-09T04:24:26.302" v="479" actId="404"/>
        <pc:sldMasterMkLst>
          <pc:docMk/>
          <pc:sldMasterMk cId="742811419" sldId="2147483648"/>
        </pc:sldMasterMkLst>
        <pc:sldLayoutChg chg="modSp">
          <pc:chgData name="Mohammed Fasha" userId="cc64f42d-a1a6-4f08-b97b-0c37f877119f" providerId="ADAL" clId="{19B6BCF0-69C5-47B4-98CC-B0941D29A039}" dt="2025-04-09T04:24:26.302" v="479" actId="404"/>
          <pc:sldLayoutMkLst>
            <pc:docMk/>
            <pc:sldMasterMk cId="742811419" sldId="2147483648"/>
            <pc:sldLayoutMk cId="3573533501" sldId="2147483650"/>
          </pc:sldLayoutMkLst>
          <pc:spChg chg="mod">
            <ac:chgData name="Mohammed Fasha" userId="cc64f42d-a1a6-4f08-b97b-0c37f877119f" providerId="ADAL" clId="{19B6BCF0-69C5-47B4-98CC-B0941D29A039}" dt="2025-04-09T04:24:26.302" v="479" actId="404"/>
            <ac:spMkLst>
              <pc:docMk/>
              <pc:sldMasterMk cId="742811419" sldId="2147483648"/>
              <pc:sldLayoutMk cId="3573533501" sldId="2147483650"/>
              <ac:spMk id="3" creationId="{93FDCCF6-2612-A73C-C264-680D14569853}"/>
            </ac:spMkLst>
          </pc:spChg>
        </pc:sldLayoutChg>
      </pc:sldMasterChg>
    </pc:docChg>
  </pc:docChgLst>
  <pc:docChgLst>
    <pc:chgData name="Mohammed Fasha" userId="cc64f42d-a1a6-4f08-b97b-0c37f877119f" providerId="ADAL" clId="{5F852C96-121E-4103-85D0-117B736085A1}"/>
    <pc:docChg chg="undo custSel addSld delSld modSld sldOrd">
      <pc:chgData name="Mohammed Fasha" userId="cc64f42d-a1a6-4f08-b97b-0c37f877119f" providerId="ADAL" clId="{5F852C96-121E-4103-85D0-117B736085A1}" dt="2025-05-28T03:46:24.708" v="4225" actId="122"/>
      <pc:docMkLst>
        <pc:docMk/>
      </pc:docMkLst>
      <pc:sldChg chg="del">
        <pc:chgData name="Mohammed Fasha" userId="cc64f42d-a1a6-4f08-b97b-0c37f877119f" providerId="ADAL" clId="{5F852C96-121E-4103-85D0-117B736085A1}" dt="2025-05-16T05:48:23.531" v="188" actId="47"/>
        <pc:sldMkLst>
          <pc:docMk/>
          <pc:sldMk cId="607684796" sldId="333"/>
        </pc:sldMkLst>
      </pc:sldChg>
      <pc:sldChg chg="del">
        <pc:chgData name="Mohammed Fasha" userId="cc64f42d-a1a6-4f08-b97b-0c37f877119f" providerId="ADAL" clId="{5F852C96-121E-4103-85D0-117B736085A1}" dt="2025-05-16T05:48:23.531" v="188" actId="47"/>
        <pc:sldMkLst>
          <pc:docMk/>
          <pc:sldMk cId="3241718055" sldId="344"/>
        </pc:sldMkLst>
      </pc:sldChg>
      <pc:sldChg chg="del">
        <pc:chgData name="Mohammed Fasha" userId="cc64f42d-a1a6-4f08-b97b-0c37f877119f" providerId="ADAL" clId="{5F852C96-121E-4103-85D0-117B736085A1}" dt="2025-05-16T05:48:23.531" v="188" actId="47"/>
        <pc:sldMkLst>
          <pc:docMk/>
          <pc:sldMk cId="2957811751" sldId="354"/>
        </pc:sldMkLst>
      </pc:sldChg>
      <pc:sldChg chg="del">
        <pc:chgData name="Mohammed Fasha" userId="cc64f42d-a1a6-4f08-b97b-0c37f877119f" providerId="ADAL" clId="{5F852C96-121E-4103-85D0-117B736085A1}" dt="2025-05-16T05:48:23.531" v="188" actId="47"/>
        <pc:sldMkLst>
          <pc:docMk/>
          <pc:sldMk cId="1499958888" sldId="394"/>
        </pc:sldMkLst>
      </pc:sldChg>
      <pc:sldChg chg="del">
        <pc:chgData name="Mohammed Fasha" userId="cc64f42d-a1a6-4f08-b97b-0c37f877119f" providerId="ADAL" clId="{5F852C96-121E-4103-85D0-117B736085A1}" dt="2025-05-16T05:48:23.531" v="188" actId="47"/>
        <pc:sldMkLst>
          <pc:docMk/>
          <pc:sldMk cId="1852804652" sldId="396"/>
        </pc:sldMkLst>
      </pc:sldChg>
      <pc:sldChg chg="del">
        <pc:chgData name="Mohammed Fasha" userId="cc64f42d-a1a6-4f08-b97b-0c37f877119f" providerId="ADAL" clId="{5F852C96-121E-4103-85D0-117B736085A1}" dt="2025-05-16T05:48:23.531" v="188" actId="47"/>
        <pc:sldMkLst>
          <pc:docMk/>
          <pc:sldMk cId="587789057" sldId="423"/>
        </pc:sldMkLst>
      </pc:sldChg>
      <pc:sldChg chg="del">
        <pc:chgData name="Mohammed Fasha" userId="cc64f42d-a1a6-4f08-b97b-0c37f877119f" providerId="ADAL" clId="{5F852C96-121E-4103-85D0-117B736085A1}" dt="2025-05-16T05:48:23.531" v="188" actId="47"/>
        <pc:sldMkLst>
          <pc:docMk/>
          <pc:sldMk cId="1625691186" sldId="425"/>
        </pc:sldMkLst>
      </pc:sldChg>
      <pc:sldChg chg="del">
        <pc:chgData name="Mohammed Fasha" userId="cc64f42d-a1a6-4f08-b97b-0c37f877119f" providerId="ADAL" clId="{5F852C96-121E-4103-85D0-117B736085A1}" dt="2025-05-16T05:48:23.531" v="188" actId="47"/>
        <pc:sldMkLst>
          <pc:docMk/>
          <pc:sldMk cId="2127906749" sldId="427"/>
        </pc:sldMkLst>
      </pc:sldChg>
      <pc:sldChg chg="del">
        <pc:chgData name="Mohammed Fasha" userId="cc64f42d-a1a6-4f08-b97b-0c37f877119f" providerId="ADAL" clId="{5F852C96-121E-4103-85D0-117B736085A1}" dt="2025-05-16T05:48:23.531" v="188" actId="47"/>
        <pc:sldMkLst>
          <pc:docMk/>
          <pc:sldMk cId="391491219" sldId="428"/>
        </pc:sldMkLst>
      </pc:sldChg>
      <pc:sldChg chg="del">
        <pc:chgData name="Mohammed Fasha" userId="cc64f42d-a1a6-4f08-b97b-0c37f877119f" providerId="ADAL" clId="{5F852C96-121E-4103-85D0-117B736085A1}" dt="2025-05-16T05:48:23.531" v="188" actId="47"/>
        <pc:sldMkLst>
          <pc:docMk/>
          <pc:sldMk cId="3339445507" sldId="430"/>
        </pc:sldMkLst>
      </pc:sldChg>
      <pc:sldChg chg="del">
        <pc:chgData name="Mohammed Fasha" userId="cc64f42d-a1a6-4f08-b97b-0c37f877119f" providerId="ADAL" clId="{5F852C96-121E-4103-85D0-117B736085A1}" dt="2025-05-16T05:48:23.531" v="188" actId="47"/>
        <pc:sldMkLst>
          <pc:docMk/>
          <pc:sldMk cId="3389046835" sldId="431"/>
        </pc:sldMkLst>
      </pc:sldChg>
      <pc:sldChg chg="del">
        <pc:chgData name="Mohammed Fasha" userId="cc64f42d-a1a6-4f08-b97b-0c37f877119f" providerId="ADAL" clId="{5F852C96-121E-4103-85D0-117B736085A1}" dt="2025-05-16T05:48:23.531" v="188" actId="47"/>
        <pc:sldMkLst>
          <pc:docMk/>
          <pc:sldMk cId="2409345436" sldId="437"/>
        </pc:sldMkLst>
      </pc:sldChg>
      <pc:sldChg chg="del">
        <pc:chgData name="Mohammed Fasha" userId="cc64f42d-a1a6-4f08-b97b-0c37f877119f" providerId="ADAL" clId="{5F852C96-121E-4103-85D0-117B736085A1}" dt="2025-05-16T05:48:23.531" v="188" actId="47"/>
        <pc:sldMkLst>
          <pc:docMk/>
          <pc:sldMk cId="2522174856" sldId="438"/>
        </pc:sldMkLst>
      </pc:sldChg>
      <pc:sldChg chg="del">
        <pc:chgData name="Mohammed Fasha" userId="cc64f42d-a1a6-4f08-b97b-0c37f877119f" providerId="ADAL" clId="{5F852C96-121E-4103-85D0-117B736085A1}" dt="2025-05-16T05:48:23.531" v="188" actId="47"/>
        <pc:sldMkLst>
          <pc:docMk/>
          <pc:sldMk cId="2905491798" sldId="440"/>
        </pc:sldMkLst>
      </pc:sldChg>
      <pc:sldChg chg="modSp del mod">
        <pc:chgData name="Mohammed Fasha" userId="cc64f42d-a1a6-4f08-b97b-0c37f877119f" providerId="ADAL" clId="{5F852C96-121E-4103-85D0-117B736085A1}" dt="2025-05-17T04:57:15.183" v="338" actId="47"/>
        <pc:sldMkLst>
          <pc:docMk/>
          <pc:sldMk cId="4208461039" sldId="447"/>
        </pc:sldMkLst>
      </pc:sldChg>
      <pc:sldChg chg="del">
        <pc:chgData name="Mohammed Fasha" userId="cc64f42d-a1a6-4f08-b97b-0c37f877119f" providerId="ADAL" clId="{5F852C96-121E-4103-85D0-117B736085A1}" dt="2025-05-16T05:48:23.531" v="188" actId="47"/>
        <pc:sldMkLst>
          <pc:docMk/>
          <pc:sldMk cId="1210803598" sldId="478"/>
        </pc:sldMkLst>
      </pc:sldChg>
      <pc:sldChg chg="del">
        <pc:chgData name="Mohammed Fasha" userId="cc64f42d-a1a6-4f08-b97b-0c37f877119f" providerId="ADAL" clId="{5F852C96-121E-4103-85D0-117B736085A1}" dt="2025-05-16T05:48:23.531" v="188" actId="47"/>
        <pc:sldMkLst>
          <pc:docMk/>
          <pc:sldMk cId="2726994946" sldId="479"/>
        </pc:sldMkLst>
      </pc:sldChg>
      <pc:sldChg chg="modSp mod modTransition">
        <pc:chgData name="Mohammed Fasha" userId="cc64f42d-a1a6-4f08-b97b-0c37f877119f" providerId="ADAL" clId="{5F852C96-121E-4103-85D0-117B736085A1}" dt="2025-05-26T04:21:49.764" v="3375"/>
        <pc:sldMkLst>
          <pc:docMk/>
          <pc:sldMk cId="2297456757" sldId="483"/>
        </pc:sldMkLst>
        <pc:spChg chg="mod">
          <ac:chgData name="Mohammed Fasha" userId="cc64f42d-a1a6-4f08-b97b-0c37f877119f" providerId="ADAL" clId="{5F852C96-121E-4103-85D0-117B736085A1}" dt="2025-05-16T05:46:42.494" v="21" actId="20577"/>
          <ac:spMkLst>
            <pc:docMk/>
            <pc:sldMk cId="2297456757" sldId="483"/>
            <ac:spMk id="5" creationId="{89403830-E271-DAA0-8838-E295A84A8B5B}"/>
          </ac:spMkLst>
        </pc:spChg>
      </pc:sldChg>
      <pc:sldChg chg="del">
        <pc:chgData name="Mohammed Fasha" userId="cc64f42d-a1a6-4f08-b97b-0c37f877119f" providerId="ADAL" clId="{5F852C96-121E-4103-85D0-117B736085A1}" dt="2025-05-16T05:48:23.531" v="188" actId="47"/>
        <pc:sldMkLst>
          <pc:docMk/>
          <pc:sldMk cId="941853383" sldId="484"/>
        </pc:sldMkLst>
      </pc:sldChg>
      <pc:sldChg chg="modTransition">
        <pc:chgData name="Mohammed Fasha" userId="cc64f42d-a1a6-4f08-b97b-0c37f877119f" providerId="ADAL" clId="{5F852C96-121E-4103-85D0-117B736085A1}" dt="2025-05-26T04:21:49.764" v="3375"/>
        <pc:sldMkLst>
          <pc:docMk/>
          <pc:sldMk cId="3210666677" sldId="510"/>
        </pc:sldMkLst>
      </pc:sldChg>
      <pc:sldChg chg="modTransition">
        <pc:chgData name="Mohammed Fasha" userId="cc64f42d-a1a6-4f08-b97b-0c37f877119f" providerId="ADAL" clId="{5F852C96-121E-4103-85D0-117B736085A1}" dt="2025-05-26T04:21:49.764" v="3375"/>
        <pc:sldMkLst>
          <pc:docMk/>
          <pc:sldMk cId="1271956779" sldId="514"/>
        </pc:sldMkLst>
      </pc:sldChg>
      <pc:sldChg chg="del">
        <pc:chgData name="Mohammed Fasha" userId="cc64f42d-a1a6-4f08-b97b-0c37f877119f" providerId="ADAL" clId="{5F852C96-121E-4103-85D0-117B736085A1}" dt="2025-05-16T05:48:23.531" v="188" actId="47"/>
        <pc:sldMkLst>
          <pc:docMk/>
          <pc:sldMk cId="3354701919" sldId="588"/>
        </pc:sldMkLst>
      </pc:sldChg>
      <pc:sldChg chg="del">
        <pc:chgData name="Mohammed Fasha" userId="cc64f42d-a1a6-4f08-b97b-0c37f877119f" providerId="ADAL" clId="{5F852C96-121E-4103-85D0-117B736085A1}" dt="2025-05-16T05:48:23.531" v="188" actId="47"/>
        <pc:sldMkLst>
          <pc:docMk/>
          <pc:sldMk cId="1772982877" sldId="590"/>
        </pc:sldMkLst>
      </pc:sldChg>
      <pc:sldChg chg="del">
        <pc:chgData name="Mohammed Fasha" userId="cc64f42d-a1a6-4f08-b97b-0c37f877119f" providerId="ADAL" clId="{5F852C96-121E-4103-85D0-117B736085A1}" dt="2025-05-16T05:48:23.531" v="188" actId="47"/>
        <pc:sldMkLst>
          <pc:docMk/>
          <pc:sldMk cId="4013144202" sldId="591"/>
        </pc:sldMkLst>
      </pc:sldChg>
      <pc:sldChg chg="del">
        <pc:chgData name="Mohammed Fasha" userId="cc64f42d-a1a6-4f08-b97b-0c37f877119f" providerId="ADAL" clId="{5F852C96-121E-4103-85D0-117B736085A1}" dt="2025-05-16T05:48:23.531" v="188" actId="47"/>
        <pc:sldMkLst>
          <pc:docMk/>
          <pc:sldMk cId="4204510001" sldId="592"/>
        </pc:sldMkLst>
      </pc:sldChg>
      <pc:sldChg chg="del">
        <pc:chgData name="Mohammed Fasha" userId="cc64f42d-a1a6-4f08-b97b-0c37f877119f" providerId="ADAL" clId="{5F852C96-121E-4103-85D0-117B736085A1}" dt="2025-05-16T05:48:23.531" v="188" actId="47"/>
        <pc:sldMkLst>
          <pc:docMk/>
          <pc:sldMk cId="1503045661" sldId="593"/>
        </pc:sldMkLst>
      </pc:sldChg>
      <pc:sldChg chg="del">
        <pc:chgData name="Mohammed Fasha" userId="cc64f42d-a1a6-4f08-b97b-0c37f877119f" providerId="ADAL" clId="{5F852C96-121E-4103-85D0-117B736085A1}" dt="2025-05-16T05:48:23.531" v="188" actId="47"/>
        <pc:sldMkLst>
          <pc:docMk/>
          <pc:sldMk cId="3474268344" sldId="596"/>
        </pc:sldMkLst>
      </pc:sldChg>
      <pc:sldChg chg="del">
        <pc:chgData name="Mohammed Fasha" userId="cc64f42d-a1a6-4f08-b97b-0c37f877119f" providerId="ADAL" clId="{5F852C96-121E-4103-85D0-117B736085A1}" dt="2025-05-16T05:48:23.531" v="188" actId="47"/>
        <pc:sldMkLst>
          <pc:docMk/>
          <pc:sldMk cId="4148675757" sldId="597"/>
        </pc:sldMkLst>
      </pc:sldChg>
      <pc:sldChg chg="del">
        <pc:chgData name="Mohammed Fasha" userId="cc64f42d-a1a6-4f08-b97b-0c37f877119f" providerId="ADAL" clId="{5F852C96-121E-4103-85D0-117B736085A1}" dt="2025-05-16T05:48:23.531" v="188" actId="47"/>
        <pc:sldMkLst>
          <pc:docMk/>
          <pc:sldMk cId="2392152533" sldId="598"/>
        </pc:sldMkLst>
      </pc:sldChg>
      <pc:sldChg chg="del">
        <pc:chgData name="Mohammed Fasha" userId="cc64f42d-a1a6-4f08-b97b-0c37f877119f" providerId="ADAL" clId="{5F852C96-121E-4103-85D0-117B736085A1}" dt="2025-05-16T05:48:23.531" v="188" actId="47"/>
        <pc:sldMkLst>
          <pc:docMk/>
          <pc:sldMk cId="3480194047" sldId="599"/>
        </pc:sldMkLst>
      </pc:sldChg>
      <pc:sldChg chg="del">
        <pc:chgData name="Mohammed Fasha" userId="cc64f42d-a1a6-4f08-b97b-0c37f877119f" providerId="ADAL" clId="{5F852C96-121E-4103-85D0-117B736085A1}" dt="2025-05-16T05:48:23.531" v="188" actId="47"/>
        <pc:sldMkLst>
          <pc:docMk/>
          <pc:sldMk cId="3146452721" sldId="600"/>
        </pc:sldMkLst>
      </pc:sldChg>
      <pc:sldChg chg="del">
        <pc:chgData name="Mohammed Fasha" userId="cc64f42d-a1a6-4f08-b97b-0c37f877119f" providerId="ADAL" clId="{5F852C96-121E-4103-85D0-117B736085A1}" dt="2025-05-16T05:48:23.531" v="188" actId="47"/>
        <pc:sldMkLst>
          <pc:docMk/>
          <pc:sldMk cId="3244541146" sldId="601"/>
        </pc:sldMkLst>
      </pc:sldChg>
      <pc:sldChg chg="del">
        <pc:chgData name="Mohammed Fasha" userId="cc64f42d-a1a6-4f08-b97b-0c37f877119f" providerId="ADAL" clId="{5F852C96-121E-4103-85D0-117B736085A1}" dt="2025-05-16T05:48:23.531" v="188" actId="47"/>
        <pc:sldMkLst>
          <pc:docMk/>
          <pc:sldMk cId="659845697" sldId="602"/>
        </pc:sldMkLst>
      </pc:sldChg>
      <pc:sldChg chg="del">
        <pc:chgData name="Mohammed Fasha" userId="cc64f42d-a1a6-4f08-b97b-0c37f877119f" providerId="ADAL" clId="{5F852C96-121E-4103-85D0-117B736085A1}" dt="2025-05-16T05:48:23.531" v="188" actId="47"/>
        <pc:sldMkLst>
          <pc:docMk/>
          <pc:sldMk cId="2464207026" sldId="603"/>
        </pc:sldMkLst>
      </pc:sldChg>
      <pc:sldChg chg="del">
        <pc:chgData name="Mohammed Fasha" userId="cc64f42d-a1a6-4f08-b97b-0c37f877119f" providerId="ADAL" clId="{5F852C96-121E-4103-85D0-117B736085A1}" dt="2025-05-16T05:48:23.531" v="188" actId="47"/>
        <pc:sldMkLst>
          <pc:docMk/>
          <pc:sldMk cId="4283467534" sldId="604"/>
        </pc:sldMkLst>
      </pc:sldChg>
      <pc:sldChg chg="del">
        <pc:chgData name="Mohammed Fasha" userId="cc64f42d-a1a6-4f08-b97b-0c37f877119f" providerId="ADAL" clId="{5F852C96-121E-4103-85D0-117B736085A1}" dt="2025-05-16T05:48:23.531" v="188" actId="47"/>
        <pc:sldMkLst>
          <pc:docMk/>
          <pc:sldMk cId="2877973779" sldId="607"/>
        </pc:sldMkLst>
      </pc:sldChg>
      <pc:sldChg chg="del">
        <pc:chgData name="Mohammed Fasha" userId="cc64f42d-a1a6-4f08-b97b-0c37f877119f" providerId="ADAL" clId="{5F852C96-121E-4103-85D0-117B736085A1}" dt="2025-05-16T05:48:23.531" v="188" actId="47"/>
        <pc:sldMkLst>
          <pc:docMk/>
          <pc:sldMk cId="21481256" sldId="611"/>
        </pc:sldMkLst>
      </pc:sldChg>
      <pc:sldChg chg="del">
        <pc:chgData name="Mohammed Fasha" userId="cc64f42d-a1a6-4f08-b97b-0c37f877119f" providerId="ADAL" clId="{5F852C96-121E-4103-85D0-117B736085A1}" dt="2025-05-16T05:48:23.531" v="188" actId="47"/>
        <pc:sldMkLst>
          <pc:docMk/>
          <pc:sldMk cId="4040874025" sldId="612"/>
        </pc:sldMkLst>
      </pc:sldChg>
      <pc:sldChg chg="del">
        <pc:chgData name="Mohammed Fasha" userId="cc64f42d-a1a6-4f08-b97b-0c37f877119f" providerId="ADAL" clId="{5F852C96-121E-4103-85D0-117B736085A1}" dt="2025-05-16T05:48:23.531" v="188" actId="47"/>
        <pc:sldMkLst>
          <pc:docMk/>
          <pc:sldMk cId="399592497" sldId="613"/>
        </pc:sldMkLst>
      </pc:sldChg>
      <pc:sldChg chg="del">
        <pc:chgData name="Mohammed Fasha" userId="cc64f42d-a1a6-4f08-b97b-0c37f877119f" providerId="ADAL" clId="{5F852C96-121E-4103-85D0-117B736085A1}" dt="2025-05-16T05:48:23.531" v="188" actId="47"/>
        <pc:sldMkLst>
          <pc:docMk/>
          <pc:sldMk cId="3535314737" sldId="614"/>
        </pc:sldMkLst>
      </pc:sldChg>
      <pc:sldChg chg="del">
        <pc:chgData name="Mohammed Fasha" userId="cc64f42d-a1a6-4f08-b97b-0c37f877119f" providerId="ADAL" clId="{5F852C96-121E-4103-85D0-117B736085A1}" dt="2025-05-16T05:48:23.531" v="188" actId="47"/>
        <pc:sldMkLst>
          <pc:docMk/>
          <pc:sldMk cId="627652750" sldId="615"/>
        </pc:sldMkLst>
      </pc:sldChg>
      <pc:sldChg chg="del">
        <pc:chgData name="Mohammed Fasha" userId="cc64f42d-a1a6-4f08-b97b-0c37f877119f" providerId="ADAL" clId="{5F852C96-121E-4103-85D0-117B736085A1}" dt="2025-05-16T05:48:23.531" v="188" actId="47"/>
        <pc:sldMkLst>
          <pc:docMk/>
          <pc:sldMk cId="423212581" sldId="616"/>
        </pc:sldMkLst>
      </pc:sldChg>
      <pc:sldChg chg="addSp delSp modSp add del mod">
        <pc:chgData name="Mohammed Fasha" userId="cc64f42d-a1a6-4f08-b97b-0c37f877119f" providerId="ADAL" clId="{5F852C96-121E-4103-85D0-117B736085A1}" dt="2025-05-17T14:19:00.974" v="1531" actId="47"/>
        <pc:sldMkLst>
          <pc:docMk/>
          <pc:sldMk cId="3329135496" sldId="617"/>
        </pc:sldMkLst>
      </pc:sldChg>
      <pc:sldChg chg="del">
        <pc:chgData name="Mohammed Fasha" userId="cc64f42d-a1a6-4f08-b97b-0c37f877119f" providerId="ADAL" clId="{5F852C96-121E-4103-85D0-117B736085A1}" dt="2025-05-16T05:48:23.531" v="188" actId="47"/>
        <pc:sldMkLst>
          <pc:docMk/>
          <pc:sldMk cId="1380276415" sldId="618"/>
        </pc:sldMkLst>
      </pc:sldChg>
      <pc:sldChg chg="add del modTransition">
        <pc:chgData name="Mohammed Fasha" userId="cc64f42d-a1a6-4f08-b97b-0c37f877119f" providerId="ADAL" clId="{5F852C96-121E-4103-85D0-117B736085A1}" dt="2025-05-26T04:21:49.764" v="3375"/>
        <pc:sldMkLst>
          <pc:docMk/>
          <pc:sldMk cId="2418256299" sldId="619"/>
        </pc:sldMkLst>
      </pc:sldChg>
      <pc:sldChg chg="modTransition">
        <pc:chgData name="Mohammed Fasha" userId="cc64f42d-a1a6-4f08-b97b-0c37f877119f" providerId="ADAL" clId="{5F852C96-121E-4103-85D0-117B736085A1}" dt="2025-05-26T04:21:49.764" v="3375"/>
        <pc:sldMkLst>
          <pc:docMk/>
          <pc:sldMk cId="839834530" sldId="621"/>
        </pc:sldMkLst>
      </pc:sldChg>
      <pc:sldChg chg="del">
        <pc:chgData name="Mohammed Fasha" userId="cc64f42d-a1a6-4f08-b97b-0c37f877119f" providerId="ADAL" clId="{5F852C96-121E-4103-85D0-117B736085A1}" dt="2025-05-17T05:04:20.693" v="600" actId="47"/>
        <pc:sldMkLst>
          <pc:docMk/>
          <pc:sldMk cId="3734309461" sldId="625"/>
        </pc:sldMkLst>
      </pc:sldChg>
      <pc:sldChg chg="del">
        <pc:chgData name="Mohammed Fasha" userId="cc64f42d-a1a6-4f08-b97b-0c37f877119f" providerId="ADAL" clId="{5F852C96-121E-4103-85D0-117B736085A1}" dt="2025-05-16T05:48:23.531" v="188" actId="47"/>
        <pc:sldMkLst>
          <pc:docMk/>
          <pc:sldMk cId="4269580935" sldId="634"/>
        </pc:sldMkLst>
      </pc:sldChg>
      <pc:sldChg chg="del">
        <pc:chgData name="Mohammed Fasha" userId="cc64f42d-a1a6-4f08-b97b-0c37f877119f" providerId="ADAL" clId="{5F852C96-121E-4103-85D0-117B736085A1}" dt="2025-05-17T05:04:11.517" v="598" actId="47"/>
        <pc:sldMkLst>
          <pc:docMk/>
          <pc:sldMk cId="2838240985" sldId="635"/>
        </pc:sldMkLst>
      </pc:sldChg>
      <pc:sldChg chg="del">
        <pc:chgData name="Mohammed Fasha" userId="cc64f42d-a1a6-4f08-b97b-0c37f877119f" providerId="ADAL" clId="{5F852C96-121E-4103-85D0-117B736085A1}" dt="2025-05-17T05:04:14.276" v="599" actId="47"/>
        <pc:sldMkLst>
          <pc:docMk/>
          <pc:sldMk cId="1675291572" sldId="638"/>
        </pc:sldMkLst>
      </pc:sldChg>
      <pc:sldChg chg="modSp del mod">
        <pc:chgData name="Mohammed Fasha" userId="cc64f42d-a1a6-4f08-b97b-0c37f877119f" providerId="ADAL" clId="{5F852C96-121E-4103-85D0-117B736085A1}" dt="2025-05-17T14:07:23.078" v="1426" actId="47"/>
        <pc:sldMkLst>
          <pc:docMk/>
          <pc:sldMk cId="2145145303" sldId="640"/>
        </pc:sldMkLst>
      </pc:sldChg>
      <pc:sldChg chg="del">
        <pc:chgData name="Mohammed Fasha" userId="cc64f42d-a1a6-4f08-b97b-0c37f877119f" providerId="ADAL" clId="{5F852C96-121E-4103-85D0-117B736085A1}" dt="2025-05-16T05:48:23.531" v="188" actId="47"/>
        <pc:sldMkLst>
          <pc:docMk/>
          <pc:sldMk cId="1135291414" sldId="643"/>
        </pc:sldMkLst>
      </pc:sldChg>
      <pc:sldChg chg="del">
        <pc:chgData name="Mohammed Fasha" userId="cc64f42d-a1a6-4f08-b97b-0c37f877119f" providerId="ADAL" clId="{5F852C96-121E-4103-85D0-117B736085A1}" dt="2025-05-16T05:48:23.531" v="188" actId="47"/>
        <pc:sldMkLst>
          <pc:docMk/>
          <pc:sldMk cId="1030124935" sldId="644"/>
        </pc:sldMkLst>
      </pc:sldChg>
      <pc:sldChg chg="modSp mod modTransition">
        <pc:chgData name="Mohammed Fasha" userId="cc64f42d-a1a6-4f08-b97b-0c37f877119f" providerId="ADAL" clId="{5F852C96-121E-4103-85D0-117B736085A1}" dt="2025-05-26T04:21:49.764" v="3375"/>
        <pc:sldMkLst>
          <pc:docMk/>
          <pc:sldMk cId="2168644593" sldId="645"/>
        </pc:sldMkLst>
        <pc:spChg chg="mod">
          <ac:chgData name="Mohammed Fasha" userId="cc64f42d-a1a6-4f08-b97b-0c37f877119f" providerId="ADAL" clId="{5F852C96-121E-4103-85D0-117B736085A1}" dt="2025-05-19T03:41:43.856" v="2870" actId="207"/>
          <ac:spMkLst>
            <pc:docMk/>
            <pc:sldMk cId="2168644593" sldId="645"/>
            <ac:spMk id="3" creationId="{8D6F1AE2-578A-55A8-ABC5-9D64444A3D98}"/>
          </ac:spMkLst>
        </pc:spChg>
      </pc:sldChg>
      <pc:sldChg chg="modSp add mod modTransition">
        <pc:chgData name="Mohammed Fasha" userId="cc64f42d-a1a6-4f08-b97b-0c37f877119f" providerId="ADAL" clId="{5F852C96-121E-4103-85D0-117B736085A1}" dt="2025-05-26T04:21:49.764" v="3375"/>
        <pc:sldMkLst>
          <pc:docMk/>
          <pc:sldMk cId="1196270023" sldId="646"/>
        </pc:sldMkLst>
        <pc:spChg chg="mod">
          <ac:chgData name="Mohammed Fasha" userId="cc64f42d-a1a6-4f08-b97b-0c37f877119f" providerId="ADAL" clId="{5F852C96-121E-4103-85D0-117B736085A1}" dt="2025-05-17T04:57:18.446" v="345" actId="20577"/>
          <ac:spMkLst>
            <pc:docMk/>
            <pc:sldMk cId="1196270023" sldId="646"/>
            <ac:spMk id="2" creationId="{D5367D14-6CB8-1246-DB7E-6CDD674FABFB}"/>
          </ac:spMkLst>
        </pc:spChg>
        <pc:spChg chg="mod">
          <ac:chgData name="Mohammed Fasha" userId="cc64f42d-a1a6-4f08-b97b-0c37f877119f" providerId="ADAL" clId="{5F852C96-121E-4103-85D0-117B736085A1}" dt="2025-05-17T05:00:43.412" v="591" actId="108"/>
          <ac:spMkLst>
            <pc:docMk/>
            <pc:sldMk cId="1196270023" sldId="646"/>
            <ac:spMk id="3" creationId="{2B2834A9-8F4D-F5AC-514B-0A5634637DB5}"/>
          </ac:spMkLst>
        </pc:spChg>
      </pc:sldChg>
      <pc:sldChg chg="del">
        <pc:chgData name="Mohammed Fasha" userId="cc64f42d-a1a6-4f08-b97b-0c37f877119f" providerId="ADAL" clId="{5F852C96-121E-4103-85D0-117B736085A1}" dt="2025-05-17T04:56:39.407" v="335" actId="2696"/>
        <pc:sldMkLst>
          <pc:docMk/>
          <pc:sldMk cId="2743226386" sldId="646"/>
        </pc:sldMkLst>
      </pc:sldChg>
      <pc:sldChg chg="modTransition">
        <pc:chgData name="Mohammed Fasha" userId="cc64f42d-a1a6-4f08-b97b-0c37f877119f" providerId="ADAL" clId="{5F852C96-121E-4103-85D0-117B736085A1}" dt="2025-05-26T04:21:49.764" v="3375"/>
        <pc:sldMkLst>
          <pc:docMk/>
          <pc:sldMk cId="202107314" sldId="647"/>
        </pc:sldMkLst>
      </pc:sldChg>
      <pc:sldChg chg="modTransition">
        <pc:chgData name="Mohammed Fasha" userId="cc64f42d-a1a6-4f08-b97b-0c37f877119f" providerId="ADAL" clId="{5F852C96-121E-4103-85D0-117B736085A1}" dt="2025-05-26T04:21:49.764" v="3375"/>
        <pc:sldMkLst>
          <pc:docMk/>
          <pc:sldMk cId="662689605" sldId="649"/>
        </pc:sldMkLst>
      </pc:sldChg>
      <pc:sldChg chg="modTransition">
        <pc:chgData name="Mohammed Fasha" userId="cc64f42d-a1a6-4f08-b97b-0c37f877119f" providerId="ADAL" clId="{5F852C96-121E-4103-85D0-117B736085A1}" dt="2025-05-26T04:21:49.764" v="3375"/>
        <pc:sldMkLst>
          <pc:docMk/>
          <pc:sldMk cId="3942060319" sldId="650"/>
        </pc:sldMkLst>
      </pc:sldChg>
      <pc:sldChg chg="modTransition">
        <pc:chgData name="Mohammed Fasha" userId="cc64f42d-a1a6-4f08-b97b-0c37f877119f" providerId="ADAL" clId="{5F852C96-121E-4103-85D0-117B736085A1}" dt="2025-05-26T04:21:49.764" v="3375"/>
        <pc:sldMkLst>
          <pc:docMk/>
          <pc:sldMk cId="916802035" sldId="651"/>
        </pc:sldMkLst>
      </pc:sldChg>
      <pc:sldChg chg="del">
        <pc:chgData name="Mohammed Fasha" userId="cc64f42d-a1a6-4f08-b97b-0c37f877119f" providerId="ADAL" clId="{5F852C96-121E-4103-85D0-117B736085A1}" dt="2025-05-17T16:49:39.265" v="2721" actId="47"/>
        <pc:sldMkLst>
          <pc:docMk/>
          <pc:sldMk cId="3061130053" sldId="653"/>
        </pc:sldMkLst>
      </pc:sldChg>
      <pc:sldChg chg="modSp mod modTransition">
        <pc:chgData name="Mohammed Fasha" userId="cc64f42d-a1a6-4f08-b97b-0c37f877119f" providerId="ADAL" clId="{5F852C96-121E-4103-85D0-117B736085A1}" dt="2025-05-26T04:21:49.764" v="3375"/>
        <pc:sldMkLst>
          <pc:docMk/>
          <pc:sldMk cId="3585687456" sldId="654"/>
        </pc:sldMkLst>
        <pc:spChg chg="mod">
          <ac:chgData name="Mohammed Fasha" userId="cc64f42d-a1a6-4f08-b97b-0c37f877119f" providerId="ADAL" clId="{5F852C96-121E-4103-85D0-117B736085A1}" dt="2025-05-17T16:50:29.195" v="2740" actId="20577"/>
          <ac:spMkLst>
            <pc:docMk/>
            <pc:sldMk cId="3585687456" sldId="654"/>
            <ac:spMk id="2" creationId="{D5367D14-6CB8-1246-DB7E-6CDD674FABFB}"/>
          </ac:spMkLst>
        </pc:spChg>
        <pc:spChg chg="mod">
          <ac:chgData name="Mohammed Fasha" userId="cc64f42d-a1a6-4f08-b97b-0c37f877119f" providerId="ADAL" clId="{5F852C96-121E-4103-85D0-117B736085A1}" dt="2025-05-17T16:51:23.717" v="2748" actId="12"/>
          <ac:spMkLst>
            <pc:docMk/>
            <pc:sldMk cId="3585687456" sldId="654"/>
            <ac:spMk id="3" creationId="{2B2834A9-8F4D-F5AC-514B-0A5634637DB5}"/>
          </ac:spMkLst>
        </pc:spChg>
      </pc:sldChg>
      <pc:sldChg chg="modSp mod modTransition">
        <pc:chgData name="Mohammed Fasha" userId="cc64f42d-a1a6-4f08-b97b-0c37f877119f" providerId="ADAL" clId="{5F852C96-121E-4103-85D0-117B736085A1}" dt="2025-05-26T04:21:49.764" v="3375"/>
        <pc:sldMkLst>
          <pc:docMk/>
          <pc:sldMk cId="2892622100" sldId="655"/>
        </pc:sldMkLst>
        <pc:spChg chg="mod">
          <ac:chgData name="Mohammed Fasha" userId="cc64f42d-a1a6-4f08-b97b-0c37f877119f" providerId="ADAL" clId="{5F852C96-121E-4103-85D0-117B736085A1}" dt="2025-05-17T16:52:11.990" v="2807" actId="20577"/>
          <ac:spMkLst>
            <pc:docMk/>
            <pc:sldMk cId="2892622100" sldId="655"/>
            <ac:spMk id="2" creationId="{FF1B4821-12CC-C73F-FEEF-457E351A61EF}"/>
          </ac:spMkLst>
        </pc:spChg>
        <pc:spChg chg="mod">
          <ac:chgData name="Mohammed Fasha" userId="cc64f42d-a1a6-4f08-b97b-0c37f877119f" providerId="ADAL" clId="{5F852C96-121E-4103-85D0-117B736085A1}" dt="2025-05-19T03:51:09.703" v="2970" actId="207"/>
          <ac:spMkLst>
            <pc:docMk/>
            <pc:sldMk cId="2892622100" sldId="655"/>
            <ac:spMk id="3" creationId="{DDB8F6FE-FF12-0BA5-D224-71F068E4DF88}"/>
          </ac:spMkLst>
        </pc:spChg>
      </pc:sldChg>
      <pc:sldChg chg="modSp mod modTransition">
        <pc:chgData name="Mohammed Fasha" userId="cc64f42d-a1a6-4f08-b97b-0c37f877119f" providerId="ADAL" clId="{5F852C96-121E-4103-85D0-117B736085A1}" dt="2025-05-26T04:21:49.764" v="3375"/>
        <pc:sldMkLst>
          <pc:docMk/>
          <pc:sldMk cId="555764928" sldId="657"/>
        </pc:sldMkLst>
        <pc:spChg chg="mod">
          <ac:chgData name="Mohammed Fasha" userId="cc64f42d-a1a6-4f08-b97b-0c37f877119f" providerId="ADAL" clId="{5F852C96-121E-4103-85D0-117B736085A1}" dt="2025-05-26T03:49:15.846" v="3216" actId="404"/>
          <ac:spMkLst>
            <pc:docMk/>
            <pc:sldMk cId="555764928" sldId="657"/>
            <ac:spMk id="2" creationId="{FF1B4821-12CC-C73F-FEEF-457E351A61EF}"/>
          </ac:spMkLst>
        </pc:spChg>
      </pc:sldChg>
      <pc:sldChg chg="modTransition">
        <pc:chgData name="Mohammed Fasha" userId="cc64f42d-a1a6-4f08-b97b-0c37f877119f" providerId="ADAL" clId="{5F852C96-121E-4103-85D0-117B736085A1}" dt="2025-05-26T04:21:49.764" v="3375"/>
        <pc:sldMkLst>
          <pc:docMk/>
          <pc:sldMk cId="1461426122" sldId="658"/>
        </pc:sldMkLst>
      </pc:sldChg>
      <pc:sldChg chg="modSp add mod">
        <pc:chgData name="Mohammed Fasha" userId="cc64f42d-a1a6-4f08-b97b-0c37f877119f" providerId="ADAL" clId="{5F852C96-121E-4103-85D0-117B736085A1}" dt="2025-05-28T03:16:39.691" v="3484" actId="6549"/>
        <pc:sldMkLst>
          <pc:docMk/>
          <pc:sldMk cId="2761957486" sldId="659"/>
        </pc:sldMkLst>
        <pc:spChg chg="mod">
          <ac:chgData name="Mohammed Fasha" userId="cc64f42d-a1a6-4f08-b97b-0c37f877119f" providerId="ADAL" clId="{5F852C96-121E-4103-85D0-117B736085A1}" dt="2025-05-28T03:16:39.691" v="3484" actId="6549"/>
          <ac:spMkLst>
            <pc:docMk/>
            <pc:sldMk cId="2761957486" sldId="659"/>
            <ac:spMk id="3" creationId="{DDB8F6FE-FF12-0BA5-D224-71F068E4DF88}"/>
          </ac:spMkLst>
        </pc:spChg>
      </pc:sldChg>
      <pc:sldChg chg="del modTransition">
        <pc:chgData name="Mohammed Fasha" userId="cc64f42d-a1a6-4f08-b97b-0c37f877119f" providerId="ADAL" clId="{5F852C96-121E-4103-85D0-117B736085A1}" dt="2025-05-28T02:57:35.487" v="3376" actId="2696"/>
        <pc:sldMkLst>
          <pc:docMk/>
          <pc:sldMk cId="2990045589" sldId="659"/>
        </pc:sldMkLst>
      </pc:sldChg>
      <pc:sldChg chg="add">
        <pc:chgData name="Mohammed Fasha" userId="cc64f42d-a1a6-4f08-b97b-0c37f877119f" providerId="ADAL" clId="{5F852C96-121E-4103-85D0-117B736085A1}" dt="2025-05-28T02:57:42.243" v="3377"/>
        <pc:sldMkLst>
          <pc:docMk/>
          <pc:sldMk cId="1204984806" sldId="660"/>
        </pc:sldMkLst>
      </pc:sldChg>
      <pc:sldChg chg="del modTransition">
        <pc:chgData name="Mohammed Fasha" userId="cc64f42d-a1a6-4f08-b97b-0c37f877119f" providerId="ADAL" clId="{5F852C96-121E-4103-85D0-117B736085A1}" dt="2025-05-28T02:57:35.487" v="3376" actId="2696"/>
        <pc:sldMkLst>
          <pc:docMk/>
          <pc:sldMk cId="2575039538" sldId="660"/>
        </pc:sldMkLst>
      </pc:sldChg>
      <pc:sldChg chg="modSp mod modTransition">
        <pc:chgData name="Mohammed Fasha" userId="cc64f42d-a1a6-4f08-b97b-0c37f877119f" providerId="ADAL" clId="{5F852C96-121E-4103-85D0-117B736085A1}" dt="2025-05-26T04:21:49.764" v="3375"/>
        <pc:sldMkLst>
          <pc:docMk/>
          <pc:sldMk cId="1554491934" sldId="661"/>
        </pc:sldMkLst>
        <pc:spChg chg="mod">
          <ac:chgData name="Mohammed Fasha" userId="cc64f42d-a1a6-4f08-b97b-0c37f877119f" providerId="ADAL" clId="{5F852C96-121E-4103-85D0-117B736085A1}" dt="2025-05-19T03:56:08.797" v="2990" actId="113"/>
          <ac:spMkLst>
            <pc:docMk/>
            <pc:sldMk cId="1554491934" sldId="661"/>
            <ac:spMk id="3" creationId="{DDB8F6FE-FF12-0BA5-D224-71F068E4DF88}"/>
          </ac:spMkLst>
        </pc:spChg>
      </pc:sldChg>
      <pc:sldChg chg="del">
        <pc:chgData name="Mohammed Fasha" userId="cc64f42d-a1a6-4f08-b97b-0c37f877119f" providerId="ADAL" clId="{5F852C96-121E-4103-85D0-117B736085A1}" dt="2025-05-16T05:51:20.859" v="189" actId="47"/>
        <pc:sldMkLst>
          <pc:docMk/>
          <pc:sldMk cId="691538069" sldId="662"/>
        </pc:sldMkLst>
      </pc:sldChg>
      <pc:sldChg chg="del">
        <pc:chgData name="Mohammed Fasha" userId="cc64f42d-a1a6-4f08-b97b-0c37f877119f" providerId="ADAL" clId="{5F852C96-121E-4103-85D0-117B736085A1}" dt="2025-05-16T05:51:20.859" v="189" actId="47"/>
        <pc:sldMkLst>
          <pc:docMk/>
          <pc:sldMk cId="3980180774" sldId="663"/>
        </pc:sldMkLst>
      </pc:sldChg>
      <pc:sldChg chg="del">
        <pc:chgData name="Mohammed Fasha" userId="cc64f42d-a1a6-4f08-b97b-0c37f877119f" providerId="ADAL" clId="{5F852C96-121E-4103-85D0-117B736085A1}" dt="2025-05-16T05:51:20.859" v="189" actId="47"/>
        <pc:sldMkLst>
          <pc:docMk/>
          <pc:sldMk cId="1728680596" sldId="664"/>
        </pc:sldMkLst>
      </pc:sldChg>
      <pc:sldChg chg="del">
        <pc:chgData name="Mohammed Fasha" userId="cc64f42d-a1a6-4f08-b97b-0c37f877119f" providerId="ADAL" clId="{5F852C96-121E-4103-85D0-117B736085A1}" dt="2025-05-16T05:51:20.859" v="189" actId="47"/>
        <pc:sldMkLst>
          <pc:docMk/>
          <pc:sldMk cId="148099094" sldId="665"/>
        </pc:sldMkLst>
      </pc:sldChg>
      <pc:sldChg chg="modSp mod modTransition">
        <pc:chgData name="Mohammed Fasha" userId="cc64f42d-a1a6-4f08-b97b-0c37f877119f" providerId="ADAL" clId="{5F852C96-121E-4103-85D0-117B736085A1}" dt="2025-05-26T04:21:49.764" v="3375"/>
        <pc:sldMkLst>
          <pc:docMk/>
          <pc:sldMk cId="898885298" sldId="667"/>
        </pc:sldMkLst>
        <pc:spChg chg="mod">
          <ac:chgData name="Mohammed Fasha" userId="cc64f42d-a1a6-4f08-b97b-0c37f877119f" providerId="ADAL" clId="{5F852C96-121E-4103-85D0-117B736085A1}" dt="2025-05-26T03:49:00.314" v="3214" actId="404"/>
          <ac:spMkLst>
            <pc:docMk/>
            <pc:sldMk cId="898885298" sldId="667"/>
            <ac:spMk id="2" creationId="{FF1B4821-12CC-C73F-FEEF-457E351A61EF}"/>
          </ac:spMkLst>
        </pc:spChg>
      </pc:sldChg>
      <pc:sldChg chg="modSp mod modTransition">
        <pc:chgData name="Mohammed Fasha" userId="cc64f42d-a1a6-4f08-b97b-0c37f877119f" providerId="ADAL" clId="{5F852C96-121E-4103-85D0-117B736085A1}" dt="2025-05-26T04:21:49.764" v="3375"/>
        <pc:sldMkLst>
          <pc:docMk/>
          <pc:sldMk cId="2652660250" sldId="668"/>
        </pc:sldMkLst>
        <pc:spChg chg="mod">
          <ac:chgData name="Mohammed Fasha" userId="cc64f42d-a1a6-4f08-b97b-0c37f877119f" providerId="ADAL" clId="{5F852C96-121E-4103-85D0-117B736085A1}" dt="2025-05-26T03:49:05.208" v="3215" actId="404"/>
          <ac:spMkLst>
            <pc:docMk/>
            <pc:sldMk cId="2652660250" sldId="668"/>
            <ac:spMk id="2" creationId="{FF1B4821-12CC-C73F-FEEF-457E351A61EF}"/>
          </ac:spMkLst>
        </pc:spChg>
      </pc:sldChg>
      <pc:sldChg chg="modSp mod modTransition">
        <pc:chgData name="Mohammed Fasha" userId="cc64f42d-a1a6-4f08-b97b-0c37f877119f" providerId="ADAL" clId="{5F852C96-121E-4103-85D0-117B736085A1}" dt="2025-05-26T04:21:49.764" v="3375"/>
        <pc:sldMkLst>
          <pc:docMk/>
          <pc:sldMk cId="2680231355" sldId="669"/>
        </pc:sldMkLst>
        <pc:spChg chg="mod">
          <ac:chgData name="Mohammed Fasha" userId="cc64f42d-a1a6-4f08-b97b-0c37f877119f" providerId="ADAL" clId="{5F852C96-121E-4103-85D0-117B736085A1}" dt="2025-05-17T16:52:28.256" v="2808"/>
          <ac:spMkLst>
            <pc:docMk/>
            <pc:sldMk cId="2680231355" sldId="669"/>
            <ac:spMk id="2" creationId="{FF1B4821-12CC-C73F-FEEF-457E351A61EF}"/>
          </ac:spMkLst>
        </pc:spChg>
      </pc:sldChg>
      <pc:sldChg chg="modSp mod modTransition">
        <pc:chgData name="Mohammed Fasha" userId="cc64f42d-a1a6-4f08-b97b-0c37f877119f" providerId="ADAL" clId="{5F852C96-121E-4103-85D0-117B736085A1}" dt="2025-05-26T04:21:49.764" v="3375"/>
        <pc:sldMkLst>
          <pc:docMk/>
          <pc:sldMk cId="1960150938" sldId="670"/>
        </pc:sldMkLst>
        <pc:spChg chg="mod">
          <ac:chgData name="Mohammed Fasha" userId="cc64f42d-a1a6-4f08-b97b-0c37f877119f" providerId="ADAL" clId="{5F852C96-121E-4103-85D0-117B736085A1}" dt="2025-05-26T03:49:21.087" v="3217" actId="404"/>
          <ac:spMkLst>
            <pc:docMk/>
            <pc:sldMk cId="1960150938" sldId="670"/>
            <ac:spMk id="2" creationId="{FF1B4821-12CC-C73F-FEEF-457E351A61EF}"/>
          </ac:spMkLst>
        </pc:spChg>
      </pc:sldChg>
      <pc:sldChg chg="modSp mod modTransition">
        <pc:chgData name="Mohammed Fasha" userId="cc64f42d-a1a6-4f08-b97b-0c37f877119f" providerId="ADAL" clId="{5F852C96-121E-4103-85D0-117B736085A1}" dt="2025-05-26T04:21:49.764" v="3375"/>
        <pc:sldMkLst>
          <pc:docMk/>
          <pc:sldMk cId="3605011436" sldId="671"/>
        </pc:sldMkLst>
        <pc:spChg chg="mod">
          <ac:chgData name="Mohammed Fasha" userId="cc64f42d-a1a6-4f08-b97b-0c37f877119f" providerId="ADAL" clId="{5F852C96-121E-4103-85D0-117B736085A1}" dt="2025-05-17T16:53:32.547" v="2809"/>
          <ac:spMkLst>
            <pc:docMk/>
            <pc:sldMk cId="3605011436" sldId="671"/>
            <ac:spMk id="2" creationId="{FF1B4821-12CC-C73F-FEEF-457E351A61EF}"/>
          </ac:spMkLst>
        </pc:spChg>
      </pc:sldChg>
      <pc:sldChg chg="modSp mod modTransition">
        <pc:chgData name="Mohammed Fasha" userId="cc64f42d-a1a6-4f08-b97b-0c37f877119f" providerId="ADAL" clId="{5F852C96-121E-4103-85D0-117B736085A1}" dt="2025-05-26T04:21:49.764" v="3375"/>
        <pc:sldMkLst>
          <pc:docMk/>
          <pc:sldMk cId="1620993364" sldId="672"/>
        </pc:sldMkLst>
        <pc:spChg chg="mod">
          <ac:chgData name="Mohammed Fasha" userId="cc64f42d-a1a6-4f08-b97b-0c37f877119f" providerId="ADAL" clId="{5F852C96-121E-4103-85D0-117B736085A1}" dt="2025-05-19T03:54:24.820" v="2978" actId="20577"/>
          <ac:spMkLst>
            <pc:docMk/>
            <pc:sldMk cId="1620993364" sldId="672"/>
            <ac:spMk id="2" creationId="{F461647B-E544-3B78-0934-79C5D76169F0}"/>
          </ac:spMkLst>
        </pc:spChg>
        <pc:spChg chg="mod">
          <ac:chgData name="Mohammed Fasha" userId="cc64f42d-a1a6-4f08-b97b-0c37f877119f" providerId="ADAL" clId="{5F852C96-121E-4103-85D0-117B736085A1}" dt="2025-05-19T03:57:17.747" v="3000" actId="108"/>
          <ac:spMkLst>
            <pc:docMk/>
            <pc:sldMk cId="1620993364" sldId="672"/>
            <ac:spMk id="3" creationId="{5132636A-6168-1E5E-CC52-8E5CAA70E411}"/>
          </ac:spMkLst>
        </pc:spChg>
      </pc:sldChg>
      <pc:sldChg chg="addSp delSp modSp mod modTransition">
        <pc:chgData name="Mohammed Fasha" userId="cc64f42d-a1a6-4f08-b97b-0c37f877119f" providerId="ADAL" clId="{5F852C96-121E-4103-85D0-117B736085A1}" dt="2025-05-26T04:21:49.764" v="3375"/>
        <pc:sldMkLst>
          <pc:docMk/>
          <pc:sldMk cId="2865119215" sldId="674"/>
        </pc:sldMkLst>
        <pc:spChg chg="mod ord">
          <ac:chgData name="Mohammed Fasha" userId="cc64f42d-a1a6-4f08-b97b-0c37f877119f" providerId="ADAL" clId="{5F852C96-121E-4103-85D0-117B736085A1}" dt="2025-05-19T04:00:10.505" v="3079" actId="6549"/>
          <ac:spMkLst>
            <pc:docMk/>
            <pc:sldMk cId="2865119215" sldId="674"/>
            <ac:spMk id="3" creationId="{62A8CA51-4BEF-C98A-8A7E-21B8AB04F929}"/>
          </ac:spMkLst>
        </pc:spChg>
        <pc:spChg chg="mod">
          <ac:chgData name="Mohammed Fasha" userId="cc64f42d-a1a6-4f08-b97b-0c37f877119f" providerId="ADAL" clId="{5F852C96-121E-4103-85D0-117B736085A1}" dt="2025-05-19T03:58:57.317" v="3031" actId="21"/>
          <ac:spMkLst>
            <pc:docMk/>
            <pc:sldMk cId="2865119215" sldId="674"/>
            <ac:spMk id="5" creationId="{2DF1B482-D728-D103-804C-F39A2E0F33BF}"/>
          </ac:spMkLst>
        </pc:spChg>
        <pc:picChg chg="add mod">
          <ac:chgData name="Mohammed Fasha" userId="cc64f42d-a1a6-4f08-b97b-0c37f877119f" providerId="ADAL" clId="{5F852C96-121E-4103-85D0-117B736085A1}" dt="2025-05-19T03:58:54.598" v="3029" actId="1076"/>
          <ac:picMkLst>
            <pc:docMk/>
            <pc:sldMk cId="2865119215" sldId="674"/>
            <ac:picMk id="6" creationId="{439958D0-9989-B39E-D6E2-FB90ECA5F465}"/>
          </ac:picMkLst>
        </pc:picChg>
      </pc:sldChg>
      <pc:sldChg chg="modSp mod modTransition">
        <pc:chgData name="Mohammed Fasha" userId="cc64f42d-a1a6-4f08-b97b-0c37f877119f" providerId="ADAL" clId="{5F852C96-121E-4103-85D0-117B736085A1}" dt="2025-05-26T04:21:49.764" v="3375"/>
        <pc:sldMkLst>
          <pc:docMk/>
          <pc:sldMk cId="2170303756" sldId="675"/>
        </pc:sldMkLst>
        <pc:spChg chg="mod">
          <ac:chgData name="Mohammed Fasha" userId="cc64f42d-a1a6-4f08-b97b-0c37f877119f" providerId="ADAL" clId="{5F852C96-121E-4103-85D0-117B736085A1}" dt="2025-05-19T03:57:40.793" v="3002" actId="20577"/>
          <ac:spMkLst>
            <pc:docMk/>
            <pc:sldMk cId="2170303756" sldId="675"/>
            <ac:spMk id="3" creationId="{4D106FBB-198D-A7E8-03C4-7101324CD9F3}"/>
          </ac:spMkLst>
        </pc:spChg>
      </pc:sldChg>
      <pc:sldChg chg="del">
        <pc:chgData name="Mohammed Fasha" userId="cc64f42d-a1a6-4f08-b97b-0c37f877119f" providerId="ADAL" clId="{5F852C96-121E-4103-85D0-117B736085A1}" dt="2025-05-16T05:51:20.859" v="189" actId="47"/>
        <pc:sldMkLst>
          <pc:docMk/>
          <pc:sldMk cId="1577854815" sldId="676"/>
        </pc:sldMkLst>
      </pc:sldChg>
      <pc:sldChg chg="del">
        <pc:chgData name="Mohammed Fasha" userId="cc64f42d-a1a6-4f08-b97b-0c37f877119f" providerId="ADAL" clId="{5F852C96-121E-4103-85D0-117B736085A1}" dt="2025-05-16T05:51:20.859" v="189" actId="47"/>
        <pc:sldMkLst>
          <pc:docMk/>
          <pc:sldMk cId="139882925" sldId="677"/>
        </pc:sldMkLst>
      </pc:sldChg>
      <pc:sldChg chg="del">
        <pc:chgData name="Mohammed Fasha" userId="cc64f42d-a1a6-4f08-b97b-0c37f877119f" providerId="ADAL" clId="{5F852C96-121E-4103-85D0-117B736085A1}" dt="2025-05-16T05:51:20.859" v="189" actId="47"/>
        <pc:sldMkLst>
          <pc:docMk/>
          <pc:sldMk cId="4146654093" sldId="678"/>
        </pc:sldMkLst>
      </pc:sldChg>
      <pc:sldChg chg="del">
        <pc:chgData name="Mohammed Fasha" userId="cc64f42d-a1a6-4f08-b97b-0c37f877119f" providerId="ADAL" clId="{5F852C96-121E-4103-85D0-117B736085A1}" dt="2025-05-16T05:51:20.859" v="189" actId="47"/>
        <pc:sldMkLst>
          <pc:docMk/>
          <pc:sldMk cId="3454522070" sldId="679"/>
        </pc:sldMkLst>
      </pc:sldChg>
      <pc:sldChg chg="del">
        <pc:chgData name="Mohammed Fasha" userId="cc64f42d-a1a6-4f08-b97b-0c37f877119f" providerId="ADAL" clId="{5F852C96-121E-4103-85D0-117B736085A1}" dt="2025-05-16T05:51:20.859" v="189" actId="47"/>
        <pc:sldMkLst>
          <pc:docMk/>
          <pc:sldMk cId="2856814121" sldId="681"/>
        </pc:sldMkLst>
      </pc:sldChg>
      <pc:sldChg chg="addSp modSp add del mod">
        <pc:chgData name="Mohammed Fasha" userId="cc64f42d-a1a6-4f08-b97b-0c37f877119f" providerId="ADAL" clId="{5F852C96-121E-4103-85D0-117B736085A1}" dt="2025-05-28T03:18:47.652" v="3562" actId="47"/>
        <pc:sldMkLst>
          <pc:docMk/>
          <pc:sldMk cId="632086538" sldId="682"/>
        </pc:sldMkLst>
        <pc:spChg chg="mod">
          <ac:chgData name="Mohammed Fasha" userId="cc64f42d-a1a6-4f08-b97b-0c37f877119f" providerId="ADAL" clId="{5F852C96-121E-4103-85D0-117B736085A1}" dt="2025-05-28T03:02:00.323" v="3384" actId="21"/>
          <ac:spMkLst>
            <pc:docMk/>
            <pc:sldMk cId="632086538" sldId="682"/>
            <ac:spMk id="3" creationId="{82330144-6753-370A-BDCC-FBBBCB8FC516}"/>
          </ac:spMkLst>
        </pc:spChg>
        <pc:picChg chg="add mod">
          <ac:chgData name="Mohammed Fasha" userId="cc64f42d-a1a6-4f08-b97b-0c37f877119f" providerId="ADAL" clId="{5F852C96-121E-4103-85D0-117B736085A1}" dt="2025-05-28T03:01:55.492" v="3383"/>
          <ac:picMkLst>
            <pc:docMk/>
            <pc:sldMk cId="632086538" sldId="682"/>
            <ac:picMk id="4" creationId="{C0785276-DEC3-77E8-D8C5-B5DF6C2A4CE5}"/>
          </ac:picMkLst>
        </pc:picChg>
      </pc:sldChg>
      <pc:sldChg chg="del modTransition">
        <pc:chgData name="Mohammed Fasha" userId="cc64f42d-a1a6-4f08-b97b-0c37f877119f" providerId="ADAL" clId="{5F852C96-121E-4103-85D0-117B736085A1}" dt="2025-05-28T02:57:35.487" v="3376" actId="2696"/>
        <pc:sldMkLst>
          <pc:docMk/>
          <pc:sldMk cId="1377124484" sldId="682"/>
        </pc:sldMkLst>
      </pc:sldChg>
      <pc:sldChg chg="del modTransition">
        <pc:chgData name="Mohammed Fasha" userId="cc64f42d-a1a6-4f08-b97b-0c37f877119f" providerId="ADAL" clId="{5F852C96-121E-4103-85D0-117B736085A1}" dt="2025-05-28T02:57:35.487" v="3376" actId="2696"/>
        <pc:sldMkLst>
          <pc:docMk/>
          <pc:sldMk cId="2630096202" sldId="683"/>
        </pc:sldMkLst>
      </pc:sldChg>
      <pc:sldChg chg="addSp delSp modSp add del mod">
        <pc:chgData name="Mohammed Fasha" userId="cc64f42d-a1a6-4f08-b97b-0c37f877119f" providerId="ADAL" clId="{5F852C96-121E-4103-85D0-117B736085A1}" dt="2025-05-28T03:31:35.018" v="4109" actId="47"/>
        <pc:sldMkLst>
          <pc:docMk/>
          <pc:sldMk cId="2847060586" sldId="683"/>
        </pc:sldMkLst>
        <pc:spChg chg="add mod">
          <ac:chgData name="Mohammed Fasha" userId="cc64f42d-a1a6-4f08-b97b-0c37f877119f" providerId="ADAL" clId="{5F852C96-121E-4103-85D0-117B736085A1}" dt="2025-05-28T03:23:42.612" v="3838" actId="21"/>
          <ac:spMkLst>
            <pc:docMk/>
            <pc:sldMk cId="2847060586" sldId="683"/>
            <ac:spMk id="4" creationId="{0F0F8B44-4AFA-695E-C9EE-35313D604F3C}"/>
          </ac:spMkLst>
        </pc:spChg>
        <pc:picChg chg="add del mod">
          <ac:chgData name="Mohammed Fasha" userId="cc64f42d-a1a6-4f08-b97b-0c37f877119f" providerId="ADAL" clId="{5F852C96-121E-4103-85D0-117B736085A1}" dt="2025-05-28T03:20:45.773" v="3586" actId="21"/>
          <ac:picMkLst>
            <pc:docMk/>
            <pc:sldMk cId="2847060586" sldId="683"/>
            <ac:picMk id="5" creationId="{7FDD7C87-6909-64CA-A587-61A30C42F2BE}"/>
          </ac:picMkLst>
        </pc:picChg>
        <pc:picChg chg="del mod">
          <ac:chgData name="Mohammed Fasha" userId="cc64f42d-a1a6-4f08-b97b-0c37f877119f" providerId="ADAL" clId="{5F852C96-121E-4103-85D0-117B736085A1}" dt="2025-05-28T03:23:42.612" v="3838" actId="21"/>
          <ac:picMkLst>
            <pc:docMk/>
            <pc:sldMk cId="2847060586" sldId="683"/>
            <ac:picMk id="6" creationId="{1FD29ADE-F46E-E9EA-DA8F-199E7FED1006}"/>
          </ac:picMkLst>
        </pc:picChg>
        <pc:picChg chg="add del mod">
          <ac:chgData name="Mohammed Fasha" userId="cc64f42d-a1a6-4f08-b97b-0c37f877119f" providerId="ADAL" clId="{5F852C96-121E-4103-85D0-117B736085A1}" dt="2025-05-28T03:20:29.559" v="3581" actId="21"/>
          <ac:picMkLst>
            <pc:docMk/>
            <pc:sldMk cId="2847060586" sldId="683"/>
            <ac:picMk id="1026" creationId="{4777CF26-0F99-41D1-84BC-BEB619F5AAA3}"/>
          </ac:picMkLst>
        </pc:picChg>
      </pc:sldChg>
      <pc:sldChg chg="addSp delSp modSp add del mod">
        <pc:chgData name="Mohammed Fasha" userId="cc64f42d-a1a6-4f08-b97b-0c37f877119f" providerId="ADAL" clId="{5F852C96-121E-4103-85D0-117B736085A1}" dt="2025-05-28T03:19:56.267" v="3575" actId="47"/>
        <pc:sldMkLst>
          <pc:docMk/>
          <pc:sldMk cId="2358797417" sldId="684"/>
        </pc:sldMkLst>
        <pc:spChg chg="add mod">
          <ac:chgData name="Mohammed Fasha" userId="cc64f42d-a1a6-4f08-b97b-0c37f877119f" providerId="ADAL" clId="{5F852C96-121E-4103-85D0-117B736085A1}" dt="2025-05-28T03:19:39.388" v="3571" actId="21"/>
          <ac:spMkLst>
            <pc:docMk/>
            <pc:sldMk cId="2358797417" sldId="684"/>
            <ac:spMk id="4" creationId="{384E914B-704B-BF44-56B2-477A0323D9BD}"/>
          </ac:spMkLst>
        </pc:spChg>
        <pc:picChg chg="del">
          <ac:chgData name="Mohammed Fasha" userId="cc64f42d-a1a6-4f08-b97b-0c37f877119f" providerId="ADAL" clId="{5F852C96-121E-4103-85D0-117B736085A1}" dt="2025-05-28T03:19:39.388" v="3571" actId="21"/>
          <ac:picMkLst>
            <pc:docMk/>
            <pc:sldMk cId="2358797417" sldId="684"/>
            <ac:picMk id="5" creationId="{7FDD7C87-6909-64CA-A587-61A30C42F2BE}"/>
          </ac:picMkLst>
        </pc:picChg>
      </pc:sldChg>
      <pc:sldChg chg="addSp modSp del mod modTransition">
        <pc:chgData name="Mohammed Fasha" userId="cc64f42d-a1a6-4f08-b97b-0c37f877119f" providerId="ADAL" clId="{5F852C96-121E-4103-85D0-117B736085A1}" dt="2025-05-28T02:57:35.487" v="3376" actId="2696"/>
        <pc:sldMkLst>
          <pc:docMk/>
          <pc:sldMk cId="3328652623" sldId="684"/>
        </pc:sldMkLst>
      </pc:sldChg>
      <pc:sldChg chg="del modTransition">
        <pc:chgData name="Mohammed Fasha" userId="cc64f42d-a1a6-4f08-b97b-0c37f877119f" providerId="ADAL" clId="{5F852C96-121E-4103-85D0-117B736085A1}" dt="2025-05-28T02:57:35.487" v="3376" actId="2696"/>
        <pc:sldMkLst>
          <pc:docMk/>
          <pc:sldMk cId="916102856" sldId="685"/>
        </pc:sldMkLst>
      </pc:sldChg>
      <pc:sldChg chg="delSp modSp add del mod">
        <pc:chgData name="Mohammed Fasha" userId="cc64f42d-a1a6-4f08-b97b-0c37f877119f" providerId="ADAL" clId="{5F852C96-121E-4103-85D0-117B736085A1}" dt="2025-05-28T03:18:44.351" v="3561" actId="47"/>
        <pc:sldMkLst>
          <pc:docMk/>
          <pc:sldMk cId="2404105392" sldId="685"/>
        </pc:sldMkLst>
        <pc:spChg chg="mod">
          <ac:chgData name="Mohammed Fasha" userId="cc64f42d-a1a6-4f08-b97b-0c37f877119f" providerId="ADAL" clId="{5F852C96-121E-4103-85D0-117B736085A1}" dt="2025-05-28T03:02:44.884" v="3464" actId="20577"/>
          <ac:spMkLst>
            <pc:docMk/>
            <pc:sldMk cId="2404105392" sldId="685"/>
            <ac:spMk id="3" creationId="{29EA7011-F30A-B5BD-7916-BEDAAC688CE5}"/>
          </ac:spMkLst>
        </pc:spChg>
        <pc:picChg chg="del">
          <ac:chgData name="Mohammed Fasha" userId="cc64f42d-a1a6-4f08-b97b-0c37f877119f" providerId="ADAL" clId="{5F852C96-121E-4103-85D0-117B736085A1}" dt="2025-05-28T03:01:07.040" v="3379" actId="21"/>
          <ac:picMkLst>
            <pc:docMk/>
            <pc:sldMk cId="2404105392" sldId="685"/>
            <ac:picMk id="1026" creationId="{4777CF26-0F99-41D1-84BC-BEB619F5AAA3}"/>
          </ac:picMkLst>
        </pc:picChg>
      </pc:sldChg>
      <pc:sldChg chg="addSp delSp modSp add mod ord">
        <pc:chgData name="Mohammed Fasha" userId="cc64f42d-a1a6-4f08-b97b-0c37f877119f" providerId="ADAL" clId="{5F852C96-121E-4103-85D0-117B736085A1}" dt="2025-05-28T03:26:06.400" v="3896" actId="20577"/>
        <pc:sldMkLst>
          <pc:docMk/>
          <pc:sldMk cId="212441645" sldId="686"/>
        </pc:sldMkLst>
        <pc:spChg chg="mod">
          <ac:chgData name="Mohammed Fasha" userId="cc64f42d-a1a6-4f08-b97b-0c37f877119f" providerId="ADAL" clId="{5F852C96-121E-4103-85D0-117B736085A1}" dt="2025-05-28T03:26:06.400" v="3896" actId="20577"/>
          <ac:spMkLst>
            <pc:docMk/>
            <pc:sldMk cId="212441645" sldId="686"/>
            <ac:spMk id="2" creationId="{1EDE300D-7F60-3373-1DFE-7822B68C4B37}"/>
          </ac:spMkLst>
        </pc:spChg>
        <pc:spChg chg="mod">
          <ac:chgData name="Mohammed Fasha" userId="cc64f42d-a1a6-4f08-b97b-0c37f877119f" providerId="ADAL" clId="{5F852C96-121E-4103-85D0-117B736085A1}" dt="2025-05-28T03:24:38.297" v="3869" actId="20577"/>
          <ac:spMkLst>
            <pc:docMk/>
            <pc:sldMk cId="212441645" sldId="686"/>
            <ac:spMk id="3" creationId="{3CC5B0C0-50D3-FFD9-98E6-EF4F0FD589DA}"/>
          </ac:spMkLst>
        </pc:spChg>
        <pc:spChg chg="add mod">
          <ac:chgData name="Mohammed Fasha" userId="cc64f42d-a1a6-4f08-b97b-0c37f877119f" providerId="ADAL" clId="{5F852C96-121E-4103-85D0-117B736085A1}" dt="2025-05-28T03:25:53.112" v="3889" actId="1076"/>
          <ac:spMkLst>
            <pc:docMk/>
            <pc:sldMk cId="212441645" sldId="686"/>
            <ac:spMk id="8" creationId="{32EAD1AB-D386-174E-1FBD-A306B1F1B8CA}"/>
          </ac:spMkLst>
        </pc:spChg>
        <pc:spChg chg="add del mod">
          <ac:chgData name="Mohammed Fasha" userId="cc64f42d-a1a6-4f08-b97b-0c37f877119f" providerId="ADAL" clId="{5F852C96-121E-4103-85D0-117B736085A1}" dt="2025-05-28T03:25:43.815" v="3886"/>
          <ac:spMkLst>
            <pc:docMk/>
            <pc:sldMk cId="212441645" sldId="686"/>
            <ac:spMk id="11" creationId="{3E717736-76D3-9983-ADD6-F15AA1794990}"/>
          </ac:spMkLst>
        </pc:spChg>
        <pc:picChg chg="add del mod">
          <ac:chgData name="Mohammed Fasha" userId="cc64f42d-a1a6-4f08-b97b-0c37f877119f" providerId="ADAL" clId="{5F852C96-121E-4103-85D0-117B736085A1}" dt="2025-05-28T03:23:00.992" v="3828" actId="478"/>
          <ac:picMkLst>
            <pc:docMk/>
            <pc:sldMk cId="212441645" sldId="686"/>
            <ac:picMk id="5" creationId="{7FDD7C87-6909-64CA-A587-61A30C42F2BE}"/>
          </ac:picMkLst>
        </pc:picChg>
        <pc:picChg chg="add mod">
          <ac:chgData name="Mohammed Fasha" userId="cc64f42d-a1a6-4f08-b97b-0c37f877119f" providerId="ADAL" clId="{5F852C96-121E-4103-85D0-117B736085A1}" dt="2025-05-28T03:25:56.023" v="3890" actId="1076"/>
          <ac:picMkLst>
            <pc:docMk/>
            <pc:sldMk cId="212441645" sldId="686"/>
            <ac:picMk id="6" creationId="{B6D9C603-6AD2-58FE-F83A-C5B85837BCD6}"/>
          </ac:picMkLst>
        </pc:picChg>
        <pc:picChg chg="add mod">
          <ac:chgData name="Mohammed Fasha" userId="cc64f42d-a1a6-4f08-b97b-0c37f877119f" providerId="ADAL" clId="{5F852C96-121E-4103-85D0-117B736085A1}" dt="2025-05-28T03:25:47.345" v="3888" actId="1076"/>
          <ac:picMkLst>
            <pc:docMk/>
            <pc:sldMk cId="212441645" sldId="686"/>
            <ac:picMk id="9" creationId="{1FD29ADE-F46E-E9EA-DA8F-199E7FED1006}"/>
          </ac:picMkLst>
        </pc:picChg>
      </pc:sldChg>
      <pc:sldChg chg="modSp add del mod modTransition">
        <pc:chgData name="Mohammed Fasha" userId="cc64f42d-a1a6-4f08-b97b-0c37f877119f" providerId="ADAL" clId="{5F852C96-121E-4103-85D0-117B736085A1}" dt="2025-05-28T02:57:35.487" v="3376" actId="2696"/>
        <pc:sldMkLst>
          <pc:docMk/>
          <pc:sldMk cId="2620697854" sldId="686"/>
        </pc:sldMkLst>
      </pc:sldChg>
      <pc:sldChg chg="del modTransition">
        <pc:chgData name="Mohammed Fasha" userId="cc64f42d-a1a6-4f08-b97b-0c37f877119f" providerId="ADAL" clId="{5F852C96-121E-4103-85D0-117B736085A1}" dt="2025-05-28T02:57:35.487" v="3376" actId="2696"/>
        <pc:sldMkLst>
          <pc:docMk/>
          <pc:sldMk cId="140683555" sldId="687"/>
        </pc:sldMkLst>
      </pc:sldChg>
      <pc:sldChg chg="addSp delSp modSp add del mod ord">
        <pc:chgData name="Mohammed Fasha" userId="cc64f42d-a1a6-4f08-b97b-0c37f877119f" providerId="ADAL" clId="{5F852C96-121E-4103-85D0-117B736085A1}" dt="2025-05-28T03:31:34.225" v="4108" actId="47"/>
        <pc:sldMkLst>
          <pc:docMk/>
          <pc:sldMk cId="1627958079" sldId="687"/>
        </pc:sldMkLst>
        <pc:spChg chg="add del mod">
          <ac:chgData name="Mohammed Fasha" userId="cc64f42d-a1a6-4f08-b97b-0c37f877119f" providerId="ADAL" clId="{5F852C96-121E-4103-85D0-117B736085A1}" dt="2025-05-28T03:29:05.491" v="4096" actId="21"/>
          <ac:spMkLst>
            <pc:docMk/>
            <pc:sldMk cId="1627958079" sldId="687"/>
            <ac:spMk id="4" creationId="{EB3A3DFD-8CF7-1353-0605-F13B64E5ACA7}"/>
          </ac:spMkLst>
        </pc:spChg>
        <pc:picChg chg="del mod">
          <ac:chgData name="Mohammed Fasha" userId="cc64f42d-a1a6-4f08-b97b-0c37f877119f" providerId="ADAL" clId="{5F852C96-121E-4103-85D0-117B736085A1}" dt="2025-05-28T03:26:29.733" v="3900" actId="21"/>
          <ac:picMkLst>
            <pc:docMk/>
            <pc:sldMk cId="1627958079" sldId="687"/>
            <ac:picMk id="5" creationId="{B636DED6-2E8E-111D-7C5D-408A3130139F}"/>
          </ac:picMkLst>
        </pc:picChg>
        <pc:picChg chg="add del mod">
          <ac:chgData name="Mohammed Fasha" userId="cc64f42d-a1a6-4f08-b97b-0c37f877119f" providerId="ADAL" clId="{5F852C96-121E-4103-85D0-117B736085A1}" dt="2025-05-28T03:29:06.765" v="4097" actId="21"/>
          <ac:picMkLst>
            <pc:docMk/>
            <pc:sldMk cId="1627958079" sldId="687"/>
            <ac:picMk id="1026" creationId="{4777CF26-0F99-41D1-84BC-BEB619F5AAA3}"/>
          </ac:picMkLst>
        </pc:picChg>
      </pc:sldChg>
      <pc:sldChg chg="del modTransition">
        <pc:chgData name="Mohammed Fasha" userId="cc64f42d-a1a6-4f08-b97b-0c37f877119f" providerId="ADAL" clId="{5F852C96-121E-4103-85D0-117B736085A1}" dt="2025-05-28T02:57:35.487" v="3376" actId="2696"/>
        <pc:sldMkLst>
          <pc:docMk/>
          <pc:sldMk cId="1788308240" sldId="688"/>
        </pc:sldMkLst>
      </pc:sldChg>
      <pc:sldChg chg="modSp add mod">
        <pc:chgData name="Mohammed Fasha" userId="cc64f42d-a1a6-4f08-b97b-0c37f877119f" providerId="ADAL" clId="{5F852C96-121E-4103-85D0-117B736085A1}" dt="2025-05-28T03:46:24.708" v="4225" actId="122"/>
        <pc:sldMkLst>
          <pc:docMk/>
          <pc:sldMk cId="2694727226" sldId="688"/>
        </pc:sldMkLst>
        <pc:spChg chg="mod">
          <ac:chgData name="Mohammed Fasha" userId="cc64f42d-a1a6-4f08-b97b-0c37f877119f" providerId="ADAL" clId="{5F852C96-121E-4103-85D0-117B736085A1}" dt="2025-05-28T03:37:17.616" v="4160" actId="113"/>
          <ac:spMkLst>
            <pc:docMk/>
            <pc:sldMk cId="2694727226" sldId="688"/>
            <ac:spMk id="3" creationId="{E505A385-9E8A-BA09-71D4-20CEB556D77F}"/>
          </ac:spMkLst>
        </pc:spChg>
        <pc:spChg chg="mod">
          <ac:chgData name="Mohammed Fasha" userId="cc64f42d-a1a6-4f08-b97b-0c37f877119f" providerId="ADAL" clId="{5F852C96-121E-4103-85D0-117B736085A1}" dt="2025-05-28T03:36:47.729" v="4152" actId="1076"/>
          <ac:spMkLst>
            <pc:docMk/>
            <pc:sldMk cId="2694727226" sldId="688"/>
            <ac:spMk id="6" creationId="{4A11A0C4-B51A-DD8D-CDFC-77550574A649}"/>
          </ac:spMkLst>
        </pc:spChg>
        <pc:graphicFrameChg chg="mod modGraphic">
          <ac:chgData name="Mohammed Fasha" userId="cc64f42d-a1a6-4f08-b97b-0c37f877119f" providerId="ADAL" clId="{5F852C96-121E-4103-85D0-117B736085A1}" dt="2025-05-28T03:46:24.708" v="4225" actId="122"/>
          <ac:graphicFrameMkLst>
            <pc:docMk/>
            <pc:sldMk cId="2694727226" sldId="688"/>
            <ac:graphicFrameMk id="4" creationId="{CE1AB887-0ABD-3634-5523-8A09B0C1FA10}"/>
          </ac:graphicFrameMkLst>
        </pc:graphicFrameChg>
      </pc:sldChg>
      <pc:sldChg chg="addSp delSp modSp del mod modTransition">
        <pc:chgData name="Mohammed Fasha" userId="cc64f42d-a1a6-4f08-b97b-0c37f877119f" providerId="ADAL" clId="{5F852C96-121E-4103-85D0-117B736085A1}" dt="2025-05-28T02:57:35.487" v="3376" actId="2696"/>
        <pc:sldMkLst>
          <pc:docMk/>
          <pc:sldMk cId="1660737293" sldId="689"/>
        </pc:sldMkLst>
      </pc:sldChg>
      <pc:sldChg chg="modSp add mod">
        <pc:chgData name="Mohammed Fasha" userId="cc64f42d-a1a6-4f08-b97b-0c37f877119f" providerId="ADAL" clId="{5F852C96-121E-4103-85D0-117B736085A1}" dt="2025-05-28T03:41:18.900" v="4174" actId="14100"/>
        <pc:sldMkLst>
          <pc:docMk/>
          <pc:sldMk cId="3428537225" sldId="689"/>
        </pc:sldMkLst>
        <pc:picChg chg="mod">
          <ac:chgData name="Mohammed Fasha" userId="cc64f42d-a1a6-4f08-b97b-0c37f877119f" providerId="ADAL" clId="{5F852C96-121E-4103-85D0-117B736085A1}" dt="2025-05-28T03:41:18.900" v="4174" actId="14100"/>
          <ac:picMkLst>
            <pc:docMk/>
            <pc:sldMk cId="3428537225" sldId="689"/>
            <ac:picMk id="7" creationId="{82CD8893-813D-E7F1-E3A4-257A7AB15598}"/>
          </ac:picMkLst>
        </pc:picChg>
      </pc:sldChg>
      <pc:sldChg chg="modSp del mod">
        <pc:chgData name="Mohammed Fasha" userId="cc64f42d-a1a6-4f08-b97b-0c37f877119f" providerId="ADAL" clId="{5F852C96-121E-4103-85D0-117B736085A1}" dt="2025-05-17T16:42:20.848" v="2697" actId="2696"/>
        <pc:sldMkLst>
          <pc:docMk/>
          <pc:sldMk cId="1987101698" sldId="690"/>
        </pc:sldMkLst>
      </pc:sldChg>
      <pc:sldChg chg="add">
        <pc:chgData name="Mohammed Fasha" userId="cc64f42d-a1a6-4f08-b97b-0c37f877119f" providerId="ADAL" clId="{5F852C96-121E-4103-85D0-117B736085A1}" dt="2025-05-28T02:57:42.243" v="3377"/>
        <pc:sldMkLst>
          <pc:docMk/>
          <pc:sldMk cId="1882053480" sldId="692"/>
        </pc:sldMkLst>
      </pc:sldChg>
      <pc:sldChg chg="addSp modSp del mod modTransition">
        <pc:chgData name="Mohammed Fasha" userId="cc64f42d-a1a6-4f08-b97b-0c37f877119f" providerId="ADAL" clId="{5F852C96-121E-4103-85D0-117B736085A1}" dt="2025-05-28T02:57:35.487" v="3376" actId="2696"/>
        <pc:sldMkLst>
          <pc:docMk/>
          <pc:sldMk cId="1982708772" sldId="692"/>
        </pc:sldMkLst>
      </pc:sldChg>
      <pc:sldChg chg="del">
        <pc:chgData name="Mohammed Fasha" userId="cc64f42d-a1a6-4f08-b97b-0c37f877119f" providerId="ADAL" clId="{5F852C96-121E-4103-85D0-117B736085A1}" dt="2025-05-16T05:48:23.531" v="188" actId="47"/>
        <pc:sldMkLst>
          <pc:docMk/>
          <pc:sldMk cId="3424197979" sldId="694"/>
        </pc:sldMkLst>
      </pc:sldChg>
      <pc:sldChg chg="modSp mod modTransition">
        <pc:chgData name="Mohammed Fasha" userId="cc64f42d-a1a6-4f08-b97b-0c37f877119f" providerId="ADAL" clId="{5F852C96-121E-4103-85D0-117B736085A1}" dt="2025-05-26T04:21:49.764" v="3375"/>
        <pc:sldMkLst>
          <pc:docMk/>
          <pc:sldMk cId="1697141369" sldId="695"/>
        </pc:sldMkLst>
        <pc:spChg chg="mod">
          <ac:chgData name="Mohammed Fasha" userId="cc64f42d-a1a6-4f08-b97b-0c37f877119f" providerId="ADAL" clId="{5F852C96-121E-4103-85D0-117B736085A1}" dt="2025-05-17T16:41:09.203" v="2669" actId="14100"/>
          <ac:spMkLst>
            <pc:docMk/>
            <pc:sldMk cId="1697141369" sldId="695"/>
            <ac:spMk id="2" creationId="{0AB5AA95-80B6-CD5E-3924-E510E93FA389}"/>
          </ac:spMkLst>
        </pc:spChg>
        <pc:picChg chg="mod">
          <ac:chgData name="Mohammed Fasha" userId="cc64f42d-a1a6-4f08-b97b-0c37f877119f" providerId="ADAL" clId="{5F852C96-121E-4103-85D0-117B736085A1}" dt="2025-05-17T16:41:10.561" v="2670" actId="1076"/>
          <ac:picMkLst>
            <pc:docMk/>
            <pc:sldMk cId="1697141369" sldId="695"/>
            <ac:picMk id="4" creationId="{74D2163C-9B06-605A-CBD7-17ACC1C06142}"/>
          </ac:picMkLst>
        </pc:picChg>
      </pc:sldChg>
      <pc:sldChg chg="modSp mod modTransition">
        <pc:chgData name="Mohammed Fasha" userId="cc64f42d-a1a6-4f08-b97b-0c37f877119f" providerId="ADAL" clId="{5F852C96-121E-4103-85D0-117B736085A1}" dt="2025-05-26T04:21:49.764" v="3375"/>
        <pc:sldMkLst>
          <pc:docMk/>
          <pc:sldMk cId="1317643237" sldId="696"/>
        </pc:sldMkLst>
        <pc:spChg chg="mod">
          <ac:chgData name="Mohammed Fasha" userId="cc64f42d-a1a6-4f08-b97b-0c37f877119f" providerId="ADAL" clId="{5F852C96-121E-4103-85D0-117B736085A1}" dt="2025-05-19T03:50:18.396" v="2969" actId="20577"/>
          <ac:spMkLst>
            <pc:docMk/>
            <pc:sldMk cId="1317643237" sldId="696"/>
            <ac:spMk id="2" creationId="{7931330C-E858-8B64-06EF-02A52F678D67}"/>
          </ac:spMkLst>
        </pc:spChg>
      </pc:sldChg>
      <pc:sldChg chg="del">
        <pc:chgData name="Mohammed Fasha" userId="cc64f42d-a1a6-4f08-b97b-0c37f877119f" providerId="ADAL" clId="{5F852C96-121E-4103-85D0-117B736085A1}" dt="2025-05-16T05:51:20.859" v="189" actId="47"/>
        <pc:sldMkLst>
          <pc:docMk/>
          <pc:sldMk cId="265576630" sldId="698"/>
        </pc:sldMkLst>
      </pc:sldChg>
      <pc:sldChg chg="del">
        <pc:chgData name="Mohammed Fasha" userId="cc64f42d-a1a6-4f08-b97b-0c37f877119f" providerId="ADAL" clId="{5F852C96-121E-4103-85D0-117B736085A1}" dt="2025-05-16T05:51:20.859" v="189" actId="47"/>
        <pc:sldMkLst>
          <pc:docMk/>
          <pc:sldMk cId="4247717824" sldId="700"/>
        </pc:sldMkLst>
      </pc:sldChg>
      <pc:sldChg chg="del">
        <pc:chgData name="Mohammed Fasha" userId="cc64f42d-a1a6-4f08-b97b-0c37f877119f" providerId="ADAL" clId="{5F852C96-121E-4103-85D0-117B736085A1}" dt="2025-05-16T05:48:23.531" v="188" actId="47"/>
        <pc:sldMkLst>
          <pc:docMk/>
          <pc:sldMk cId="1972625976" sldId="707"/>
        </pc:sldMkLst>
      </pc:sldChg>
      <pc:sldChg chg="del">
        <pc:chgData name="Mohammed Fasha" userId="cc64f42d-a1a6-4f08-b97b-0c37f877119f" providerId="ADAL" clId="{5F852C96-121E-4103-85D0-117B736085A1}" dt="2025-05-16T05:48:23.531" v="188" actId="47"/>
        <pc:sldMkLst>
          <pc:docMk/>
          <pc:sldMk cId="32004852" sldId="708"/>
        </pc:sldMkLst>
      </pc:sldChg>
      <pc:sldChg chg="del">
        <pc:chgData name="Mohammed Fasha" userId="cc64f42d-a1a6-4f08-b97b-0c37f877119f" providerId="ADAL" clId="{5F852C96-121E-4103-85D0-117B736085A1}" dt="2025-05-16T05:51:20.859" v="189" actId="47"/>
        <pc:sldMkLst>
          <pc:docMk/>
          <pc:sldMk cId="67871309" sldId="709"/>
        </pc:sldMkLst>
      </pc:sldChg>
      <pc:sldChg chg="del">
        <pc:chgData name="Mohammed Fasha" userId="cc64f42d-a1a6-4f08-b97b-0c37f877119f" providerId="ADAL" clId="{5F852C96-121E-4103-85D0-117B736085A1}" dt="2025-05-16T05:51:20.859" v="189" actId="47"/>
        <pc:sldMkLst>
          <pc:docMk/>
          <pc:sldMk cId="4114896152" sldId="710"/>
        </pc:sldMkLst>
      </pc:sldChg>
      <pc:sldChg chg="del">
        <pc:chgData name="Mohammed Fasha" userId="cc64f42d-a1a6-4f08-b97b-0c37f877119f" providerId="ADAL" clId="{5F852C96-121E-4103-85D0-117B736085A1}" dt="2025-05-16T05:51:20.859" v="189" actId="47"/>
        <pc:sldMkLst>
          <pc:docMk/>
          <pc:sldMk cId="3794385322" sldId="711"/>
        </pc:sldMkLst>
      </pc:sldChg>
      <pc:sldChg chg="del">
        <pc:chgData name="Mohammed Fasha" userId="cc64f42d-a1a6-4f08-b97b-0c37f877119f" providerId="ADAL" clId="{5F852C96-121E-4103-85D0-117B736085A1}" dt="2025-05-16T05:51:20.859" v="189" actId="47"/>
        <pc:sldMkLst>
          <pc:docMk/>
          <pc:sldMk cId="3701206727" sldId="712"/>
        </pc:sldMkLst>
      </pc:sldChg>
      <pc:sldChg chg="del">
        <pc:chgData name="Mohammed Fasha" userId="cc64f42d-a1a6-4f08-b97b-0c37f877119f" providerId="ADAL" clId="{5F852C96-121E-4103-85D0-117B736085A1}" dt="2025-05-16T05:51:20.859" v="189" actId="47"/>
        <pc:sldMkLst>
          <pc:docMk/>
          <pc:sldMk cId="1499972066" sldId="713"/>
        </pc:sldMkLst>
      </pc:sldChg>
      <pc:sldChg chg="del">
        <pc:chgData name="Mohammed Fasha" userId="cc64f42d-a1a6-4f08-b97b-0c37f877119f" providerId="ADAL" clId="{5F852C96-121E-4103-85D0-117B736085A1}" dt="2025-05-16T05:51:20.859" v="189" actId="47"/>
        <pc:sldMkLst>
          <pc:docMk/>
          <pc:sldMk cId="1270641495" sldId="714"/>
        </pc:sldMkLst>
      </pc:sldChg>
      <pc:sldChg chg="del">
        <pc:chgData name="Mohammed Fasha" userId="cc64f42d-a1a6-4f08-b97b-0c37f877119f" providerId="ADAL" clId="{5F852C96-121E-4103-85D0-117B736085A1}" dt="2025-05-16T05:51:20.859" v="189" actId="47"/>
        <pc:sldMkLst>
          <pc:docMk/>
          <pc:sldMk cId="1096386322" sldId="715"/>
        </pc:sldMkLst>
      </pc:sldChg>
      <pc:sldChg chg="del">
        <pc:chgData name="Mohammed Fasha" userId="cc64f42d-a1a6-4f08-b97b-0c37f877119f" providerId="ADAL" clId="{5F852C96-121E-4103-85D0-117B736085A1}" dt="2025-05-16T05:51:20.859" v="189" actId="47"/>
        <pc:sldMkLst>
          <pc:docMk/>
          <pc:sldMk cId="1784058309" sldId="716"/>
        </pc:sldMkLst>
      </pc:sldChg>
      <pc:sldChg chg="del">
        <pc:chgData name="Mohammed Fasha" userId="cc64f42d-a1a6-4f08-b97b-0c37f877119f" providerId="ADAL" clId="{5F852C96-121E-4103-85D0-117B736085A1}" dt="2025-05-16T05:51:20.859" v="189" actId="47"/>
        <pc:sldMkLst>
          <pc:docMk/>
          <pc:sldMk cId="3139017106" sldId="717"/>
        </pc:sldMkLst>
      </pc:sldChg>
      <pc:sldChg chg="del">
        <pc:chgData name="Mohammed Fasha" userId="cc64f42d-a1a6-4f08-b97b-0c37f877119f" providerId="ADAL" clId="{5F852C96-121E-4103-85D0-117B736085A1}" dt="2025-05-16T05:51:20.859" v="189" actId="47"/>
        <pc:sldMkLst>
          <pc:docMk/>
          <pc:sldMk cId="3043812923" sldId="718"/>
        </pc:sldMkLst>
      </pc:sldChg>
      <pc:sldChg chg="del">
        <pc:chgData name="Mohammed Fasha" userId="cc64f42d-a1a6-4f08-b97b-0c37f877119f" providerId="ADAL" clId="{5F852C96-121E-4103-85D0-117B736085A1}" dt="2025-05-16T05:48:23.531" v="188" actId="47"/>
        <pc:sldMkLst>
          <pc:docMk/>
          <pc:sldMk cId="555545871" sldId="719"/>
        </pc:sldMkLst>
      </pc:sldChg>
      <pc:sldChg chg="del">
        <pc:chgData name="Mohammed Fasha" userId="cc64f42d-a1a6-4f08-b97b-0c37f877119f" providerId="ADAL" clId="{5F852C96-121E-4103-85D0-117B736085A1}" dt="2025-05-16T05:48:23.531" v="188" actId="47"/>
        <pc:sldMkLst>
          <pc:docMk/>
          <pc:sldMk cId="3150550060" sldId="720"/>
        </pc:sldMkLst>
      </pc:sldChg>
      <pc:sldChg chg="del">
        <pc:chgData name="Mohammed Fasha" userId="cc64f42d-a1a6-4f08-b97b-0c37f877119f" providerId="ADAL" clId="{5F852C96-121E-4103-85D0-117B736085A1}" dt="2025-05-16T05:48:23.531" v="188" actId="47"/>
        <pc:sldMkLst>
          <pc:docMk/>
          <pc:sldMk cId="1915229598" sldId="721"/>
        </pc:sldMkLst>
      </pc:sldChg>
      <pc:sldChg chg="del">
        <pc:chgData name="Mohammed Fasha" userId="cc64f42d-a1a6-4f08-b97b-0c37f877119f" providerId="ADAL" clId="{5F852C96-121E-4103-85D0-117B736085A1}" dt="2025-05-16T05:48:23.531" v="188" actId="47"/>
        <pc:sldMkLst>
          <pc:docMk/>
          <pc:sldMk cId="3417524918" sldId="722"/>
        </pc:sldMkLst>
      </pc:sldChg>
      <pc:sldChg chg="del">
        <pc:chgData name="Mohammed Fasha" userId="cc64f42d-a1a6-4f08-b97b-0c37f877119f" providerId="ADAL" clId="{5F852C96-121E-4103-85D0-117B736085A1}" dt="2025-05-16T05:48:23.531" v="188" actId="47"/>
        <pc:sldMkLst>
          <pc:docMk/>
          <pc:sldMk cId="218477773" sldId="723"/>
        </pc:sldMkLst>
      </pc:sldChg>
      <pc:sldChg chg="del">
        <pc:chgData name="Mohammed Fasha" userId="cc64f42d-a1a6-4f08-b97b-0c37f877119f" providerId="ADAL" clId="{5F852C96-121E-4103-85D0-117B736085A1}" dt="2025-05-16T05:48:23.531" v="188" actId="47"/>
        <pc:sldMkLst>
          <pc:docMk/>
          <pc:sldMk cId="3056700689" sldId="724"/>
        </pc:sldMkLst>
      </pc:sldChg>
      <pc:sldChg chg="del">
        <pc:chgData name="Mohammed Fasha" userId="cc64f42d-a1a6-4f08-b97b-0c37f877119f" providerId="ADAL" clId="{5F852C96-121E-4103-85D0-117B736085A1}" dt="2025-05-16T05:48:23.531" v="188" actId="47"/>
        <pc:sldMkLst>
          <pc:docMk/>
          <pc:sldMk cId="2280465272" sldId="725"/>
        </pc:sldMkLst>
      </pc:sldChg>
      <pc:sldChg chg="modTransition">
        <pc:chgData name="Mohammed Fasha" userId="cc64f42d-a1a6-4f08-b97b-0c37f877119f" providerId="ADAL" clId="{5F852C96-121E-4103-85D0-117B736085A1}" dt="2025-05-26T04:21:49.764" v="3375"/>
        <pc:sldMkLst>
          <pc:docMk/>
          <pc:sldMk cId="3660604927" sldId="726"/>
        </pc:sldMkLst>
      </pc:sldChg>
      <pc:sldChg chg="modSp mod modTransition">
        <pc:chgData name="Mohammed Fasha" userId="cc64f42d-a1a6-4f08-b97b-0c37f877119f" providerId="ADAL" clId="{5F852C96-121E-4103-85D0-117B736085A1}" dt="2025-05-26T04:21:49.764" v="3375"/>
        <pc:sldMkLst>
          <pc:docMk/>
          <pc:sldMk cId="4051640529" sldId="728"/>
        </pc:sldMkLst>
        <pc:spChg chg="mod">
          <ac:chgData name="Mohammed Fasha" userId="cc64f42d-a1a6-4f08-b97b-0c37f877119f" providerId="ADAL" clId="{5F852C96-121E-4103-85D0-117B736085A1}" dt="2025-05-19T04:00:58.739" v="3084" actId="403"/>
          <ac:spMkLst>
            <pc:docMk/>
            <pc:sldMk cId="4051640529" sldId="728"/>
            <ac:spMk id="3" creationId="{4B0719DE-43B0-4F5B-8823-6AC5927AA0BE}"/>
          </ac:spMkLst>
        </pc:spChg>
      </pc:sldChg>
      <pc:sldChg chg="modTransition">
        <pc:chgData name="Mohammed Fasha" userId="cc64f42d-a1a6-4f08-b97b-0c37f877119f" providerId="ADAL" clId="{5F852C96-121E-4103-85D0-117B736085A1}" dt="2025-05-26T04:21:49.764" v="3375"/>
        <pc:sldMkLst>
          <pc:docMk/>
          <pc:sldMk cId="1832683320" sldId="729"/>
        </pc:sldMkLst>
      </pc:sldChg>
      <pc:sldChg chg="modTransition">
        <pc:chgData name="Mohammed Fasha" userId="cc64f42d-a1a6-4f08-b97b-0c37f877119f" providerId="ADAL" clId="{5F852C96-121E-4103-85D0-117B736085A1}" dt="2025-05-26T04:21:49.764" v="3375"/>
        <pc:sldMkLst>
          <pc:docMk/>
          <pc:sldMk cId="1491057620" sldId="730"/>
        </pc:sldMkLst>
      </pc:sldChg>
      <pc:sldChg chg="modTransition">
        <pc:chgData name="Mohammed Fasha" userId="cc64f42d-a1a6-4f08-b97b-0c37f877119f" providerId="ADAL" clId="{5F852C96-121E-4103-85D0-117B736085A1}" dt="2025-05-26T04:21:49.764" v="3375"/>
        <pc:sldMkLst>
          <pc:docMk/>
          <pc:sldMk cId="2580821937" sldId="731"/>
        </pc:sldMkLst>
      </pc:sldChg>
      <pc:sldChg chg="modTransition">
        <pc:chgData name="Mohammed Fasha" userId="cc64f42d-a1a6-4f08-b97b-0c37f877119f" providerId="ADAL" clId="{5F852C96-121E-4103-85D0-117B736085A1}" dt="2025-05-26T04:21:49.764" v="3375"/>
        <pc:sldMkLst>
          <pc:docMk/>
          <pc:sldMk cId="925319726" sldId="732"/>
        </pc:sldMkLst>
      </pc:sldChg>
      <pc:sldChg chg="modTransition">
        <pc:chgData name="Mohammed Fasha" userId="cc64f42d-a1a6-4f08-b97b-0c37f877119f" providerId="ADAL" clId="{5F852C96-121E-4103-85D0-117B736085A1}" dt="2025-05-26T04:21:49.764" v="3375"/>
        <pc:sldMkLst>
          <pc:docMk/>
          <pc:sldMk cId="1031230170" sldId="733"/>
        </pc:sldMkLst>
      </pc:sldChg>
      <pc:sldChg chg="modSp mod modTransition">
        <pc:chgData name="Mohammed Fasha" userId="cc64f42d-a1a6-4f08-b97b-0c37f877119f" providerId="ADAL" clId="{5F852C96-121E-4103-85D0-117B736085A1}" dt="2025-05-26T04:21:49.764" v="3375"/>
        <pc:sldMkLst>
          <pc:docMk/>
          <pc:sldMk cId="4156722170" sldId="734"/>
        </pc:sldMkLst>
        <pc:spChg chg="mod">
          <ac:chgData name="Mohammed Fasha" userId="cc64f42d-a1a6-4f08-b97b-0c37f877119f" providerId="ADAL" clId="{5F852C96-121E-4103-85D0-117B736085A1}" dt="2025-05-17T15:23:05.252" v="2033" actId="20577"/>
          <ac:spMkLst>
            <pc:docMk/>
            <pc:sldMk cId="4156722170" sldId="734"/>
            <ac:spMk id="3" creationId="{9EEBD037-F2F6-F6F8-7D39-D7CB11DF5590}"/>
          </ac:spMkLst>
        </pc:spChg>
        <pc:picChg chg="mod">
          <ac:chgData name="Mohammed Fasha" userId="cc64f42d-a1a6-4f08-b97b-0c37f877119f" providerId="ADAL" clId="{5F852C96-121E-4103-85D0-117B736085A1}" dt="2025-05-17T15:22:51.263" v="2031" actId="1076"/>
          <ac:picMkLst>
            <pc:docMk/>
            <pc:sldMk cId="4156722170" sldId="734"/>
            <ac:picMk id="8" creationId="{4BA077B4-C5EF-4AD0-1470-1D186FFA39C8}"/>
          </ac:picMkLst>
        </pc:picChg>
      </pc:sldChg>
      <pc:sldChg chg="addSp delSp modSp mod modTransition">
        <pc:chgData name="Mohammed Fasha" userId="cc64f42d-a1a6-4f08-b97b-0c37f877119f" providerId="ADAL" clId="{5F852C96-121E-4103-85D0-117B736085A1}" dt="2025-05-26T04:21:49.764" v="3375"/>
        <pc:sldMkLst>
          <pc:docMk/>
          <pc:sldMk cId="648783378" sldId="737"/>
        </pc:sldMkLst>
        <pc:spChg chg="mod">
          <ac:chgData name="Mohammed Fasha" userId="cc64f42d-a1a6-4f08-b97b-0c37f877119f" providerId="ADAL" clId="{5F852C96-121E-4103-85D0-117B736085A1}" dt="2025-05-17T15:27:55.612" v="2179" actId="6549"/>
          <ac:spMkLst>
            <pc:docMk/>
            <pc:sldMk cId="648783378" sldId="737"/>
            <ac:spMk id="2" creationId="{39A6C842-CEF3-295F-73F8-395A55C54678}"/>
          </ac:spMkLst>
        </pc:spChg>
        <pc:grpChg chg="mod">
          <ac:chgData name="Mohammed Fasha" userId="cc64f42d-a1a6-4f08-b97b-0c37f877119f" providerId="ADAL" clId="{5F852C96-121E-4103-85D0-117B736085A1}" dt="2025-05-17T15:23:13.267" v="2035" actId="1076"/>
          <ac:grpSpMkLst>
            <pc:docMk/>
            <pc:sldMk cId="648783378" sldId="737"/>
            <ac:grpSpMk id="13" creationId="{72C7410F-33BA-AABF-7902-2E4639B9A93D}"/>
          </ac:grpSpMkLst>
        </pc:grpChg>
        <pc:graphicFrameChg chg="mod">
          <ac:chgData name="Mohammed Fasha" userId="cc64f42d-a1a6-4f08-b97b-0c37f877119f" providerId="ADAL" clId="{5F852C96-121E-4103-85D0-117B736085A1}" dt="2025-05-17T15:30:59.494" v="2228" actId="1076"/>
          <ac:graphicFrameMkLst>
            <pc:docMk/>
            <pc:sldMk cId="648783378" sldId="737"/>
            <ac:graphicFrameMk id="4" creationId="{086C2520-EBA7-E03F-B30E-32D2B7759012}"/>
          </ac:graphicFrameMkLst>
        </pc:graphicFrameChg>
        <pc:graphicFrameChg chg="add del mod modGraphic">
          <ac:chgData name="Mohammed Fasha" userId="cc64f42d-a1a6-4f08-b97b-0c37f877119f" providerId="ADAL" clId="{5F852C96-121E-4103-85D0-117B736085A1}" dt="2025-05-17T15:31:13.629" v="2240" actId="12385"/>
          <ac:graphicFrameMkLst>
            <pc:docMk/>
            <pc:sldMk cId="648783378" sldId="737"/>
            <ac:graphicFrameMk id="19" creationId="{BC2FF4AD-2AE4-43F5-1DDD-E51064F914E9}"/>
          </ac:graphicFrameMkLst>
        </pc:graphicFrameChg>
      </pc:sldChg>
      <pc:sldChg chg="modTransition">
        <pc:chgData name="Mohammed Fasha" userId="cc64f42d-a1a6-4f08-b97b-0c37f877119f" providerId="ADAL" clId="{5F852C96-121E-4103-85D0-117B736085A1}" dt="2025-05-26T04:21:49.764" v="3375"/>
        <pc:sldMkLst>
          <pc:docMk/>
          <pc:sldMk cId="71253327" sldId="740"/>
        </pc:sldMkLst>
      </pc:sldChg>
      <pc:sldChg chg="addSp delSp modSp del mod">
        <pc:chgData name="Mohammed Fasha" userId="cc64f42d-a1a6-4f08-b97b-0c37f877119f" providerId="ADAL" clId="{5F852C96-121E-4103-85D0-117B736085A1}" dt="2025-05-17T14:07:27.398" v="1427" actId="47"/>
        <pc:sldMkLst>
          <pc:docMk/>
          <pc:sldMk cId="1938754579" sldId="742"/>
        </pc:sldMkLst>
      </pc:sldChg>
      <pc:sldChg chg="del">
        <pc:chgData name="Mohammed Fasha" userId="cc64f42d-a1a6-4f08-b97b-0c37f877119f" providerId="ADAL" clId="{5F852C96-121E-4103-85D0-117B736085A1}" dt="2025-05-17T05:04:22.943" v="601" actId="47"/>
        <pc:sldMkLst>
          <pc:docMk/>
          <pc:sldMk cId="760235717" sldId="743"/>
        </pc:sldMkLst>
      </pc:sldChg>
      <pc:sldChg chg="addSp delSp modSp new del mod">
        <pc:chgData name="Mohammed Fasha" userId="cc64f42d-a1a6-4f08-b97b-0c37f877119f" providerId="ADAL" clId="{5F852C96-121E-4103-85D0-117B736085A1}" dt="2025-05-17T05:23:45.749" v="720" actId="47"/>
        <pc:sldMkLst>
          <pc:docMk/>
          <pc:sldMk cId="1863577294" sldId="743"/>
        </pc:sldMkLst>
      </pc:sldChg>
      <pc:sldChg chg="del">
        <pc:chgData name="Mohammed Fasha" userId="cc64f42d-a1a6-4f08-b97b-0c37f877119f" providerId="ADAL" clId="{5F852C96-121E-4103-85D0-117B736085A1}" dt="2025-05-17T05:04:06.599" v="597" actId="47"/>
        <pc:sldMkLst>
          <pc:docMk/>
          <pc:sldMk cId="3696711520" sldId="744"/>
        </pc:sldMkLst>
      </pc:sldChg>
      <pc:sldChg chg="addSp delSp modSp new del mod">
        <pc:chgData name="Mohammed Fasha" userId="cc64f42d-a1a6-4f08-b97b-0c37f877119f" providerId="ADAL" clId="{5F852C96-121E-4103-85D0-117B736085A1}" dt="2025-05-17T05:19:39.184" v="648" actId="47"/>
        <pc:sldMkLst>
          <pc:docMk/>
          <pc:sldMk cId="4041406838" sldId="744"/>
        </pc:sldMkLst>
      </pc:sldChg>
      <pc:sldChg chg="modSp new del mod">
        <pc:chgData name="Mohammed Fasha" userId="cc64f42d-a1a6-4f08-b97b-0c37f877119f" providerId="ADAL" clId="{5F852C96-121E-4103-85D0-117B736085A1}" dt="2025-05-17T14:07:41.988" v="1428" actId="47"/>
        <pc:sldMkLst>
          <pc:docMk/>
          <pc:sldMk cId="1577735416" sldId="745"/>
        </pc:sldMkLst>
      </pc:sldChg>
      <pc:sldChg chg="addSp delSp modSp new del mod">
        <pc:chgData name="Mohammed Fasha" userId="cc64f42d-a1a6-4f08-b97b-0c37f877119f" providerId="ADAL" clId="{5F852C96-121E-4103-85D0-117B736085A1}" dt="2025-05-17T05:20:43.460" v="669" actId="47"/>
        <pc:sldMkLst>
          <pc:docMk/>
          <pc:sldMk cId="3068067873" sldId="746"/>
        </pc:sldMkLst>
      </pc:sldChg>
      <pc:sldChg chg="modSp new del mod">
        <pc:chgData name="Mohammed Fasha" userId="cc64f42d-a1a6-4f08-b97b-0c37f877119f" providerId="ADAL" clId="{5F852C96-121E-4103-85D0-117B736085A1}" dt="2025-05-17T14:07:42.735" v="1429" actId="47"/>
        <pc:sldMkLst>
          <pc:docMk/>
          <pc:sldMk cId="2464477772" sldId="747"/>
        </pc:sldMkLst>
      </pc:sldChg>
      <pc:sldChg chg="addSp delSp modSp new del mod">
        <pc:chgData name="Mohammed Fasha" userId="cc64f42d-a1a6-4f08-b97b-0c37f877119f" providerId="ADAL" clId="{5F852C96-121E-4103-85D0-117B736085A1}" dt="2025-05-17T05:22:55.691" v="714" actId="47"/>
        <pc:sldMkLst>
          <pc:docMk/>
          <pc:sldMk cId="2271113366" sldId="748"/>
        </pc:sldMkLst>
      </pc:sldChg>
      <pc:sldChg chg="addSp delSp modSp new mod modTransition">
        <pc:chgData name="Mohammed Fasha" userId="cc64f42d-a1a6-4f08-b97b-0c37f877119f" providerId="ADAL" clId="{5F852C96-121E-4103-85D0-117B736085A1}" dt="2025-05-26T04:21:49.764" v="3375"/>
        <pc:sldMkLst>
          <pc:docMk/>
          <pc:sldMk cId="3329565247" sldId="748"/>
        </pc:sldMkLst>
        <pc:spChg chg="mod">
          <ac:chgData name="Mohammed Fasha" userId="cc64f42d-a1a6-4f08-b97b-0c37f877119f" providerId="ADAL" clId="{5F852C96-121E-4103-85D0-117B736085A1}" dt="2025-05-17T15:32:00.223" v="2251" actId="27636"/>
          <ac:spMkLst>
            <pc:docMk/>
            <pc:sldMk cId="3329565247" sldId="748"/>
            <ac:spMk id="2" creationId="{2D738B1D-455A-EFDD-8028-2039298BBAB2}"/>
          </ac:spMkLst>
        </pc:spChg>
        <pc:spChg chg="mod">
          <ac:chgData name="Mohammed Fasha" userId="cc64f42d-a1a6-4f08-b97b-0c37f877119f" providerId="ADAL" clId="{5F852C96-121E-4103-85D0-117B736085A1}" dt="2025-05-17T15:38:50.786" v="2453" actId="20577"/>
          <ac:spMkLst>
            <pc:docMk/>
            <pc:sldMk cId="3329565247" sldId="748"/>
            <ac:spMk id="3" creationId="{3D43BD14-0F98-6340-9897-C8611AC256CB}"/>
          </ac:spMkLst>
        </pc:spChg>
        <pc:picChg chg="add mod">
          <ac:chgData name="Mohammed Fasha" userId="cc64f42d-a1a6-4f08-b97b-0c37f877119f" providerId="ADAL" clId="{5F852C96-121E-4103-85D0-117B736085A1}" dt="2025-05-17T15:25:22.119" v="2051" actId="167"/>
          <ac:picMkLst>
            <pc:docMk/>
            <pc:sldMk cId="3329565247" sldId="748"/>
            <ac:picMk id="5" creationId="{EA448C5F-50FF-2B4D-35FF-87E60942CAC5}"/>
          </ac:picMkLst>
        </pc:picChg>
      </pc:sldChg>
      <pc:sldChg chg="modSp new del mod">
        <pc:chgData name="Mohammed Fasha" userId="cc64f42d-a1a6-4f08-b97b-0c37f877119f" providerId="ADAL" clId="{5F852C96-121E-4103-85D0-117B736085A1}" dt="2025-05-17T05:26:49.231" v="896" actId="47"/>
        <pc:sldMkLst>
          <pc:docMk/>
          <pc:sldMk cId="809173706" sldId="749"/>
        </pc:sldMkLst>
      </pc:sldChg>
      <pc:sldChg chg="addSp delSp modSp new del mod">
        <pc:chgData name="Mohammed Fasha" userId="cc64f42d-a1a6-4f08-b97b-0c37f877119f" providerId="ADAL" clId="{5F852C96-121E-4103-85D0-117B736085A1}" dt="2025-05-17T15:27:35.042" v="2152" actId="47"/>
        <pc:sldMkLst>
          <pc:docMk/>
          <pc:sldMk cId="1945469124" sldId="749"/>
        </pc:sldMkLst>
      </pc:sldChg>
      <pc:sldChg chg="addSp modSp new del mod">
        <pc:chgData name="Mohammed Fasha" userId="cc64f42d-a1a6-4f08-b97b-0c37f877119f" providerId="ADAL" clId="{5F852C96-121E-4103-85D0-117B736085A1}" dt="2025-05-17T14:10:04.757" v="1438" actId="47"/>
        <pc:sldMkLst>
          <pc:docMk/>
          <pc:sldMk cId="3060893489" sldId="749"/>
        </pc:sldMkLst>
      </pc:sldChg>
      <pc:sldChg chg="modSp new del mod">
        <pc:chgData name="Mohammed Fasha" userId="cc64f42d-a1a6-4f08-b97b-0c37f877119f" providerId="ADAL" clId="{5F852C96-121E-4103-85D0-117B736085A1}" dt="2025-05-17T05:26:50.286" v="897" actId="47"/>
        <pc:sldMkLst>
          <pc:docMk/>
          <pc:sldMk cId="746604973" sldId="750"/>
        </pc:sldMkLst>
      </pc:sldChg>
      <pc:sldChg chg="modSp new del mod">
        <pc:chgData name="Mohammed Fasha" userId="cc64f42d-a1a6-4f08-b97b-0c37f877119f" providerId="ADAL" clId="{5F852C96-121E-4103-85D0-117B736085A1}" dt="2025-05-17T14:10:02.956" v="1437" actId="47"/>
        <pc:sldMkLst>
          <pc:docMk/>
          <pc:sldMk cId="2971193504" sldId="750"/>
        </pc:sldMkLst>
      </pc:sldChg>
      <pc:sldChg chg="addSp delSp modSp new del mod">
        <pc:chgData name="Mohammed Fasha" userId="cc64f42d-a1a6-4f08-b97b-0c37f877119f" providerId="ADAL" clId="{5F852C96-121E-4103-85D0-117B736085A1}" dt="2025-05-17T15:26:39.039" v="2141" actId="47"/>
        <pc:sldMkLst>
          <pc:docMk/>
          <pc:sldMk cId="3215498592" sldId="750"/>
        </pc:sldMkLst>
      </pc:sldChg>
      <pc:sldChg chg="addSp delSp modSp new mod modTransition">
        <pc:chgData name="Mohammed Fasha" userId="cc64f42d-a1a6-4f08-b97b-0c37f877119f" providerId="ADAL" clId="{5F852C96-121E-4103-85D0-117B736085A1}" dt="2025-05-26T04:21:49.764" v="3375"/>
        <pc:sldMkLst>
          <pc:docMk/>
          <pc:sldMk cId="2855282205" sldId="751"/>
        </pc:sldMkLst>
        <pc:spChg chg="mod">
          <ac:chgData name="Mohammed Fasha" userId="cc64f42d-a1a6-4f08-b97b-0c37f877119f" providerId="ADAL" clId="{5F852C96-121E-4103-85D0-117B736085A1}" dt="2025-05-17T15:28:04.847" v="2180"/>
          <ac:spMkLst>
            <pc:docMk/>
            <pc:sldMk cId="2855282205" sldId="751"/>
            <ac:spMk id="2" creationId="{AF957566-63D9-D9F4-91EC-F37E85F7045B}"/>
          </ac:spMkLst>
        </pc:spChg>
        <pc:spChg chg="add mod">
          <ac:chgData name="Mohammed Fasha" userId="cc64f42d-a1a6-4f08-b97b-0c37f877119f" providerId="ADAL" clId="{5F852C96-121E-4103-85D0-117B736085A1}" dt="2025-05-17T15:31:27.798" v="2244" actId="1076"/>
          <ac:spMkLst>
            <pc:docMk/>
            <pc:sldMk cId="2855282205" sldId="751"/>
            <ac:spMk id="14" creationId="{6F667731-C99E-4B7D-700E-A8BEF01529DE}"/>
          </ac:spMkLst>
        </pc:spChg>
        <pc:spChg chg="add mod">
          <ac:chgData name="Mohammed Fasha" userId="cc64f42d-a1a6-4f08-b97b-0c37f877119f" providerId="ADAL" clId="{5F852C96-121E-4103-85D0-117B736085A1}" dt="2025-05-17T15:52:30.153" v="2457" actId="1076"/>
          <ac:spMkLst>
            <pc:docMk/>
            <pc:sldMk cId="2855282205" sldId="751"/>
            <ac:spMk id="16" creationId="{ED95AD79-C055-0EEB-A34A-C4A2185F9F6C}"/>
          </ac:spMkLst>
        </pc:spChg>
        <pc:spChg chg="add mod">
          <ac:chgData name="Mohammed Fasha" userId="cc64f42d-a1a6-4f08-b97b-0c37f877119f" providerId="ADAL" clId="{5F852C96-121E-4103-85D0-117B736085A1}" dt="2025-05-17T15:52:21.544" v="2456" actId="1076"/>
          <ac:spMkLst>
            <pc:docMk/>
            <pc:sldMk cId="2855282205" sldId="751"/>
            <ac:spMk id="17" creationId="{F375F2CD-59AB-FDBB-9BDA-359206F3D4E3}"/>
          </ac:spMkLst>
        </pc:spChg>
        <pc:graphicFrameChg chg="add mod modGraphic">
          <ac:chgData name="Mohammed Fasha" userId="cc64f42d-a1a6-4f08-b97b-0c37f877119f" providerId="ADAL" clId="{5F852C96-121E-4103-85D0-117B736085A1}" dt="2025-05-17T15:31:22.251" v="2242" actId="14100"/>
          <ac:graphicFrameMkLst>
            <pc:docMk/>
            <pc:sldMk cId="2855282205" sldId="751"/>
            <ac:graphicFrameMk id="11" creationId="{421C8CE6-0300-1C7E-EE85-9965E95F81EB}"/>
          </ac:graphicFrameMkLst>
        </pc:graphicFrameChg>
        <pc:graphicFrameChg chg="add mod ord modGraphic">
          <ac:chgData name="Mohammed Fasha" userId="cc64f42d-a1a6-4f08-b97b-0c37f877119f" providerId="ADAL" clId="{5F852C96-121E-4103-85D0-117B736085A1}" dt="2025-05-17T15:31:34.127" v="2246" actId="12385"/>
          <ac:graphicFrameMkLst>
            <pc:docMk/>
            <pc:sldMk cId="2855282205" sldId="751"/>
            <ac:graphicFrameMk id="15" creationId="{3C72DF0E-44C7-1313-FEDE-0078F10C4523}"/>
          </ac:graphicFrameMkLst>
        </pc:graphicFrameChg>
        <pc:picChg chg="add mod">
          <ac:chgData name="Mohammed Fasha" userId="cc64f42d-a1a6-4f08-b97b-0c37f877119f" providerId="ADAL" clId="{5F852C96-121E-4103-85D0-117B736085A1}" dt="2025-05-17T15:27:19.639" v="2149" actId="1076"/>
          <ac:picMkLst>
            <pc:docMk/>
            <pc:sldMk cId="2855282205" sldId="751"/>
            <ac:picMk id="13" creationId="{532E29DB-97EE-4888-BC00-234ED623336D}"/>
          </ac:picMkLst>
        </pc:picChg>
      </pc:sldChg>
      <pc:sldChg chg="addSp delSp modSp new del mod modClrScheme chgLayout">
        <pc:chgData name="Mohammed Fasha" userId="cc64f42d-a1a6-4f08-b97b-0c37f877119f" providerId="ADAL" clId="{5F852C96-121E-4103-85D0-117B736085A1}" dt="2025-05-17T16:47:40.311" v="2719" actId="2696"/>
        <pc:sldMkLst>
          <pc:docMk/>
          <pc:sldMk cId="795304615" sldId="752"/>
        </pc:sldMkLst>
      </pc:sldChg>
      <pc:sldChg chg="add modTransition">
        <pc:chgData name="Mohammed Fasha" userId="cc64f42d-a1a6-4f08-b97b-0c37f877119f" providerId="ADAL" clId="{5F852C96-121E-4103-85D0-117B736085A1}" dt="2025-05-26T04:21:49.764" v="3375"/>
        <pc:sldMkLst>
          <pc:docMk/>
          <pc:sldMk cId="1810481997" sldId="752"/>
        </pc:sldMkLst>
      </pc:sldChg>
      <pc:sldChg chg="add del">
        <pc:chgData name="Mohammed Fasha" userId="cc64f42d-a1a6-4f08-b97b-0c37f877119f" providerId="ADAL" clId="{5F852C96-121E-4103-85D0-117B736085A1}" dt="2025-05-19T04:01:28.052" v="3085" actId="2696"/>
        <pc:sldMkLst>
          <pc:docMk/>
          <pc:sldMk cId="2420089973" sldId="752"/>
        </pc:sldMkLst>
      </pc:sldChg>
      <pc:sldChg chg="addSp modSp add mod modTransition">
        <pc:chgData name="Mohammed Fasha" userId="cc64f42d-a1a6-4f08-b97b-0c37f877119f" providerId="ADAL" clId="{5F852C96-121E-4103-85D0-117B736085A1}" dt="2025-05-26T04:21:49.764" v="3375"/>
        <pc:sldMkLst>
          <pc:docMk/>
          <pc:sldMk cId="1960150766" sldId="753"/>
        </pc:sldMkLst>
        <pc:spChg chg="mod">
          <ac:chgData name="Mohammed Fasha" userId="cc64f42d-a1a6-4f08-b97b-0c37f877119f" providerId="ADAL" clId="{5F852C96-121E-4103-85D0-117B736085A1}" dt="2025-05-26T03:51:16.902" v="3232" actId="179"/>
          <ac:spMkLst>
            <pc:docMk/>
            <pc:sldMk cId="1960150766" sldId="753"/>
            <ac:spMk id="5" creationId="{60105B96-827E-A2F2-6079-8117E0E8130D}"/>
          </ac:spMkLst>
        </pc:spChg>
      </pc:sldChg>
      <pc:sldChg chg="modSp add del mod">
        <pc:chgData name="Mohammed Fasha" userId="cc64f42d-a1a6-4f08-b97b-0c37f877119f" providerId="ADAL" clId="{5F852C96-121E-4103-85D0-117B736085A1}" dt="2025-05-19T04:01:28.052" v="3085" actId="2696"/>
        <pc:sldMkLst>
          <pc:docMk/>
          <pc:sldMk cId="2149178094" sldId="753"/>
        </pc:sldMkLst>
      </pc:sldChg>
      <pc:sldChg chg="addSp delSp modSp new del mod ord modClrScheme chgLayout">
        <pc:chgData name="Mohammed Fasha" userId="cc64f42d-a1a6-4f08-b97b-0c37f877119f" providerId="ADAL" clId="{5F852C96-121E-4103-85D0-117B736085A1}" dt="2025-05-17T16:47:40.311" v="2719" actId="2696"/>
        <pc:sldMkLst>
          <pc:docMk/>
          <pc:sldMk cId="2803946477" sldId="753"/>
        </pc:sldMkLst>
      </pc:sldChg>
      <pc:sldChg chg="addSp modSp new del mod">
        <pc:chgData name="Mohammed Fasha" userId="cc64f42d-a1a6-4f08-b97b-0c37f877119f" providerId="ADAL" clId="{5F852C96-121E-4103-85D0-117B736085A1}" dt="2025-05-17T16:37:54.057" v="2651" actId="2696"/>
        <pc:sldMkLst>
          <pc:docMk/>
          <pc:sldMk cId="1317030877" sldId="754"/>
        </pc:sldMkLst>
      </pc:sldChg>
      <pc:sldChg chg="modSp new del mod">
        <pc:chgData name="Mohammed Fasha" userId="cc64f42d-a1a6-4f08-b97b-0c37f877119f" providerId="ADAL" clId="{5F852C96-121E-4103-85D0-117B736085A1}" dt="2025-05-17T16:37:39.712" v="2650" actId="2696"/>
        <pc:sldMkLst>
          <pc:docMk/>
          <pc:sldMk cId="2368562479" sldId="755"/>
        </pc:sldMkLst>
      </pc:sldChg>
      <pc:sldChg chg="add del">
        <pc:chgData name="Mohammed Fasha" userId="cc64f42d-a1a6-4f08-b97b-0c37f877119f" providerId="ADAL" clId="{5F852C96-121E-4103-85D0-117B736085A1}" dt="2025-05-19T04:01:28.052" v="3085" actId="2696"/>
        <pc:sldMkLst>
          <pc:docMk/>
          <pc:sldMk cId="1335543967" sldId="756"/>
        </pc:sldMkLst>
      </pc:sldChg>
      <pc:sldChg chg="addSp delSp modSp add del mod">
        <pc:chgData name="Mohammed Fasha" userId="cc64f42d-a1a6-4f08-b97b-0c37f877119f" providerId="ADAL" clId="{5F852C96-121E-4103-85D0-117B736085A1}" dt="2025-05-26T04:11:31.755" v="3258" actId="47"/>
        <pc:sldMkLst>
          <pc:docMk/>
          <pc:sldMk cId="3364281139" sldId="756"/>
        </pc:sldMkLst>
      </pc:sldChg>
      <pc:sldChg chg="addSp delSp modSp new del mod">
        <pc:chgData name="Mohammed Fasha" userId="cc64f42d-a1a6-4f08-b97b-0c37f877119f" providerId="ADAL" clId="{5F852C96-121E-4103-85D0-117B736085A1}" dt="2025-05-17T16:47:40.311" v="2719" actId="2696"/>
        <pc:sldMkLst>
          <pc:docMk/>
          <pc:sldMk cId="3764784426" sldId="756"/>
        </pc:sldMkLst>
      </pc:sldChg>
      <pc:sldChg chg="addSp delSp modSp add del mod">
        <pc:chgData name="Mohammed Fasha" userId="cc64f42d-a1a6-4f08-b97b-0c37f877119f" providerId="ADAL" clId="{5F852C96-121E-4103-85D0-117B736085A1}" dt="2025-05-19T04:01:28.052" v="3085" actId="2696"/>
        <pc:sldMkLst>
          <pc:docMk/>
          <pc:sldMk cId="1070607762" sldId="757"/>
        </pc:sldMkLst>
      </pc:sldChg>
      <pc:sldChg chg="addSp delSp modSp new del mod">
        <pc:chgData name="Mohammed Fasha" userId="cc64f42d-a1a6-4f08-b97b-0c37f877119f" providerId="ADAL" clId="{5F852C96-121E-4103-85D0-117B736085A1}" dt="2025-05-17T16:47:40.311" v="2719" actId="2696"/>
        <pc:sldMkLst>
          <pc:docMk/>
          <pc:sldMk cId="1120752198" sldId="757"/>
        </pc:sldMkLst>
      </pc:sldChg>
      <pc:sldChg chg="add modTransition">
        <pc:chgData name="Mohammed Fasha" userId="cc64f42d-a1a6-4f08-b97b-0c37f877119f" providerId="ADAL" clId="{5F852C96-121E-4103-85D0-117B736085A1}" dt="2025-05-26T04:21:49.764" v="3375"/>
        <pc:sldMkLst>
          <pc:docMk/>
          <pc:sldMk cId="2943855761" sldId="757"/>
        </pc:sldMkLst>
      </pc:sldChg>
      <pc:sldChg chg="addSp delSp modSp add mod modTransition modAnim">
        <pc:chgData name="Mohammed Fasha" userId="cc64f42d-a1a6-4f08-b97b-0c37f877119f" providerId="ADAL" clId="{5F852C96-121E-4103-85D0-117B736085A1}" dt="2025-05-26T04:21:49.764" v="3375"/>
        <pc:sldMkLst>
          <pc:docMk/>
          <pc:sldMk cId="2912929894" sldId="758"/>
        </pc:sldMkLst>
        <pc:spChg chg="mod">
          <ac:chgData name="Mohammed Fasha" userId="cc64f42d-a1a6-4f08-b97b-0c37f877119f" providerId="ADAL" clId="{5F852C96-121E-4103-85D0-117B736085A1}" dt="2025-05-19T04:16:30.197" v="3213" actId="20577"/>
          <ac:spMkLst>
            <pc:docMk/>
            <pc:sldMk cId="2912929894" sldId="758"/>
            <ac:spMk id="2" creationId="{B47C2969-3995-81BB-CB3C-928804046234}"/>
          </ac:spMkLst>
        </pc:spChg>
        <pc:spChg chg="add mod">
          <ac:chgData name="Mohammed Fasha" userId="cc64f42d-a1a6-4f08-b97b-0c37f877119f" providerId="ADAL" clId="{5F852C96-121E-4103-85D0-117B736085A1}" dt="2025-05-26T04:21:07.824" v="3372" actId="207"/>
          <ac:spMkLst>
            <pc:docMk/>
            <pc:sldMk cId="2912929894" sldId="758"/>
            <ac:spMk id="14" creationId="{549A89C6-4B2D-711F-C121-6D85985EEDDD}"/>
          </ac:spMkLst>
        </pc:spChg>
        <pc:picChg chg="add mod">
          <ac:chgData name="Mohammed Fasha" userId="cc64f42d-a1a6-4f08-b97b-0c37f877119f" providerId="ADAL" clId="{5F852C96-121E-4103-85D0-117B736085A1}" dt="2025-05-26T04:20:53.462" v="3370" actId="14100"/>
          <ac:picMkLst>
            <pc:docMk/>
            <pc:sldMk cId="2912929894" sldId="758"/>
            <ac:picMk id="4" creationId="{E0D54AB4-622E-2EB6-0630-C7A7B5DEA2E0}"/>
          </ac:picMkLst>
        </pc:picChg>
        <pc:picChg chg="add mod">
          <ac:chgData name="Mohammed Fasha" userId="cc64f42d-a1a6-4f08-b97b-0c37f877119f" providerId="ADAL" clId="{5F852C96-121E-4103-85D0-117B736085A1}" dt="2025-05-26T04:20:44.321" v="3368" actId="14100"/>
          <ac:picMkLst>
            <pc:docMk/>
            <pc:sldMk cId="2912929894" sldId="758"/>
            <ac:picMk id="13" creationId="{0FBAB903-F8C4-39C7-8853-D822CDD86B4F}"/>
          </ac:picMkLst>
        </pc:picChg>
      </pc:sldChg>
      <pc:sldChg chg="addSp delSp modSp add del mod">
        <pc:chgData name="Mohammed Fasha" userId="cc64f42d-a1a6-4f08-b97b-0c37f877119f" providerId="ADAL" clId="{5F852C96-121E-4103-85D0-117B736085A1}" dt="2025-05-19T04:01:28.052" v="3085" actId="2696"/>
        <pc:sldMkLst>
          <pc:docMk/>
          <pc:sldMk cId="3664003937" sldId="758"/>
        </pc:sldMkLst>
      </pc:sldChg>
      <pc:sldChg chg="addSp delSp modSp new del mod">
        <pc:chgData name="Mohammed Fasha" userId="cc64f42d-a1a6-4f08-b97b-0c37f877119f" providerId="ADAL" clId="{5F852C96-121E-4103-85D0-117B736085A1}" dt="2025-05-17T16:47:40.311" v="2719" actId="2696"/>
        <pc:sldMkLst>
          <pc:docMk/>
          <pc:sldMk cId="4126797987" sldId="758"/>
        </pc:sldMkLst>
      </pc:sldChg>
      <pc:sldChg chg="modSp add mod modTransition">
        <pc:chgData name="Mohammed Fasha" userId="cc64f42d-a1a6-4f08-b97b-0c37f877119f" providerId="ADAL" clId="{5F852C96-121E-4103-85D0-117B736085A1}" dt="2025-05-26T04:21:49.764" v="3375"/>
        <pc:sldMkLst>
          <pc:docMk/>
          <pc:sldMk cId="717187273" sldId="759"/>
        </pc:sldMkLst>
        <pc:spChg chg="mod">
          <ac:chgData name="Mohammed Fasha" userId="cc64f42d-a1a6-4f08-b97b-0c37f877119f" providerId="ADAL" clId="{5F852C96-121E-4103-85D0-117B736085A1}" dt="2025-05-19T04:15:45.093" v="3170" actId="20577"/>
          <ac:spMkLst>
            <pc:docMk/>
            <pc:sldMk cId="717187273" sldId="759"/>
            <ac:spMk id="2" creationId="{67A78B1F-4480-34AE-83AD-49634F579C85}"/>
          </ac:spMkLst>
        </pc:spChg>
      </pc:sldChg>
      <pc:sldChg chg="addSp delSp modSp add del mod">
        <pc:chgData name="Mohammed Fasha" userId="cc64f42d-a1a6-4f08-b97b-0c37f877119f" providerId="ADAL" clId="{5F852C96-121E-4103-85D0-117B736085A1}" dt="2025-05-19T04:01:28.052" v="3085" actId="2696"/>
        <pc:sldMkLst>
          <pc:docMk/>
          <pc:sldMk cId="1325244923" sldId="759"/>
        </pc:sldMkLst>
      </pc:sldChg>
      <pc:sldChg chg="addSp delSp modSp add del mod ord">
        <pc:chgData name="Mohammed Fasha" userId="cc64f42d-a1a6-4f08-b97b-0c37f877119f" providerId="ADAL" clId="{5F852C96-121E-4103-85D0-117B736085A1}" dt="2025-05-17T16:47:40.311" v="2719" actId="2696"/>
        <pc:sldMkLst>
          <pc:docMk/>
          <pc:sldMk cId="3648495993" sldId="759"/>
        </pc:sldMkLst>
      </pc:sldChg>
      <pc:sldChg chg="addSp delSp modSp add mod modTransition modAnim">
        <pc:chgData name="Mohammed Fasha" userId="cc64f42d-a1a6-4f08-b97b-0c37f877119f" providerId="ADAL" clId="{5F852C96-121E-4103-85D0-117B736085A1}" dt="2025-05-26T04:21:49.764" v="3375"/>
        <pc:sldMkLst>
          <pc:docMk/>
          <pc:sldMk cId="1077134791" sldId="760"/>
        </pc:sldMkLst>
        <pc:picChg chg="add mod">
          <ac:chgData name="Mohammed Fasha" userId="cc64f42d-a1a6-4f08-b97b-0c37f877119f" providerId="ADAL" clId="{5F852C96-121E-4103-85D0-117B736085A1}" dt="2025-05-26T04:11:25.201" v="3256" actId="1076"/>
          <ac:picMkLst>
            <pc:docMk/>
            <pc:sldMk cId="1077134791" sldId="760"/>
            <ac:picMk id="6" creationId="{7F31A49A-E6A3-46DA-F56F-FA932BBBC43B}"/>
          </ac:picMkLst>
        </pc:picChg>
        <pc:picChg chg="add mod ord">
          <ac:chgData name="Mohammed Fasha" userId="cc64f42d-a1a6-4f08-b97b-0c37f877119f" providerId="ADAL" clId="{5F852C96-121E-4103-85D0-117B736085A1}" dt="2025-05-26T04:11:23.077" v="3255" actId="14100"/>
          <ac:picMkLst>
            <pc:docMk/>
            <pc:sldMk cId="1077134791" sldId="760"/>
            <ac:picMk id="13" creationId="{B2129CDC-8BB0-C2AB-4649-8B4999CF6419}"/>
          </ac:picMkLst>
        </pc:picChg>
      </pc:sldChg>
      <pc:sldChg chg="addSp delSp modSp new del mod">
        <pc:chgData name="Mohammed Fasha" userId="cc64f42d-a1a6-4f08-b97b-0c37f877119f" providerId="ADAL" clId="{5F852C96-121E-4103-85D0-117B736085A1}" dt="2025-05-28T03:19:10.296" v="3570" actId="47"/>
        <pc:sldMkLst>
          <pc:docMk/>
          <pc:sldMk cId="921902307" sldId="761"/>
        </pc:sldMkLst>
        <pc:spChg chg="mod">
          <ac:chgData name="Mohammed Fasha" userId="cc64f42d-a1a6-4f08-b97b-0c37f877119f" providerId="ADAL" clId="{5F852C96-121E-4103-85D0-117B736085A1}" dt="2025-05-28T03:01:13.439" v="3380" actId="14100"/>
          <ac:spMkLst>
            <pc:docMk/>
            <pc:sldMk cId="921902307" sldId="761"/>
            <ac:spMk id="3" creationId="{9B3B1386-FDCB-CC6F-8391-F7659ABC5C24}"/>
          </ac:spMkLst>
        </pc:spChg>
        <pc:picChg chg="add del mod">
          <ac:chgData name="Mohammed Fasha" userId="cc64f42d-a1a6-4f08-b97b-0c37f877119f" providerId="ADAL" clId="{5F852C96-121E-4103-85D0-117B736085A1}" dt="2025-05-28T03:18:54.974" v="3563" actId="21"/>
          <ac:picMkLst>
            <pc:docMk/>
            <pc:sldMk cId="921902307" sldId="761"/>
            <ac:picMk id="1026" creationId="{4777CF26-0F99-41D1-84BC-BEB619F5AAA3}"/>
          </ac:picMkLst>
        </pc:picChg>
      </pc:sldChg>
      <pc:sldChg chg="addSp delSp modSp new del mod ord">
        <pc:chgData name="Mohammed Fasha" userId="cc64f42d-a1a6-4f08-b97b-0c37f877119f" providerId="ADAL" clId="{5F852C96-121E-4103-85D0-117B736085A1}" dt="2025-05-28T03:16:57.480" v="3493" actId="47"/>
        <pc:sldMkLst>
          <pc:docMk/>
          <pc:sldMk cId="2362727324" sldId="762"/>
        </pc:sldMkLst>
        <pc:spChg chg="mod">
          <ac:chgData name="Mohammed Fasha" userId="cc64f42d-a1a6-4f08-b97b-0c37f877119f" providerId="ADAL" clId="{5F852C96-121E-4103-85D0-117B736085A1}" dt="2025-05-28T03:16:28.192" v="3482" actId="21"/>
          <ac:spMkLst>
            <pc:docMk/>
            <pc:sldMk cId="2362727324" sldId="762"/>
            <ac:spMk id="3" creationId="{C1D01C32-C489-3D74-5A42-1BEC84371736}"/>
          </ac:spMkLst>
        </pc:spChg>
        <pc:spChg chg="add del mod">
          <ac:chgData name="Mohammed Fasha" userId="cc64f42d-a1a6-4f08-b97b-0c37f877119f" providerId="ADAL" clId="{5F852C96-121E-4103-85D0-117B736085A1}" dt="2025-05-28T03:16:50.437" v="3489"/>
          <ac:spMkLst>
            <pc:docMk/>
            <pc:sldMk cId="2362727324" sldId="762"/>
            <ac:spMk id="5" creationId="{83628866-6006-D889-F263-A1F43BD016B7}"/>
          </ac:spMkLst>
        </pc:spChg>
      </pc:sldChg>
      <pc:sldChg chg="modSp new mod">
        <pc:chgData name="Mohammed Fasha" userId="cc64f42d-a1a6-4f08-b97b-0c37f877119f" providerId="ADAL" clId="{5F852C96-121E-4103-85D0-117B736085A1}" dt="2025-05-28T03:17:59.348" v="3560" actId="14100"/>
        <pc:sldMkLst>
          <pc:docMk/>
          <pc:sldMk cId="161608243" sldId="763"/>
        </pc:sldMkLst>
        <pc:spChg chg="mod">
          <ac:chgData name="Mohammed Fasha" userId="cc64f42d-a1a6-4f08-b97b-0c37f877119f" providerId="ADAL" clId="{5F852C96-121E-4103-85D0-117B736085A1}" dt="2025-05-28T03:17:36.328" v="3536" actId="20577"/>
          <ac:spMkLst>
            <pc:docMk/>
            <pc:sldMk cId="161608243" sldId="763"/>
            <ac:spMk id="2" creationId="{030BD8E8-7209-A724-891F-ACEB3DD2D45A}"/>
          </ac:spMkLst>
        </pc:spChg>
        <pc:spChg chg="mod">
          <ac:chgData name="Mohammed Fasha" userId="cc64f42d-a1a6-4f08-b97b-0c37f877119f" providerId="ADAL" clId="{5F852C96-121E-4103-85D0-117B736085A1}" dt="2025-05-28T03:17:59.348" v="3560" actId="14100"/>
          <ac:spMkLst>
            <pc:docMk/>
            <pc:sldMk cId="161608243" sldId="763"/>
            <ac:spMk id="3" creationId="{4FA8D6BF-352C-6FA5-C735-97654123BE4A}"/>
          </ac:spMkLst>
        </pc:spChg>
      </pc:sldChg>
      <pc:sldChg chg="addSp delSp modSp new mod">
        <pc:chgData name="Mohammed Fasha" userId="cc64f42d-a1a6-4f08-b97b-0c37f877119f" providerId="ADAL" clId="{5F852C96-121E-4103-85D0-117B736085A1}" dt="2025-05-28T03:31:31.050" v="4107"/>
        <pc:sldMkLst>
          <pc:docMk/>
          <pc:sldMk cId="251073540" sldId="764"/>
        </pc:sldMkLst>
        <pc:spChg chg="mod">
          <ac:chgData name="Mohammed Fasha" userId="cc64f42d-a1a6-4f08-b97b-0c37f877119f" providerId="ADAL" clId="{5F852C96-121E-4103-85D0-117B736085A1}" dt="2025-05-28T03:26:10.981" v="3897"/>
          <ac:spMkLst>
            <pc:docMk/>
            <pc:sldMk cId="251073540" sldId="764"/>
            <ac:spMk id="2" creationId="{8A12E332-75D7-1018-DC4B-AC1B8668297F}"/>
          </ac:spMkLst>
        </pc:spChg>
        <pc:spChg chg="mod">
          <ac:chgData name="Mohammed Fasha" userId="cc64f42d-a1a6-4f08-b97b-0c37f877119f" providerId="ADAL" clId="{5F852C96-121E-4103-85D0-117B736085A1}" dt="2025-05-28T03:28:52.846" v="4093" actId="5793"/>
          <ac:spMkLst>
            <pc:docMk/>
            <pc:sldMk cId="251073540" sldId="764"/>
            <ac:spMk id="3" creationId="{A4D9427E-822D-DC27-3AF3-D10F44CC2B2A}"/>
          </ac:spMkLst>
        </pc:spChg>
        <pc:picChg chg="add del mod">
          <ac:chgData name="Mohammed Fasha" userId="cc64f42d-a1a6-4f08-b97b-0c37f877119f" providerId="ADAL" clId="{5F852C96-121E-4103-85D0-117B736085A1}" dt="2025-05-28T03:28:59.490" v="4094" actId="478"/>
          <ac:picMkLst>
            <pc:docMk/>
            <pc:sldMk cId="251073540" sldId="764"/>
            <ac:picMk id="5" creationId="{B636DED6-2E8E-111D-7C5D-408A3130139F}"/>
          </ac:picMkLst>
        </pc:picChg>
        <pc:picChg chg="add mod">
          <ac:chgData name="Mohammed Fasha" userId="cc64f42d-a1a6-4f08-b97b-0c37f877119f" providerId="ADAL" clId="{5F852C96-121E-4103-85D0-117B736085A1}" dt="2025-05-28T03:29:18.442" v="4100" actId="1076"/>
          <ac:picMkLst>
            <pc:docMk/>
            <pc:sldMk cId="251073540" sldId="764"/>
            <ac:picMk id="6" creationId="{D641C3E0-152B-9E84-116E-970D5813A7F3}"/>
          </ac:picMkLst>
        </pc:picChg>
        <pc:picChg chg="add mod">
          <ac:chgData name="Mohammed Fasha" userId="cc64f42d-a1a6-4f08-b97b-0c37f877119f" providerId="ADAL" clId="{5F852C96-121E-4103-85D0-117B736085A1}" dt="2025-05-28T03:31:31.050" v="4107"/>
          <ac:picMkLst>
            <pc:docMk/>
            <pc:sldMk cId="251073540" sldId="764"/>
            <ac:picMk id="8" creationId="{3503F2F4-1CF2-C07A-6FE4-4C7B558CD167}"/>
          </ac:picMkLst>
        </pc:picChg>
        <pc:picChg chg="add del mod">
          <ac:chgData name="Mohammed Fasha" userId="cc64f42d-a1a6-4f08-b97b-0c37f877119f" providerId="ADAL" clId="{5F852C96-121E-4103-85D0-117B736085A1}" dt="2025-05-28T03:30:40.251" v="4105" actId="478"/>
          <ac:picMkLst>
            <pc:docMk/>
            <pc:sldMk cId="251073540" sldId="764"/>
            <ac:picMk id="1026" creationId="{4777CF26-0F99-41D1-84BC-BEB619F5AAA3}"/>
          </ac:picMkLst>
        </pc:picChg>
      </pc:sldChg>
      <pc:sldChg chg="addSp delSp modSp new mod">
        <pc:chgData name="Mohammed Fasha" userId="cc64f42d-a1a6-4f08-b97b-0c37f877119f" providerId="ADAL" clId="{5F852C96-121E-4103-85D0-117B736085A1}" dt="2025-05-28T03:43:10.744" v="4224" actId="122"/>
        <pc:sldMkLst>
          <pc:docMk/>
          <pc:sldMk cId="3984122067" sldId="765"/>
        </pc:sldMkLst>
        <pc:spChg chg="mod">
          <ac:chgData name="Mohammed Fasha" userId="cc64f42d-a1a6-4f08-b97b-0c37f877119f" providerId="ADAL" clId="{5F852C96-121E-4103-85D0-117B736085A1}" dt="2025-05-28T03:41:39.832" v="4207" actId="20577"/>
          <ac:spMkLst>
            <pc:docMk/>
            <pc:sldMk cId="3984122067" sldId="765"/>
            <ac:spMk id="2" creationId="{6A09C20C-3375-A97D-753A-CB94C194E76C}"/>
          </ac:spMkLst>
        </pc:spChg>
        <pc:spChg chg="del">
          <ac:chgData name="Mohammed Fasha" userId="cc64f42d-a1a6-4f08-b97b-0c37f877119f" providerId="ADAL" clId="{5F852C96-121E-4103-85D0-117B736085A1}" dt="2025-05-28T03:40:23.501" v="4163"/>
          <ac:spMkLst>
            <pc:docMk/>
            <pc:sldMk cId="3984122067" sldId="765"/>
            <ac:spMk id="3" creationId="{E7A9B254-605E-EA65-8134-E6E64727A239}"/>
          </ac:spMkLst>
        </pc:spChg>
        <pc:graphicFrameChg chg="add mod modGraphic">
          <ac:chgData name="Mohammed Fasha" userId="cc64f42d-a1a6-4f08-b97b-0c37f877119f" providerId="ADAL" clId="{5F852C96-121E-4103-85D0-117B736085A1}" dt="2025-05-28T03:43:10.744" v="4224" actId="122"/>
          <ac:graphicFrameMkLst>
            <pc:docMk/>
            <pc:sldMk cId="3984122067" sldId="765"/>
            <ac:graphicFrameMk id="4" creationId="{9AFCAFD5-CB87-3306-DD2C-48B82124CB56}"/>
          </ac:graphicFrameMkLst>
        </pc:graphicFrameChg>
        <pc:picChg chg="add mod">
          <ac:chgData name="Mohammed Fasha" userId="cc64f42d-a1a6-4f08-b97b-0c37f877119f" providerId="ADAL" clId="{5F852C96-121E-4103-85D0-117B736085A1}" dt="2025-05-28T03:41:27.375" v="4177" actId="1076"/>
          <ac:picMkLst>
            <pc:docMk/>
            <pc:sldMk cId="3984122067" sldId="765"/>
            <ac:picMk id="6" creationId="{1D0DB4D0-89DB-90EA-1172-A91873E8972E}"/>
          </ac:picMkLst>
        </pc:picChg>
      </pc:sldChg>
    </pc:docChg>
  </pc:docChgLst>
  <pc:docChgLst>
    <pc:chgData name="Mohammed Fasha" userId="cc64f42d-a1a6-4f08-b97b-0c37f877119f" providerId="ADAL" clId="{25C05559-E4DC-4EE1-91BC-1444D09EE869}"/>
    <pc:docChg chg="undo custSel addSld delSld modSld sldOrd">
      <pc:chgData name="Mohammed Fasha" userId="cc64f42d-a1a6-4f08-b97b-0c37f877119f" providerId="ADAL" clId="{25C05559-E4DC-4EE1-91BC-1444D09EE869}" dt="2025-04-30T07:51:18.812" v="264" actId="47"/>
      <pc:docMkLst>
        <pc:docMk/>
      </pc:docMkLst>
      <pc:sldChg chg="modSp mod">
        <pc:chgData name="Mohammed Fasha" userId="cc64f42d-a1a6-4f08-b97b-0c37f877119f" providerId="ADAL" clId="{25C05559-E4DC-4EE1-91BC-1444D09EE869}" dt="2025-04-16T06:14:55.232" v="16" actId="1076"/>
        <pc:sldMkLst>
          <pc:docMk/>
          <pc:sldMk cId="1499958888" sldId="394"/>
        </pc:sldMkLst>
      </pc:sldChg>
      <pc:sldChg chg="delSp modSp mod delAnim">
        <pc:chgData name="Mohammed Fasha" userId="cc64f42d-a1a6-4f08-b97b-0c37f877119f" providerId="ADAL" clId="{25C05559-E4DC-4EE1-91BC-1444D09EE869}" dt="2025-04-16T06:43:36.666" v="20" actId="478"/>
        <pc:sldMkLst>
          <pc:docMk/>
          <pc:sldMk cId="2905491798" sldId="440"/>
        </pc:sldMkLst>
      </pc:sldChg>
      <pc:sldChg chg="modSp mod">
        <pc:chgData name="Mohammed Fasha" userId="cc64f42d-a1a6-4f08-b97b-0c37f877119f" providerId="ADAL" clId="{25C05559-E4DC-4EE1-91BC-1444D09EE869}" dt="2025-04-09T06:23:26.187" v="0" actId="20577"/>
        <pc:sldMkLst>
          <pc:docMk/>
          <pc:sldMk cId="2297456757" sldId="483"/>
        </pc:sldMkLst>
        <pc:spChg chg="mod">
          <ac:chgData name="Mohammed Fasha" userId="cc64f42d-a1a6-4f08-b97b-0c37f877119f" providerId="ADAL" clId="{25C05559-E4DC-4EE1-91BC-1444D09EE869}" dt="2025-04-09T06:23:26.187" v="0" actId="20577"/>
          <ac:spMkLst>
            <pc:docMk/>
            <pc:sldMk cId="2297456757" sldId="483"/>
            <ac:spMk id="5" creationId="{89403830-E271-DAA0-8838-E295A84A8B5B}"/>
          </ac:spMkLst>
        </pc:spChg>
      </pc:sldChg>
      <pc:sldChg chg="ord">
        <pc:chgData name="Mohammed Fasha" userId="cc64f42d-a1a6-4f08-b97b-0c37f877119f" providerId="ADAL" clId="{25C05559-E4DC-4EE1-91BC-1444D09EE869}" dt="2025-04-16T06:46:21.733" v="23" actId="20578"/>
        <pc:sldMkLst>
          <pc:docMk/>
          <pc:sldMk cId="3480194047" sldId="599"/>
        </pc:sldMkLst>
      </pc:sldChg>
      <pc:sldChg chg="modSp mod">
        <pc:chgData name="Mohammed Fasha" userId="cc64f42d-a1a6-4f08-b97b-0c37f877119f" providerId="ADAL" clId="{25C05559-E4DC-4EE1-91BC-1444D09EE869}" dt="2025-04-16T06:46:47.902" v="27" actId="404"/>
        <pc:sldMkLst>
          <pc:docMk/>
          <pc:sldMk cId="3146452721" sldId="600"/>
        </pc:sldMkLst>
      </pc:sldChg>
      <pc:sldChg chg="delSp mod">
        <pc:chgData name="Mohammed Fasha" userId="cc64f42d-a1a6-4f08-b97b-0c37f877119f" providerId="ADAL" clId="{25C05559-E4DC-4EE1-91BC-1444D09EE869}" dt="2025-04-16T06:47:57.131" v="35" actId="21"/>
        <pc:sldMkLst>
          <pc:docMk/>
          <pc:sldMk cId="202107314" sldId="647"/>
        </pc:sldMkLst>
      </pc:sldChg>
      <pc:sldChg chg="modSp mod">
        <pc:chgData name="Mohammed Fasha" userId="cc64f42d-a1a6-4f08-b97b-0c37f877119f" providerId="ADAL" clId="{25C05559-E4DC-4EE1-91BC-1444D09EE869}" dt="2025-04-16T06:48:42.467" v="40" actId="14100"/>
        <pc:sldMkLst>
          <pc:docMk/>
          <pc:sldMk cId="3454522070" sldId="679"/>
        </pc:sldMkLst>
      </pc:sldChg>
      <pc:sldChg chg="modSp mod">
        <pc:chgData name="Mohammed Fasha" userId="cc64f42d-a1a6-4f08-b97b-0c37f877119f" providerId="ADAL" clId="{25C05559-E4DC-4EE1-91BC-1444D09EE869}" dt="2025-04-16T06:49:10.468" v="48" actId="404"/>
        <pc:sldMkLst>
          <pc:docMk/>
          <pc:sldMk cId="2856814121" sldId="681"/>
        </pc:sldMkLst>
      </pc:sldChg>
      <pc:sldChg chg="modSp mod">
        <pc:chgData name="Mohammed Fasha" userId="cc64f42d-a1a6-4f08-b97b-0c37f877119f" providerId="ADAL" clId="{25C05559-E4DC-4EE1-91BC-1444D09EE869}" dt="2025-04-16T06:48:55.287" v="46" actId="27636"/>
        <pc:sldMkLst>
          <pc:docMk/>
          <pc:sldMk cId="265576630" sldId="698"/>
        </pc:sldMkLst>
      </pc:sldChg>
      <pc:sldChg chg="modSp">
        <pc:chgData name="Mohammed Fasha" userId="cc64f42d-a1a6-4f08-b97b-0c37f877119f" providerId="ADAL" clId="{25C05559-E4DC-4EE1-91BC-1444D09EE869}" dt="2025-04-16T06:48:02.658" v="36" actId="1076"/>
        <pc:sldMkLst>
          <pc:docMk/>
          <pc:sldMk cId="3085160177" sldId="704"/>
        </pc:sldMkLst>
      </pc:sldChg>
      <pc:sldChg chg="modSp mod">
        <pc:chgData name="Mohammed Fasha" userId="cc64f42d-a1a6-4f08-b97b-0c37f877119f" providerId="ADAL" clId="{25C05559-E4DC-4EE1-91BC-1444D09EE869}" dt="2025-04-16T06:47:18.630" v="34" actId="1076"/>
        <pc:sldMkLst>
          <pc:docMk/>
          <pc:sldMk cId="32004852" sldId="708"/>
        </pc:sldMkLst>
      </pc:sldChg>
      <pc:sldChg chg="addSp delSp modSp mod">
        <pc:chgData name="Mohammed Fasha" userId="cc64f42d-a1a6-4f08-b97b-0c37f877119f" providerId="ADAL" clId="{25C05559-E4DC-4EE1-91BC-1444D09EE869}" dt="2025-04-16T06:14:10.424" v="11" actId="167"/>
        <pc:sldMkLst>
          <pc:docMk/>
          <pc:sldMk cId="3150550060" sldId="720"/>
        </pc:sldMkLst>
      </pc:sldChg>
      <pc:sldChg chg="addSp modSp new mod">
        <pc:chgData name="Mohammed Fasha" userId="cc64f42d-a1a6-4f08-b97b-0c37f877119f" providerId="ADAL" clId="{25C05559-E4DC-4EE1-91BC-1444D09EE869}" dt="2025-04-30T06:40:50.224" v="212" actId="6549"/>
        <pc:sldMkLst>
          <pc:docMk/>
          <pc:sldMk cId="666527140" sldId="725"/>
        </pc:sldMkLst>
      </pc:sldChg>
      <pc:sldChg chg="addSp delSp modSp new mod">
        <pc:chgData name="Mohammed Fasha" userId="cc64f42d-a1a6-4f08-b97b-0c37f877119f" providerId="ADAL" clId="{25C05559-E4DC-4EE1-91BC-1444D09EE869}" dt="2025-04-30T07:05:36.135" v="263" actId="122"/>
        <pc:sldMkLst>
          <pc:docMk/>
          <pc:sldMk cId="3660604927" sldId="726"/>
        </pc:sldMkLst>
        <pc:spChg chg="mod">
          <ac:chgData name="Mohammed Fasha" userId="cc64f42d-a1a6-4f08-b97b-0c37f877119f" providerId="ADAL" clId="{25C05559-E4DC-4EE1-91BC-1444D09EE869}" dt="2025-04-30T06:47:45.454" v="240"/>
          <ac:spMkLst>
            <pc:docMk/>
            <pc:sldMk cId="3660604927" sldId="726"/>
            <ac:spMk id="2" creationId="{B373AE91-A898-4A65-8CE7-1BCEF61FAF12}"/>
          </ac:spMkLst>
        </pc:spChg>
        <pc:graphicFrameChg chg="add mod modGraphic">
          <ac:chgData name="Mohammed Fasha" userId="cc64f42d-a1a6-4f08-b97b-0c37f877119f" providerId="ADAL" clId="{25C05559-E4DC-4EE1-91BC-1444D09EE869}" dt="2025-04-30T07:05:02.236" v="255" actId="1076"/>
          <ac:graphicFrameMkLst>
            <pc:docMk/>
            <pc:sldMk cId="3660604927" sldId="726"/>
            <ac:graphicFrameMk id="4" creationId="{30CD29F8-8A06-4B73-886B-A33FC88F5E67}"/>
          </ac:graphicFrameMkLst>
        </pc:graphicFrameChg>
        <pc:graphicFrameChg chg="add mod modGraphic">
          <ac:chgData name="Mohammed Fasha" userId="cc64f42d-a1a6-4f08-b97b-0c37f877119f" providerId="ADAL" clId="{25C05559-E4DC-4EE1-91BC-1444D09EE869}" dt="2025-04-30T07:05:36.135" v="263" actId="122"/>
          <ac:graphicFrameMkLst>
            <pc:docMk/>
            <pc:sldMk cId="3660604927" sldId="726"/>
            <ac:graphicFrameMk id="5" creationId="{32A7FF02-00A7-4B96-B478-CB5CE55DC7ED}"/>
          </ac:graphicFrameMkLst>
        </pc:graphicFrameChg>
      </pc:sldChg>
      <pc:sldChg chg="add del">
        <pc:chgData name="Mohammed Fasha" userId="cc64f42d-a1a6-4f08-b97b-0c37f877119f" providerId="ADAL" clId="{25C05559-E4DC-4EE1-91BC-1444D09EE869}" dt="2025-04-30T07:51:18.812" v="264" actId="47"/>
        <pc:sldMkLst>
          <pc:docMk/>
          <pc:sldMk cId="2399550384" sldId="727"/>
        </pc:sldMkLst>
      </pc:sldChg>
      <pc:sldChg chg="modSp add mod ord">
        <pc:chgData name="Mohammed Fasha" userId="cc64f42d-a1a6-4f08-b97b-0c37f877119f" providerId="ADAL" clId="{25C05559-E4DC-4EE1-91BC-1444D09EE869}" dt="2025-04-30T06:47:23.280" v="238" actId="20577"/>
        <pc:sldMkLst>
          <pc:docMk/>
          <pc:sldMk cId="4051640529" sldId="728"/>
        </pc:sldMkLst>
        <pc:spChg chg="mod">
          <ac:chgData name="Mohammed Fasha" userId="cc64f42d-a1a6-4f08-b97b-0c37f877119f" providerId="ADAL" clId="{25C05559-E4DC-4EE1-91BC-1444D09EE869}" dt="2025-04-30T06:47:23.280" v="238" actId="20577"/>
          <ac:spMkLst>
            <pc:docMk/>
            <pc:sldMk cId="4051640529" sldId="728"/>
            <ac:spMk id="2" creationId="{B373AE91-A898-4A65-8CE7-1BCEF61FAF12}"/>
          </ac:spMkLst>
        </pc:spChg>
        <pc:spChg chg="mod">
          <ac:chgData name="Mohammed Fasha" userId="cc64f42d-a1a6-4f08-b97b-0c37f877119f" providerId="ADAL" clId="{25C05559-E4DC-4EE1-91BC-1444D09EE869}" dt="2025-04-30T06:47:03.692" v="218" actId="21"/>
          <ac:spMkLst>
            <pc:docMk/>
            <pc:sldMk cId="4051640529" sldId="728"/>
            <ac:spMk id="3" creationId="{4B0719DE-43B0-4F5B-8823-6AC5927AA0BE}"/>
          </ac:spMkLst>
        </pc:spChg>
      </pc:sldChg>
    </pc:docChg>
  </pc:docChgLst>
  <pc:docChgLst>
    <pc:chgData name="Mohammed Fasha" userId="cc64f42d-a1a6-4f08-b97b-0c37f877119f" providerId="ADAL" clId="{14ACCC35-F7A7-4452-B69F-AC22B42CD6C7}"/>
    <pc:docChg chg="undo redo custSel addSld delSld modSld sldOrd">
      <pc:chgData name="Mohammed Fasha" userId="cc64f42d-a1a6-4f08-b97b-0c37f877119f" providerId="ADAL" clId="{14ACCC35-F7A7-4452-B69F-AC22B42CD6C7}" dt="2025-05-14T04:05:24.135" v="3186" actId="404"/>
      <pc:docMkLst>
        <pc:docMk/>
      </pc:docMkLst>
      <pc:sldChg chg="modSp mod">
        <pc:chgData name="Mohammed Fasha" userId="cc64f42d-a1a6-4f08-b97b-0c37f877119f" providerId="ADAL" clId="{14ACCC35-F7A7-4452-B69F-AC22B42CD6C7}" dt="2025-05-13T19:14:24.907" v="350" actId="27636"/>
        <pc:sldMkLst>
          <pc:docMk/>
          <pc:sldMk cId="3241718055" sldId="344"/>
        </pc:sldMkLst>
      </pc:sldChg>
      <pc:sldChg chg="modSp del mod">
        <pc:chgData name="Mohammed Fasha" userId="cc64f42d-a1a6-4f08-b97b-0c37f877119f" providerId="ADAL" clId="{14ACCC35-F7A7-4452-B69F-AC22B42CD6C7}" dt="2025-05-12T04:02:16.160" v="236" actId="2696"/>
        <pc:sldMkLst>
          <pc:docMk/>
          <pc:sldMk cId="1586650541" sldId="510"/>
        </pc:sldMkLst>
      </pc:sldChg>
      <pc:sldChg chg="modSp add mod ord">
        <pc:chgData name="Mohammed Fasha" userId="cc64f42d-a1a6-4f08-b97b-0c37f877119f" providerId="ADAL" clId="{14ACCC35-F7A7-4452-B69F-AC22B42CD6C7}" dt="2025-05-14T02:44:02.767" v="841" actId="27636"/>
        <pc:sldMkLst>
          <pc:docMk/>
          <pc:sldMk cId="3210666677" sldId="510"/>
        </pc:sldMkLst>
        <pc:spChg chg="mod">
          <ac:chgData name="Mohammed Fasha" userId="cc64f42d-a1a6-4f08-b97b-0c37f877119f" providerId="ADAL" clId="{14ACCC35-F7A7-4452-B69F-AC22B42CD6C7}" dt="2025-05-14T02:44:02.767" v="841" actId="27636"/>
          <ac:spMkLst>
            <pc:docMk/>
            <pc:sldMk cId="3210666677" sldId="510"/>
            <ac:spMk id="3" creationId="{6EDD0B1B-7CF7-24F1-1F17-D2E72F19BC91}"/>
          </ac:spMkLst>
        </pc:spChg>
      </pc:sldChg>
      <pc:sldChg chg="modSp del mod">
        <pc:chgData name="Mohammed Fasha" userId="cc64f42d-a1a6-4f08-b97b-0c37f877119f" providerId="ADAL" clId="{14ACCC35-F7A7-4452-B69F-AC22B42CD6C7}" dt="2025-05-14T02:50:03.569" v="966" actId="47"/>
        <pc:sldMkLst>
          <pc:docMk/>
          <pc:sldMk cId="2281221656" sldId="527"/>
        </pc:sldMkLst>
      </pc:sldChg>
      <pc:sldChg chg="del">
        <pc:chgData name="Mohammed Fasha" userId="cc64f42d-a1a6-4f08-b97b-0c37f877119f" providerId="ADAL" clId="{14ACCC35-F7A7-4452-B69F-AC22B42CD6C7}" dt="2025-05-14T02:52:14.808" v="1172" actId="2696"/>
        <pc:sldMkLst>
          <pc:docMk/>
          <pc:sldMk cId="246730148" sldId="619"/>
        </pc:sldMkLst>
      </pc:sldChg>
      <pc:sldChg chg="add">
        <pc:chgData name="Mohammed Fasha" userId="cc64f42d-a1a6-4f08-b97b-0c37f877119f" providerId="ADAL" clId="{14ACCC35-F7A7-4452-B69F-AC22B42CD6C7}" dt="2025-05-14T02:53:02.719" v="1211"/>
        <pc:sldMkLst>
          <pc:docMk/>
          <pc:sldMk cId="2418256299" sldId="619"/>
        </pc:sldMkLst>
      </pc:sldChg>
      <pc:sldChg chg="modSp mod">
        <pc:chgData name="Mohammed Fasha" userId="cc64f42d-a1a6-4f08-b97b-0c37f877119f" providerId="ADAL" clId="{14ACCC35-F7A7-4452-B69F-AC22B42CD6C7}" dt="2025-05-14T02:47:26.826" v="884" actId="404"/>
        <pc:sldMkLst>
          <pc:docMk/>
          <pc:sldMk cId="839834530" sldId="621"/>
        </pc:sldMkLst>
        <pc:spChg chg="mod">
          <ac:chgData name="Mohammed Fasha" userId="cc64f42d-a1a6-4f08-b97b-0c37f877119f" providerId="ADAL" clId="{14ACCC35-F7A7-4452-B69F-AC22B42CD6C7}" dt="2025-05-14T02:47:21.569" v="883" actId="27636"/>
          <ac:spMkLst>
            <pc:docMk/>
            <pc:sldMk cId="839834530" sldId="621"/>
            <ac:spMk id="5" creationId="{B0E4E7FB-FE36-574B-CC96-F23D77146AFF}"/>
          </ac:spMkLst>
        </pc:spChg>
        <pc:spChg chg="mod">
          <ac:chgData name="Mohammed Fasha" userId="cc64f42d-a1a6-4f08-b97b-0c37f877119f" providerId="ADAL" clId="{14ACCC35-F7A7-4452-B69F-AC22B42CD6C7}" dt="2025-05-14T02:47:26.826" v="884" actId="404"/>
          <ac:spMkLst>
            <pc:docMk/>
            <pc:sldMk cId="839834530" sldId="621"/>
            <ac:spMk id="6" creationId="{B5B5FFA3-967E-D8E4-1A11-89C495E60B52}"/>
          </ac:spMkLst>
        </pc:spChg>
      </pc:sldChg>
      <pc:sldChg chg="addSp delSp modSp mod">
        <pc:chgData name="Mohammed Fasha" userId="cc64f42d-a1a6-4f08-b97b-0c37f877119f" providerId="ADAL" clId="{14ACCC35-F7A7-4452-B69F-AC22B42CD6C7}" dt="2025-05-14T04:00:43.614" v="3142" actId="6549"/>
        <pc:sldMkLst>
          <pc:docMk/>
          <pc:sldMk cId="2145145303" sldId="640"/>
        </pc:sldMkLst>
      </pc:sldChg>
      <pc:sldChg chg="addSp modSp mod">
        <pc:chgData name="Mohammed Fasha" userId="cc64f42d-a1a6-4f08-b97b-0c37f877119f" providerId="ADAL" clId="{14ACCC35-F7A7-4452-B69F-AC22B42CD6C7}" dt="2025-05-12T03:34:10.523" v="74" actId="27636"/>
        <pc:sldMkLst>
          <pc:docMk/>
          <pc:sldMk cId="2168644593" sldId="645"/>
        </pc:sldMkLst>
        <pc:spChg chg="mod">
          <ac:chgData name="Mohammed Fasha" userId="cc64f42d-a1a6-4f08-b97b-0c37f877119f" providerId="ADAL" clId="{14ACCC35-F7A7-4452-B69F-AC22B42CD6C7}" dt="2025-05-12T03:34:10.523" v="74" actId="27636"/>
          <ac:spMkLst>
            <pc:docMk/>
            <pc:sldMk cId="2168644593" sldId="645"/>
            <ac:spMk id="3" creationId="{8D6F1AE2-578A-55A8-ABC5-9D64444A3D98}"/>
          </ac:spMkLst>
        </pc:spChg>
      </pc:sldChg>
      <pc:sldChg chg="modSp add del mod">
        <pc:chgData name="Mohammed Fasha" userId="cc64f42d-a1a6-4f08-b97b-0c37f877119f" providerId="ADAL" clId="{14ACCC35-F7A7-4452-B69F-AC22B42CD6C7}" dt="2025-05-14T03:00:42.111" v="1831" actId="207"/>
        <pc:sldMkLst>
          <pc:docMk/>
          <pc:sldMk cId="2743226386" sldId="646"/>
        </pc:sldMkLst>
      </pc:sldChg>
      <pc:sldChg chg="add del ord">
        <pc:chgData name="Mohammed Fasha" userId="cc64f42d-a1a6-4f08-b97b-0c37f877119f" providerId="ADAL" clId="{14ACCC35-F7A7-4452-B69F-AC22B42CD6C7}" dt="2025-05-14T02:47:00.312" v="881" actId="47"/>
        <pc:sldMkLst>
          <pc:docMk/>
          <pc:sldMk cId="3221213094" sldId="646"/>
        </pc:sldMkLst>
      </pc:sldChg>
      <pc:sldChg chg="modSp mod">
        <pc:chgData name="Mohammed Fasha" userId="cc64f42d-a1a6-4f08-b97b-0c37f877119f" providerId="ADAL" clId="{14ACCC35-F7A7-4452-B69F-AC22B42CD6C7}" dt="2025-05-14T02:53:19.417" v="1221" actId="20577"/>
        <pc:sldMkLst>
          <pc:docMk/>
          <pc:sldMk cId="202107314" sldId="647"/>
        </pc:sldMkLst>
        <pc:spChg chg="mod">
          <ac:chgData name="Mohammed Fasha" userId="cc64f42d-a1a6-4f08-b97b-0c37f877119f" providerId="ADAL" clId="{14ACCC35-F7A7-4452-B69F-AC22B42CD6C7}" dt="2025-05-14T02:53:19.417" v="1221" actId="20577"/>
          <ac:spMkLst>
            <pc:docMk/>
            <pc:sldMk cId="202107314" sldId="647"/>
            <ac:spMk id="4" creationId="{614D3388-9637-C201-21C4-6668D7194B7A}"/>
          </ac:spMkLst>
        </pc:spChg>
      </pc:sldChg>
      <pc:sldChg chg="modSp del mod">
        <pc:chgData name="Mohammed Fasha" userId="cc64f42d-a1a6-4f08-b97b-0c37f877119f" providerId="ADAL" clId="{14ACCC35-F7A7-4452-B69F-AC22B42CD6C7}" dt="2025-05-14T03:29:49.698" v="2350" actId="47"/>
        <pc:sldMkLst>
          <pc:docMk/>
          <pc:sldMk cId="3085160177" sldId="704"/>
        </pc:sldMkLst>
      </pc:sldChg>
      <pc:sldChg chg="del">
        <pc:chgData name="Mohammed Fasha" userId="cc64f42d-a1a6-4f08-b97b-0c37f877119f" providerId="ADAL" clId="{14ACCC35-F7A7-4452-B69F-AC22B42CD6C7}" dt="2025-05-14T03:29:55.258" v="2351" actId="47"/>
        <pc:sldMkLst>
          <pc:docMk/>
          <pc:sldMk cId="1862107672" sldId="705"/>
        </pc:sldMkLst>
      </pc:sldChg>
      <pc:sldChg chg="del">
        <pc:chgData name="Mohammed Fasha" userId="cc64f42d-a1a6-4f08-b97b-0c37f877119f" providerId="ADAL" clId="{14ACCC35-F7A7-4452-B69F-AC22B42CD6C7}" dt="2025-05-14T03:29:58.534" v="2352" actId="47"/>
        <pc:sldMkLst>
          <pc:docMk/>
          <pc:sldMk cId="1142780366" sldId="706"/>
        </pc:sldMkLst>
      </pc:sldChg>
      <pc:sldChg chg="addSp delSp modSp new mod modClrScheme chgLayout">
        <pc:chgData name="Mohammed Fasha" userId="cc64f42d-a1a6-4f08-b97b-0c37f877119f" providerId="ADAL" clId="{14ACCC35-F7A7-4452-B69F-AC22B42CD6C7}" dt="2025-05-14T02:41:41.009" v="709" actId="207"/>
        <pc:sldMkLst>
          <pc:docMk/>
          <pc:sldMk cId="1832683320" sldId="729"/>
        </pc:sldMkLst>
        <pc:spChg chg="add mod ord">
          <ac:chgData name="Mohammed Fasha" userId="cc64f42d-a1a6-4f08-b97b-0c37f877119f" providerId="ADAL" clId="{14ACCC35-F7A7-4452-B69F-AC22B42CD6C7}" dt="2025-05-14T02:40:28.228" v="700" actId="20577"/>
          <ac:spMkLst>
            <pc:docMk/>
            <pc:sldMk cId="1832683320" sldId="729"/>
            <ac:spMk id="5" creationId="{B2C92D6B-91A3-188B-6644-8BF6C41A6419}"/>
          </ac:spMkLst>
        </pc:spChg>
        <pc:graphicFrameChg chg="add mod ord modGraphic">
          <ac:chgData name="Mohammed Fasha" userId="cc64f42d-a1a6-4f08-b97b-0c37f877119f" providerId="ADAL" clId="{14ACCC35-F7A7-4452-B69F-AC22B42CD6C7}" dt="2025-05-14T02:41:41.009" v="709" actId="207"/>
          <ac:graphicFrameMkLst>
            <pc:docMk/>
            <pc:sldMk cId="1832683320" sldId="729"/>
            <ac:graphicFrameMk id="4" creationId="{A0821584-FD2E-349F-CE91-66ED52AD8AB1}"/>
          </ac:graphicFrameMkLst>
        </pc:graphicFrameChg>
      </pc:sldChg>
      <pc:sldChg chg="addSp modSp add mod modClrScheme chgLayout">
        <pc:chgData name="Mohammed Fasha" userId="cc64f42d-a1a6-4f08-b97b-0c37f877119f" providerId="ADAL" clId="{14ACCC35-F7A7-4452-B69F-AC22B42CD6C7}" dt="2025-05-14T02:41:28.564" v="706" actId="207"/>
        <pc:sldMkLst>
          <pc:docMk/>
          <pc:sldMk cId="1491057620" sldId="730"/>
        </pc:sldMkLst>
        <pc:spChg chg="add mod ord">
          <ac:chgData name="Mohammed Fasha" userId="cc64f42d-a1a6-4f08-b97b-0c37f877119f" providerId="ADAL" clId="{14ACCC35-F7A7-4452-B69F-AC22B42CD6C7}" dt="2025-05-12T03:37:48.510" v="115" actId="700"/>
          <ac:spMkLst>
            <pc:docMk/>
            <pc:sldMk cId="1491057620" sldId="730"/>
            <ac:spMk id="2" creationId="{4BD1D562-E273-18DE-1DA1-E4048EEFA8D7}"/>
          </ac:spMkLst>
        </pc:spChg>
        <pc:graphicFrameChg chg="mod ord modGraphic">
          <ac:chgData name="Mohammed Fasha" userId="cc64f42d-a1a6-4f08-b97b-0c37f877119f" providerId="ADAL" clId="{14ACCC35-F7A7-4452-B69F-AC22B42CD6C7}" dt="2025-05-14T02:41:28.564" v="706" actId="207"/>
          <ac:graphicFrameMkLst>
            <pc:docMk/>
            <pc:sldMk cId="1491057620" sldId="730"/>
            <ac:graphicFrameMk id="4" creationId="{68BF3D5E-B53A-A024-F190-02F12EC6DF2D}"/>
          </ac:graphicFrameMkLst>
        </pc:graphicFrameChg>
      </pc:sldChg>
      <pc:sldChg chg="modSp new mod">
        <pc:chgData name="Mohammed Fasha" userId="cc64f42d-a1a6-4f08-b97b-0c37f877119f" providerId="ADAL" clId="{14ACCC35-F7A7-4452-B69F-AC22B42CD6C7}" dt="2025-05-14T02:43:05.431" v="813" actId="33524"/>
        <pc:sldMkLst>
          <pc:docMk/>
          <pc:sldMk cId="2580821937" sldId="731"/>
        </pc:sldMkLst>
        <pc:spChg chg="mod">
          <ac:chgData name="Mohammed Fasha" userId="cc64f42d-a1a6-4f08-b97b-0c37f877119f" providerId="ADAL" clId="{14ACCC35-F7A7-4452-B69F-AC22B42CD6C7}" dt="2025-05-12T03:42:20.380" v="155" actId="113"/>
          <ac:spMkLst>
            <pc:docMk/>
            <pc:sldMk cId="2580821937" sldId="731"/>
            <ac:spMk id="2" creationId="{A86B0B3D-603B-083B-DDE3-3128A6EB540A}"/>
          </ac:spMkLst>
        </pc:spChg>
        <pc:spChg chg="mod">
          <ac:chgData name="Mohammed Fasha" userId="cc64f42d-a1a6-4f08-b97b-0c37f877119f" providerId="ADAL" clId="{14ACCC35-F7A7-4452-B69F-AC22B42CD6C7}" dt="2025-05-14T02:43:05.431" v="813" actId="33524"/>
          <ac:spMkLst>
            <pc:docMk/>
            <pc:sldMk cId="2580821937" sldId="731"/>
            <ac:spMk id="3" creationId="{0000BF45-F03F-9DA7-1D2D-DA7AAE61742B}"/>
          </ac:spMkLst>
        </pc:spChg>
      </pc:sldChg>
      <pc:sldChg chg="modSp new mod ord">
        <pc:chgData name="Mohammed Fasha" userId="cc64f42d-a1a6-4f08-b97b-0c37f877119f" providerId="ADAL" clId="{14ACCC35-F7A7-4452-B69F-AC22B42CD6C7}" dt="2025-05-14T02:58:30.774" v="1725" actId="20577"/>
        <pc:sldMkLst>
          <pc:docMk/>
          <pc:sldMk cId="925319726" sldId="732"/>
        </pc:sldMkLst>
        <pc:spChg chg="mod">
          <ac:chgData name="Mohammed Fasha" userId="cc64f42d-a1a6-4f08-b97b-0c37f877119f" providerId="ADAL" clId="{14ACCC35-F7A7-4452-B69F-AC22B42CD6C7}" dt="2025-05-12T03:47:23.436" v="177" actId="113"/>
          <ac:spMkLst>
            <pc:docMk/>
            <pc:sldMk cId="925319726" sldId="732"/>
            <ac:spMk id="2" creationId="{A5484865-1F16-13E0-9E1E-5A3270CD9A12}"/>
          </ac:spMkLst>
        </pc:spChg>
        <pc:spChg chg="mod">
          <ac:chgData name="Mohammed Fasha" userId="cc64f42d-a1a6-4f08-b97b-0c37f877119f" providerId="ADAL" clId="{14ACCC35-F7A7-4452-B69F-AC22B42CD6C7}" dt="2025-05-14T02:58:30.774" v="1725" actId="20577"/>
          <ac:spMkLst>
            <pc:docMk/>
            <pc:sldMk cId="925319726" sldId="732"/>
            <ac:spMk id="3" creationId="{824BB7CB-062A-9641-CFB7-FD4BA5E16D55}"/>
          </ac:spMkLst>
        </pc:spChg>
      </pc:sldChg>
      <pc:sldChg chg="addSp modSp new mod">
        <pc:chgData name="Mohammed Fasha" userId="cc64f42d-a1a6-4f08-b97b-0c37f877119f" providerId="ADAL" clId="{14ACCC35-F7A7-4452-B69F-AC22B42CD6C7}" dt="2025-05-14T02:51:13.561" v="1042" actId="20577"/>
        <pc:sldMkLst>
          <pc:docMk/>
          <pc:sldMk cId="1031230170" sldId="733"/>
        </pc:sldMkLst>
        <pc:spChg chg="mod">
          <ac:chgData name="Mohammed Fasha" userId="cc64f42d-a1a6-4f08-b97b-0c37f877119f" providerId="ADAL" clId="{14ACCC35-F7A7-4452-B69F-AC22B42CD6C7}" dt="2025-05-12T03:48:32.779" v="185" actId="113"/>
          <ac:spMkLst>
            <pc:docMk/>
            <pc:sldMk cId="1031230170" sldId="733"/>
            <ac:spMk id="2" creationId="{9F9FCBE1-5973-D531-61D6-ED5DC3BF9290}"/>
          </ac:spMkLst>
        </pc:spChg>
        <pc:spChg chg="mod">
          <ac:chgData name="Mohammed Fasha" userId="cc64f42d-a1a6-4f08-b97b-0c37f877119f" providerId="ADAL" clId="{14ACCC35-F7A7-4452-B69F-AC22B42CD6C7}" dt="2025-05-14T02:44:43.013" v="853" actId="113"/>
          <ac:spMkLst>
            <pc:docMk/>
            <pc:sldMk cId="1031230170" sldId="733"/>
            <ac:spMk id="3" creationId="{EA8F50AE-67A3-4DA6-636F-307131D9883A}"/>
          </ac:spMkLst>
        </pc:spChg>
        <pc:spChg chg="add mod">
          <ac:chgData name="Mohammed Fasha" userId="cc64f42d-a1a6-4f08-b97b-0c37f877119f" providerId="ADAL" clId="{14ACCC35-F7A7-4452-B69F-AC22B42CD6C7}" dt="2025-05-14T02:51:13.561" v="1042" actId="20577"/>
          <ac:spMkLst>
            <pc:docMk/>
            <pc:sldMk cId="1031230170" sldId="733"/>
            <ac:spMk id="5" creationId="{7FA96860-97C8-BED7-3F67-76A89E8DD9DD}"/>
          </ac:spMkLst>
        </pc:spChg>
      </pc:sldChg>
      <pc:sldChg chg="addSp delSp modSp new del mod">
        <pc:chgData name="Mohammed Fasha" userId="cc64f42d-a1a6-4f08-b97b-0c37f877119f" providerId="ADAL" clId="{14ACCC35-F7A7-4452-B69F-AC22B42CD6C7}" dt="2025-05-14T02:45:57.349" v="873" actId="2696"/>
        <pc:sldMkLst>
          <pc:docMk/>
          <pc:sldMk cId="2190123891" sldId="734"/>
        </pc:sldMkLst>
      </pc:sldChg>
      <pc:sldChg chg="addSp delSp modSp add mod">
        <pc:chgData name="Mohammed Fasha" userId="cc64f42d-a1a6-4f08-b97b-0c37f877119f" providerId="ADAL" clId="{14ACCC35-F7A7-4452-B69F-AC22B42CD6C7}" dt="2025-05-14T03:41:34.069" v="2680" actId="6549"/>
        <pc:sldMkLst>
          <pc:docMk/>
          <pc:sldMk cId="4156722170" sldId="734"/>
        </pc:sldMkLst>
        <pc:spChg chg="mod">
          <ac:chgData name="Mohammed Fasha" userId="cc64f42d-a1a6-4f08-b97b-0c37f877119f" providerId="ADAL" clId="{14ACCC35-F7A7-4452-B69F-AC22B42CD6C7}" dt="2025-05-14T02:53:35.218" v="1248" actId="20577"/>
          <ac:spMkLst>
            <pc:docMk/>
            <pc:sldMk cId="4156722170" sldId="734"/>
            <ac:spMk id="2" creationId="{5FA21066-5E1F-D590-1DD5-281CA7392180}"/>
          </ac:spMkLst>
        </pc:spChg>
        <pc:spChg chg="mod">
          <ac:chgData name="Mohammed Fasha" userId="cc64f42d-a1a6-4f08-b97b-0c37f877119f" providerId="ADAL" clId="{14ACCC35-F7A7-4452-B69F-AC22B42CD6C7}" dt="2025-05-14T03:41:34.069" v="2680" actId="6549"/>
          <ac:spMkLst>
            <pc:docMk/>
            <pc:sldMk cId="4156722170" sldId="734"/>
            <ac:spMk id="3" creationId="{9EEBD037-F2F6-F6F8-7D39-D7CB11DF5590}"/>
          </ac:spMkLst>
        </pc:spChg>
        <pc:picChg chg="mod">
          <ac:chgData name="Mohammed Fasha" userId="cc64f42d-a1a6-4f08-b97b-0c37f877119f" providerId="ADAL" clId="{14ACCC35-F7A7-4452-B69F-AC22B42CD6C7}" dt="2025-05-14T03:34:04.477" v="2499" actId="1076"/>
          <ac:picMkLst>
            <pc:docMk/>
            <pc:sldMk cId="4156722170" sldId="734"/>
            <ac:picMk id="4" creationId="{71455631-8EF4-33F7-4366-5B1E5917DFB6}"/>
          </ac:picMkLst>
        </pc:picChg>
        <pc:picChg chg="add mod">
          <ac:chgData name="Mohammed Fasha" userId="cc64f42d-a1a6-4f08-b97b-0c37f877119f" providerId="ADAL" clId="{14ACCC35-F7A7-4452-B69F-AC22B42CD6C7}" dt="2025-05-14T03:34:52.958" v="2569" actId="1076"/>
          <ac:picMkLst>
            <pc:docMk/>
            <pc:sldMk cId="4156722170" sldId="734"/>
            <ac:picMk id="8" creationId="{4BA077B4-C5EF-4AD0-1470-1D186FFA39C8}"/>
          </ac:picMkLst>
        </pc:picChg>
      </pc:sldChg>
      <pc:sldChg chg="addSp delSp modSp new del mod">
        <pc:chgData name="Mohammed Fasha" userId="cc64f42d-a1a6-4f08-b97b-0c37f877119f" providerId="ADAL" clId="{14ACCC35-F7A7-4452-B69F-AC22B42CD6C7}" dt="2025-05-14T02:45:57.349" v="873" actId="2696"/>
        <pc:sldMkLst>
          <pc:docMk/>
          <pc:sldMk cId="668424697" sldId="735"/>
        </pc:sldMkLst>
      </pc:sldChg>
      <pc:sldChg chg="modSp add del mod">
        <pc:chgData name="Mohammed Fasha" userId="cc64f42d-a1a6-4f08-b97b-0c37f877119f" providerId="ADAL" clId="{14ACCC35-F7A7-4452-B69F-AC22B42CD6C7}" dt="2025-05-14T03:28:47.284" v="2295" actId="47"/>
        <pc:sldMkLst>
          <pc:docMk/>
          <pc:sldMk cId="1674188304" sldId="735"/>
        </pc:sldMkLst>
      </pc:sldChg>
      <pc:sldChg chg="add del">
        <pc:chgData name="Mohammed Fasha" userId="cc64f42d-a1a6-4f08-b97b-0c37f877119f" providerId="ADAL" clId="{14ACCC35-F7A7-4452-B69F-AC22B42CD6C7}" dt="2025-05-12T04:06:44.679" v="300"/>
        <pc:sldMkLst>
          <pc:docMk/>
          <pc:sldMk cId="820945054" sldId="736"/>
        </pc:sldMkLst>
      </pc:sldChg>
      <pc:sldChg chg="add del">
        <pc:chgData name="Mohammed Fasha" userId="cc64f42d-a1a6-4f08-b97b-0c37f877119f" providerId="ADAL" clId="{14ACCC35-F7A7-4452-B69F-AC22B42CD6C7}" dt="2025-05-12T04:07:05.957" v="323"/>
        <pc:sldMkLst>
          <pc:docMk/>
          <pc:sldMk cId="1357317930" sldId="736"/>
        </pc:sldMkLst>
      </pc:sldChg>
      <pc:sldChg chg="addSp delSp modSp new del mod">
        <pc:chgData name="Mohammed Fasha" userId="cc64f42d-a1a6-4f08-b97b-0c37f877119f" providerId="ADAL" clId="{14ACCC35-F7A7-4452-B69F-AC22B42CD6C7}" dt="2025-05-13T19:34:39.130" v="647" actId="47"/>
        <pc:sldMkLst>
          <pc:docMk/>
          <pc:sldMk cId="1528466207" sldId="736"/>
        </pc:sldMkLst>
      </pc:sldChg>
      <pc:sldChg chg="add del">
        <pc:chgData name="Mohammed Fasha" userId="cc64f42d-a1a6-4f08-b97b-0c37f877119f" providerId="ADAL" clId="{14ACCC35-F7A7-4452-B69F-AC22B42CD6C7}" dt="2025-05-12T04:06:36.375" v="284"/>
        <pc:sldMkLst>
          <pc:docMk/>
          <pc:sldMk cId="3969638788" sldId="736"/>
        </pc:sldMkLst>
      </pc:sldChg>
      <pc:sldChg chg="addSp delSp modSp add mod">
        <pc:chgData name="Mohammed Fasha" userId="cc64f42d-a1a6-4f08-b97b-0c37f877119f" providerId="ADAL" clId="{14ACCC35-F7A7-4452-B69F-AC22B42CD6C7}" dt="2025-05-14T03:51:16.468" v="2915" actId="20577"/>
        <pc:sldMkLst>
          <pc:docMk/>
          <pc:sldMk cId="648783378" sldId="737"/>
        </pc:sldMkLst>
        <pc:spChg chg="mod">
          <ac:chgData name="Mohammed Fasha" userId="cc64f42d-a1a6-4f08-b97b-0c37f877119f" providerId="ADAL" clId="{14ACCC35-F7A7-4452-B69F-AC22B42CD6C7}" dt="2025-05-14T03:08:10.849" v="1940" actId="20577"/>
          <ac:spMkLst>
            <pc:docMk/>
            <pc:sldMk cId="648783378" sldId="737"/>
            <ac:spMk id="2" creationId="{39A6C842-CEF3-295F-73F8-395A55C54678}"/>
          </ac:spMkLst>
        </pc:spChg>
        <pc:spChg chg="add mod topLvl">
          <ac:chgData name="Mohammed Fasha" userId="cc64f42d-a1a6-4f08-b97b-0c37f877119f" providerId="ADAL" clId="{14ACCC35-F7A7-4452-B69F-AC22B42CD6C7}" dt="2025-05-14T03:17:01.627" v="2067" actId="164"/>
          <ac:spMkLst>
            <pc:docMk/>
            <pc:sldMk cId="648783378" sldId="737"/>
            <ac:spMk id="3" creationId="{75C23307-CA91-098C-D5F9-8933E22DCF1D}"/>
          </ac:spMkLst>
        </pc:spChg>
        <pc:spChg chg="add mod topLvl">
          <ac:chgData name="Mohammed Fasha" userId="cc64f42d-a1a6-4f08-b97b-0c37f877119f" providerId="ADAL" clId="{14ACCC35-F7A7-4452-B69F-AC22B42CD6C7}" dt="2025-05-14T03:17:01.627" v="2067" actId="164"/>
          <ac:spMkLst>
            <pc:docMk/>
            <pc:sldMk cId="648783378" sldId="737"/>
            <ac:spMk id="5" creationId="{11821B90-5966-04E3-DC43-07DFC6E21955}"/>
          </ac:spMkLst>
        </pc:spChg>
        <pc:spChg chg="add mod">
          <ac:chgData name="Mohammed Fasha" userId="cc64f42d-a1a6-4f08-b97b-0c37f877119f" providerId="ADAL" clId="{14ACCC35-F7A7-4452-B69F-AC22B42CD6C7}" dt="2025-05-14T03:51:16.468" v="2915" actId="20577"/>
          <ac:spMkLst>
            <pc:docMk/>
            <pc:sldMk cId="648783378" sldId="737"/>
            <ac:spMk id="9" creationId="{1E87B0E8-372B-D99B-A5C2-1AE3EF70CDA4}"/>
          </ac:spMkLst>
        </pc:spChg>
        <pc:grpChg chg="add mod">
          <ac:chgData name="Mohammed Fasha" userId="cc64f42d-a1a6-4f08-b97b-0c37f877119f" providerId="ADAL" clId="{14ACCC35-F7A7-4452-B69F-AC22B42CD6C7}" dt="2025-05-14T03:26:29.779" v="2210" actId="14100"/>
          <ac:grpSpMkLst>
            <pc:docMk/>
            <pc:sldMk cId="648783378" sldId="737"/>
            <ac:grpSpMk id="13" creationId="{72C7410F-33BA-AABF-7902-2E4639B9A93D}"/>
          </ac:grpSpMkLst>
        </pc:grpChg>
        <pc:graphicFrameChg chg="mod modGraphic">
          <ac:chgData name="Mohammed Fasha" userId="cc64f42d-a1a6-4f08-b97b-0c37f877119f" providerId="ADAL" clId="{14ACCC35-F7A7-4452-B69F-AC22B42CD6C7}" dt="2025-05-14T03:33:47.272" v="2495" actId="1076"/>
          <ac:graphicFrameMkLst>
            <pc:docMk/>
            <pc:sldMk cId="648783378" sldId="737"/>
            <ac:graphicFrameMk id="4" creationId="{086C2520-EBA7-E03F-B30E-32D2B7759012}"/>
          </ac:graphicFrameMkLst>
        </pc:graphicFrameChg>
        <pc:graphicFrameChg chg="add mod">
          <ac:chgData name="Mohammed Fasha" userId="cc64f42d-a1a6-4f08-b97b-0c37f877119f" providerId="ADAL" clId="{14ACCC35-F7A7-4452-B69F-AC22B42CD6C7}" dt="2025-05-14T03:33:56.820" v="2497" actId="1076"/>
          <ac:graphicFrameMkLst>
            <pc:docMk/>
            <pc:sldMk cId="648783378" sldId="737"/>
            <ac:graphicFrameMk id="19" creationId="{BC2FF4AD-2AE4-43F5-1DDD-E51064F914E9}"/>
          </ac:graphicFrameMkLst>
        </pc:graphicFrameChg>
        <pc:picChg chg="add mod ord">
          <ac:chgData name="Mohammed Fasha" userId="cc64f42d-a1a6-4f08-b97b-0c37f877119f" providerId="ADAL" clId="{14ACCC35-F7A7-4452-B69F-AC22B42CD6C7}" dt="2025-05-14T03:17:01.627" v="2067" actId="164"/>
          <ac:picMkLst>
            <pc:docMk/>
            <pc:sldMk cId="648783378" sldId="737"/>
            <ac:picMk id="12" creationId="{EE51A42D-B5E2-896D-AFA8-37D7EBE6BF50}"/>
          </ac:picMkLst>
        </pc:picChg>
      </pc:sldChg>
      <pc:sldChg chg="addSp delSp modSp new del mod">
        <pc:chgData name="Mohammed Fasha" userId="cc64f42d-a1a6-4f08-b97b-0c37f877119f" providerId="ADAL" clId="{14ACCC35-F7A7-4452-B69F-AC22B42CD6C7}" dt="2025-05-14T02:45:57.349" v="873" actId="2696"/>
        <pc:sldMkLst>
          <pc:docMk/>
          <pc:sldMk cId="656330896" sldId="737"/>
        </pc:sldMkLst>
      </pc:sldChg>
      <pc:sldChg chg="add del">
        <pc:chgData name="Mohammed Fasha" userId="cc64f42d-a1a6-4f08-b97b-0c37f877119f" providerId="ADAL" clId="{14ACCC35-F7A7-4452-B69F-AC22B42CD6C7}" dt="2025-05-14T03:23:14.867" v="2095" actId="47"/>
        <pc:sldMkLst>
          <pc:docMk/>
          <pc:sldMk cId="1195926383" sldId="738"/>
        </pc:sldMkLst>
      </pc:sldChg>
      <pc:sldChg chg="add del">
        <pc:chgData name="Mohammed Fasha" userId="cc64f42d-a1a6-4f08-b97b-0c37f877119f" providerId="ADAL" clId="{14ACCC35-F7A7-4452-B69F-AC22B42CD6C7}" dt="2025-05-14T02:45:57.349" v="873" actId="2696"/>
        <pc:sldMkLst>
          <pc:docMk/>
          <pc:sldMk cId="4141680910" sldId="738"/>
        </pc:sldMkLst>
      </pc:sldChg>
      <pc:sldChg chg="add del">
        <pc:chgData name="Mohammed Fasha" userId="cc64f42d-a1a6-4f08-b97b-0c37f877119f" providerId="ADAL" clId="{14ACCC35-F7A7-4452-B69F-AC22B42CD6C7}" dt="2025-05-14T03:23:16.702" v="2096" actId="47"/>
        <pc:sldMkLst>
          <pc:docMk/>
          <pc:sldMk cId="308342725" sldId="739"/>
        </pc:sldMkLst>
      </pc:sldChg>
      <pc:sldChg chg="add del">
        <pc:chgData name="Mohammed Fasha" userId="cc64f42d-a1a6-4f08-b97b-0c37f877119f" providerId="ADAL" clId="{14ACCC35-F7A7-4452-B69F-AC22B42CD6C7}" dt="2025-05-14T02:45:57.349" v="873" actId="2696"/>
        <pc:sldMkLst>
          <pc:docMk/>
          <pc:sldMk cId="3470038616" sldId="739"/>
        </pc:sldMkLst>
      </pc:sldChg>
      <pc:sldChg chg="addSp delSp modSp new mod modClrScheme chgLayout">
        <pc:chgData name="Mohammed Fasha" userId="cc64f42d-a1a6-4f08-b97b-0c37f877119f" providerId="ADAL" clId="{14ACCC35-F7A7-4452-B69F-AC22B42CD6C7}" dt="2025-05-14T02:52:45.789" v="1210" actId="20577"/>
        <pc:sldMkLst>
          <pc:docMk/>
          <pc:sldMk cId="71253327" sldId="740"/>
        </pc:sldMkLst>
        <pc:spChg chg="add mod ord">
          <ac:chgData name="Mohammed Fasha" userId="cc64f42d-a1a6-4f08-b97b-0c37f877119f" providerId="ADAL" clId="{14ACCC35-F7A7-4452-B69F-AC22B42CD6C7}" dt="2025-05-14T02:52:11.571" v="1171" actId="404"/>
          <ac:spMkLst>
            <pc:docMk/>
            <pc:sldMk cId="71253327" sldId="740"/>
            <ac:spMk id="4" creationId="{AEDA0647-7AF5-DD7C-1B41-78F17A7E63A1}"/>
          </ac:spMkLst>
        </pc:spChg>
        <pc:spChg chg="add mod ord">
          <ac:chgData name="Mohammed Fasha" userId="cc64f42d-a1a6-4f08-b97b-0c37f877119f" providerId="ADAL" clId="{14ACCC35-F7A7-4452-B69F-AC22B42CD6C7}" dt="2025-05-14T02:52:45.789" v="1210" actId="20577"/>
          <ac:spMkLst>
            <pc:docMk/>
            <pc:sldMk cId="71253327" sldId="740"/>
            <ac:spMk id="5" creationId="{413AEE11-B789-35FF-7213-F4A2550B3A5B}"/>
          </ac:spMkLst>
        </pc:spChg>
      </pc:sldChg>
      <pc:sldChg chg="add del">
        <pc:chgData name="Mohammed Fasha" userId="cc64f42d-a1a6-4f08-b97b-0c37f877119f" providerId="ADAL" clId="{14ACCC35-F7A7-4452-B69F-AC22B42CD6C7}" dt="2025-05-14T03:38:06.330" v="2609" actId="47"/>
        <pc:sldMkLst>
          <pc:docMk/>
          <pc:sldMk cId="539878532" sldId="741"/>
        </pc:sldMkLst>
      </pc:sldChg>
      <pc:sldChg chg="add del">
        <pc:chgData name="Mohammed Fasha" userId="cc64f42d-a1a6-4f08-b97b-0c37f877119f" providerId="ADAL" clId="{14ACCC35-F7A7-4452-B69F-AC22B42CD6C7}" dt="2025-05-14T03:23:10.857" v="2094" actId="47"/>
        <pc:sldMkLst>
          <pc:docMk/>
          <pc:sldMk cId="1940152730" sldId="741"/>
        </pc:sldMkLst>
      </pc:sldChg>
      <pc:sldChg chg="modSp add mod">
        <pc:chgData name="Mohammed Fasha" userId="cc64f42d-a1a6-4f08-b97b-0c37f877119f" providerId="ADAL" clId="{14ACCC35-F7A7-4452-B69F-AC22B42CD6C7}" dt="2025-05-14T04:05:24.135" v="3186" actId="404"/>
        <pc:sldMkLst>
          <pc:docMk/>
          <pc:sldMk cId="1938754579" sldId="742"/>
        </pc:sldMkLst>
      </pc:sldChg>
      <pc:sldChg chg="new">
        <pc:chgData name="Mohammed Fasha" userId="cc64f42d-a1a6-4f08-b97b-0c37f877119f" providerId="ADAL" clId="{14ACCC35-F7A7-4452-B69F-AC22B42CD6C7}" dt="2025-05-14T03:38:09.347" v="2610" actId="680"/>
        <pc:sldMkLst>
          <pc:docMk/>
          <pc:sldMk cId="760235717" sldId="743"/>
        </pc:sldMkLst>
      </pc:sldChg>
      <pc:sldChg chg="modSp add del mod">
        <pc:chgData name="Mohammed Fasha" userId="cc64f42d-a1a6-4f08-b97b-0c37f877119f" providerId="ADAL" clId="{14ACCC35-F7A7-4452-B69F-AC22B42CD6C7}" dt="2025-05-14T03:44:10.971" v="2712"/>
        <pc:sldMkLst>
          <pc:docMk/>
          <pc:sldMk cId="3038458435" sldId="744"/>
        </pc:sldMkLst>
      </pc:sldChg>
      <pc:sldChg chg="addSp delSp modSp add mod">
        <pc:chgData name="Mohammed Fasha" userId="cc64f42d-a1a6-4f08-b97b-0c37f877119f" providerId="ADAL" clId="{14ACCC35-F7A7-4452-B69F-AC22B42CD6C7}" dt="2025-05-14T03:54:52.320" v="3038" actId="20577"/>
        <pc:sldMkLst>
          <pc:docMk/>
          <pc:sldMk cId="3696711520" sldId="744"/>
        </pc:sldMkLst>
      </pc:sldChg>
    </pc:docChg>
  </pc:docChgLst>
  <pc:docChgLst>
    <pc:chgData name="Mohammed Fasha" userId="cc64f42d-a1a6-4f08-b97b-0c37f877119f" providerId="ADAL" clId="{BECD4A7F-C1AF-4585-8C31-FE7D4FE3ED16}"/>
    <pc:docChg chg="undo redo custSel addSld delSld modSld sldOrd">
      <pc:chgData name="Mohammed Fasha" userId="cc64f42d-a1a6-4f08-b97b-0c37f877119f" providerId="ADAL" clId="{BECD4A7F-C1AF-4585-8C31-FE7D4FE3ED16}" dt="2025-01-05T16:36:16.605" v="1945" actId="1076"/>
      <pc:docMkLst>
        <pc:docMk/>
      </pc:docMkLst>
      <pc:sldChg chg="modSp mod">
        <pc:chgData name="Mohammed Fasha" userId="cc64f42d-a1a6-4f08-b97b-0c37f877119f" providerId="ADAL" clId="{BECD4A7F-C1AF-4585-8C31-FE7D4FE3ED16}" dt="2024-12-30T18:47:27.683" v="988" actId="20577"/>
        <pc:sldMkLst>
          <pc:docMk/>
          <pc:sldMk cId="2281221656" sldId="527"/>
        </pc:sldMkLst>
      </pc:sldChg>
      <pc:sldChg chg="modSp mod">
        <pc:chgData name="Mohammed Fasha" userId="cc64f42d-a1a6-4f08-b97b-0c37f877119f" providerId="ADAL" clId="{BECD4A7F-C1AF-4585-8C31-FE7D4FE3ED16}" dt="2024-12-27T13:59:26.893" v="366" actId="20577"/>
        <pc:sldMkLst>
          <pc:docMk/>
          <pc:sldMk cId="3474268344" sldId="596"/>
        </pc:sldMkLst>
      </pc:sldChg>
      <pc:sldChg chg="modSp mod">
        <pc:chgData name="Mohammed Fasha" userId="cc64f42d-a1a6-4f08-b97b-0c37f877119f" providerId="ADAL" clId="{BECD4A7F-C1AF-4585-8C31-FE7D4FE3ED16}" dt="2024-12-30T18:44:34.649" v="884" actId="20577"/>
        <pc:sldMkLst>
          <pc:docMk/>
          <pc:sldMk cId="916802035" sldId="651"/>
        </pc:sldMkLst>
      </pc:sldChg>
      <pc:sldChg chg="del">
        <pc:chgData name="Mohammed Fasha" userId="cc64f42d-a1a6-4f08-b97b-0c37f877119f" providerId="ADAL" clId="{BECD4A7F-C1AF-4585-8C31-FE7D4FE3ED16}" dt="2025-01-05T14:42:38.675" v="989" actId="2696"/>
        <pc:sldMkLst>
          <pc:docMk/>
          <pc:sldMk cId="426516858" sldId="662"/>
        </pc:sldMkLst>
      </pc:sldChg>
      <pc:sldChg chg="modSp add del mod">
        <pc:chgData name="Mohammed Fasha" userId="cc64f42d-a1a6-4f08-b97b-0c37f877119f" providerId="ADAL" clId="{BECD4A7F-C1AF-4585-8C31-FE7D4FE3ED16}" dt="2025-01-05T16:34:59.233" v="1926" actId="20577"/>
        <pc:sldMkLst>
          <pc:docMk/>
          <pc:sldMk cId="691538069" sldId="662"/>
        </pc:sldMkLst>
      </pc:sldChg>
      <pc:sldChg chg="del">
        <pc:chgData name="Mohammed Fasha" userId="cc64f42d-a1a6-4f08-b97b-0c37f877119f" providerId="ADAL" clId="{BECD4A7F-C1AF-4585-8C31-FE7D4FE3ED16}" dt="2025-01-05T14:42:38.675" v="989" actId="2696"/>
        <pc:sldMkLst>
          <pc:docMk/>
          <pc:sldMk cId="895445062" sldId="663"/>
        </pc:sldMkLst>
      </pc:sldChg>
      <pc:sldChg chg="add del">
        <pc:chgData name="Mohammed Fasha" userId="cc64f42d-a1a6-4f08-b97b-0c37f877119f" providerId="ADAL" clId="{BECD4A7F-C1AF-4585-8C31-FE7D4FE3ED16}" dt="2025-01-05T14:43:16.100" v="993" actId="2696"/>
        <pc:sldMkLst>
          <pc:docMk/>
          <pc:sldMk cId="3980180774" sldId="663"/>
        </pc:sldMkLst>
      </pc:sldChg>
      <pc:sldChg chg="add del">
        <pc:chgData name="Mohammed Fasha" userId="cc64f42d-a1a6-4f08-b97b-0c37f877119f" providerId="ADAL" clId="{BECD4A7F-C1AF-4585-8C31-FE7D4FE3ED16}" dt="2025-01-05T14:43:16.100" v="993" actId="2696"/>
        <pc:sldMkLst>
          <pc:docMk/>
          <pc:sldMk cId="1728680596" sldId="664"/>
        </pc:sldMkLst>
      </pc:sldChg>
      <pc:sldChg chg="del">
        <pc:chgData name="Mohammed Fasha" userId="cc64f42d-a1a6-4f08-b97b-0c37f877119f" providerId="ADAL" clId="{BECD4A7F-C1AF-4585-8C31-FE7D4FE3ED16}" dt="2025-01-05T14:42:38.675" v="989" actId="2696"/>
        <pc:sldMkLst>
          <pc:docMk/>
          <pc:sldMk cId="3900588277" sldId="664"/>
        </pc:sldMkLst>
      </pc:sldChg>
      <pc:sldChg chg="del">
        <pc:chgData name="Mohammed Fasha" userId="cc64f42d-a1a6-4f08-b97b-0c37f877119f" providerId="ADAL" clId="{BECD4A7F-C1AF-4585-8C31-FE7D4FE3ED16}" dt="2025-01-05T14:42:38.675" v="989" actId="2696"/>
        <pc:sldMkLst>
          <pc:docMk/>
          <pc:sldMk cId="123002105" sldId="665"/>
        </pc:sldMkLst>
      </pc:sldChg>
      <pc:sldChg chg="modSp add del mod">
        <pc:chgData name="Mohammed Fasha" userId="cc64f42d-a1a6-4f08-b97b-0c37f877119f" providerId="ADAL" clId="{BECD4A7F-C1AF-4585-8C31-FE7D4FE3ED16}" dt="2025-01-05T15:05:12.729" v="1226" actId="21"/>
        <pc:sldMkLst>
          <pc:docMk/>
          <pc:sldMk cId="148099094" sldId="665"/>
        </pc:sldMkLst>
      </pc:sldChg>
      <pc:sldChg chg="del">
        <pc:chgData name="Mohammed Fasha" userId="cc64f42d-a1a6-4f08-b97b-0c37f877119f" providerId="ADAL" clId="{BECD4A7F-C1AF-4585-8C31-FE7D4FE3ED16}" dt="2025-01-05T14:42:38.675" v="989" actId="2696"/>
        <pc:sldMkLst>
          <pc:docMk/>
          <pc:sldMk cId="659863378" sldId="676"/>
        </pc:sldMkLst>
      </pc:sldChg>
      <pc:sldChg chg="modSp add del mod">
        <pc:chgData name="Mohammed Fasha" userId="cc64f42d-a1a6-4f08-b97b-0c37f877119f" providerId="ADAL" clId="{BECD4A7F-C1AF-4585-8C31-FE7D4FE3ED16}" dt="2025-01-05T14:55:27.595" v="1130" actId="255"/>
        <pc:sldMkLst>
          <pc:docMk/>
          <pc:sldMk cId="1577854815" sldId="676"/>
        </pc:sldMkLst>
      </pc:sldChg>
      <pc:sldChg chg="modSp add del mod">
        <pc:chgData name="Mohammed Fasha" userId="cc64f42d-a1a6-4f08-b97b-0c37f877119f" providerId="ADAL" clId="{BECD4A7F-C1AF-4585-8C31-FE7D4FE3ED16}" dt="2025-01-05T14:55:43.754" v="1132" actId="1076"/>
        <pc:sldMkLst>
          <pc:docMk/>
          <pc:sldMk cId="139882925" sldId="677"/>
        </pc:sldMkLst>
      </pc:sldChg>
      <pc:sldChg chg="del">
        <pc:chgData name="Mohammed Fasha" userId="cc64f42d-a1a6-4f08-b97b-0c37f877119f" providerId="ADAL" clId="{BECD4A7F-C1AF-4585-8C31-FE7D4FE3ED16}" dt="2025-01-05T14:42:38.675" v="989" actId="2696"/>
        <pc:sldMkLst>
          <pc:docMk/>
          <pc:sldMk cId="2736863534" sldId="677"/>
        </pc:sldMkLst>
      </pc:sldChg>
      <pc:sldChg chg="add del">
        <pc:chgData name="Mohammed Fasha" userId="cc64f42d-a1a6-4f08-b97b-0c37f877119f" providerId="ADAL" clId="{BECD4A7F-C1AF-4585-8C31-FE7D4FE3ED16}" dt="2025-01-05T14:43:16.100" v="993" actId="2696"/>
        <pc:sldMkLst>
          <pc:docMk/>
          <pc:sldMk cId="4146654093" sldId="678"/>
        </pc:sldMkLst>
      </pc:sldChg>
      <pc:sldChg chg="del">
        <pc:chgData name="Mohammed Fasha" userId="cc64f42d-a1a6-4f08-b97b-0c37f877119f" providerId="ADAL" clId="{BECD4A7F-C1AF-4585-8C31-FE7D4FE3ED16}" dt="2025-01-05T14:42:38.675" v="989" actId="2696"/>
        <pc:sldMkLst>
          <pc:docMk/>
          <pc:sldMk cId="4228312762" sldId="678"/>
        </pc:sldMkLst>
      </pc:sldChg>
      <pc:sldChg chg="del">
        <pc:chgData name="Mohammed Fasha" userId="cc64f42d-a1a6-4f08-b97b-0c37f877119f" providerId="ADAL" clId="{BECD4A7F-C1AF-4585-8C31-FE7D4FE3ED16}" dt="2025-01-05T14:42:38.675" v="989" actId="2696"/>
        <pc:sldMkLst>
          <pc:docMk/>
          <pc:sldMk cId="581717462" sldId="679"/>
        </pc:sldMkLst>
      </pc:sldChg>
      <pc:sldChg chg="addSp delSp modSp add del mod chgLayout">
        <pc:chgData name="Mohammed Fasha" userId="cc64f42d-a1a6-4f08-b97b-0c37f877119f" providerId="ADAL" clId="{BECD4A7F-C1AF-4585-8C31-FE7D4FE3ED16}" dt="2025-01-05T16:36:16.605" v="1945" actId="1076"/>
        <pc:sldMkLst>
          <pc:docMk/>
          <pc:sldMk cId="3454522070" sldId="679"/>
        </pc:sldMkLst>
      </pc:sldChg>
      <pc:sldChg chg="add del">
        <pc:chgData name="Mohammed Fasha" userId="cc64f42d-a1a6-4f08-b97b-0c37f877119f" providerId="ADAL" clId="{BECD4A7F-C1AF-4585-8C31-FE7D4FE3ED16}" dt="2025-01-05T14:43:16.100" v="993" actId="2696"/>
        <pc:sldMkLst>
          <pc:docMk/>
          <pc:sldMk cId="2856814121" sldId="681"/>
        </pc:sldMkLst>
      </pc:sldChg>
      <pc:sldChg chg="del">
        <pc:chgData name="Mohammed Fasha" userId="cc64f42d-a1a6-4f08-b97b-0c37f877119f" providerId="ADAL" clId="{BECD4A7F-C1AF-4585-8C31-FE7D4FE3ED16}" dt="2025-01-05T14:42:38.675" v="989" actId="2696"/>
        <pc:sldMkLst>
          <pc:docMk/>
          <pc:sldMk cId="3083966018" sldId="681"/>
        </pc:sldMkLst>
      </pc:sldChg>
      <pc:sldChg chg="modSp mod">
        <pc:chgData name="Mohammed Fasha" userId="cc64f42d-a1a6-4f08-b97b-0c37f877119f" providerId="ADAL" clId="{BECD4A7F-C1AF-4585-8C31-FE7D4FE3ED16}" dt="2025-01-05T14:42:50.596" v="990" actId="14100"/>
        <pc:sldMkLst>
          <pc:docMk/>
          <pc:sldMk cId="1697141369" sldId="695"/>
        </pc:sldMkLst>
      </pc:sldChg>
      <pc:sldChg chg="addSp delSp modSp add del mod">
        <pc:chgData name="Mohammed Fasha" userId="cc64f42d-a1a6-4f08-b97b-0c37f877119f" providerId="ADAL" clId="{BECD4A7F-C1AF-4585-8C31-FE7D4FE3ED16}" dt="2025-01-05T14:54:31.375" v="1125" actId="14100"/>
        <pc:sldMkLst>
          <pc:docMk/>
          <pc:sldMk cId="265576630" sldId="698"/>
        </pc:sldMkLst>
      </pc:sldChg>
      <pc:sldChg chg="del">
        <pc:chgData name="Mohammed Fasha" userId="cc64f42d-a1a6-4f08-b97b-0c37f877119f" providerId="ADAL" clId="{BECD4A7F-C1AF-4585-8C31-FE7D4FE3ED16}" dt="2025-01-05T14:42:38.675" v="989" actId="2696"/>
        <pc:sldMkLst>
          <pc:docMk/>
          <pc:sldMk cId="991725834" sldId="698"/>
        </pc:sldMkLst>
      </pc:sldChg>
      <pc:sldChg chg="del">
        <pc:chgData name="Mohammed Fasha" userId="cc64f42d-a1a6-4f08-b97b-0c37f877119f" providerId="ADAL" clId="{BECD4A7F-C1AF-4585-8C31-FE7D4FE3ED16}" dt="2025-01-05T14:42:38.675" v="989" actId="2696"/>
        <pc:sldMkLst>
          <pc:docMk/>
          <pc:sldMk cId="3109561867" sldId="700"/>
        </pc:sldMkLst>
      </pc:sldChg>
      <pc:sldChg chg="addSp delSp modSp add del mod">
        <pc:chgData name="Mohammed Fasha" userId="cc64f42d-a1a6-4f08-b97b-0c37f877119f" providerId="ADAL" clId="{BECD4A7F-C1AF-4585-8C31-FE7D4FE3ED16}" dt="2025-01-05T16:00:05.564" v="1529" actId="20577"/>
        <pc:sldMkLst>
          <pc:docMk/>
          <pc:sldMk cId="4247717824" sldId="700"/>
        </pc:sldMkLst>
      </pc:sldChg>
      <pc:sldChg chg="addSp delSp modSp add mod">
        <pc:chgData name="Mohammed Fasha" userId="cc64f42d-a1a6-4f08-b97b-0c37f877119f" providerId="ADAL" clId="{BECD4A7F-C1AF-4585-8C31-FE7D4FE3ED16}" dt="2025-01-05T14:53:29.185" v="1101" actId="21"/>
        <pc:sldMkLst>
          <pc:docMk/>
          <pc:sldMk cId="67871309" sldId="709"/>
        </pc:sldMkLst>
      </pc:sldChg>
      <pc:sldChg chg="modSp add mod">
        <pc:chgData name="Mohammed Fasha" userId="cc64f42d-a1a6-4f08-b97b-0c37f877119f" providerId="ADAL" clId="{BECD4A7F-C1AF-4585-8C31-FE7D4FE3ED16}" dt="2025-01-05T15:31:09.113" v="1385" actId="6549"/>
        <pc:sldMkLst>
          <pc:docMk/>
          <pc:sldMk cId="4114896152" sldId="710"/>
        </pc:sldMkLst>
      </pc:sldChg>
      <pc:sldChg chg="addSp modSp add mod">
        <pc:chgData name="Mohammed Fasha" userId="cc64f42d-a1a6-4f08-b97b-0c37f877119f" providerId="ADAL" clId="{BECD4A7F-C1AF-4585-8C31-FE7D4FE3ED16}" dt="2025-01-05T15:27:36.027" v="1348" actId="20577"/>
        <pc:sldMkLst>
          <pc:docMk/>
          <pc:sldMk cId="3794385322" sldId="711"/>
        </pc:sldMkLst>
      </pc:sldChg>
      <pc:sldChg chg="add del">
        <pc:chgData name="Mohammed Fasha" userId="cc64f42d-a1a6-4f08-b97b-0c37f877119f" providerId="ADAL" clId="{BECD4A7F-C1AF-4585-8C31-FE7D4FE3ED16}" dt="2025-01-05T14:57:43.613" v="1146" actId="2696"/>
        <pc:sldMkLst>
          <pc:docMk/>
          <pc:sldMk cId="501127302" sldId="712"/>
        </pc:sldMkLst>
      </pc:sldChg>
      <pc:sldChg chg="modSp add mod">
        <pc:chgData name="Mohammed Fasha" userId="cc64f42d-a1a6-4f08-b97b-0c37f877119f" providerId="ADAL" clId="{BECD4A7F-C1AF-4585-8C31-FE7D4FE3ED16}" dt="2025-01-05T15:32:23.870" v="1388"/>
        <pc:sldMkLst>
          <pc:docMk/>
          <pc:sldMk cId="3701206727" sldId="712"/>
        </pc:sldMkLst>
      </pc:sldChg>
      <pc:sldChg chg="addSp modSp add mod">
        <pc:chgData name="Mohammed Fasha" userId="cc64f42d-a1a6-4f08-b97b-0c37f877119f" providerId="ADAL" clId="{BECD4A7F-C1AF-4585-8C31-FE7D4FE3ED16}" dt="2025-01-05T16:06:36.028" v="1538" actId="1076"/>
        <pc:sldMkLst>
          <pc:docMk/>
          <pc:sldMk cId="1499972066" sldId="713"/>
        </pc:sldMkLst>
      </pc:sldChg>
      <pc:sldChg chg="addSp delSp modSp add mod">
        <pc:chgData name="Mohammed Fasha" userId="cc64f42d-a1a6-4f08-b97b-0c37f877119f" providerId="ADAL" clId="{BECD4A7F-C1AF-4585-8C31-FE7D4FE3ED16}" dt="2025-01-05T16:19:08.436" v="1705" actId="1036"/>
        <pc:sldMkLst>
          <pc:docMk/>
          <pc:sldMk cId="1270641495" sldId="714"/>
        </pc:sldMkLst>
      </pc:sldChg>
      <pc:sldChg chg="addSp modSp new mod">
        <pc:chgData name="Mohammed Fasha" userId="cc64f42d-a1a6-4f08-b97b-0c37f877119f" providerId="ADAL" clId="{BECD4A7F-C1AF-4585-8C31-FE7D4FE3ED16}" dt="2025-01-05T16:23:44.632" v="1736" actId="12"/>
        <pc:sldMkLst>
          <pc:docMk/>
          <pc:sldMk cId="1096386322" sldId="715"/>
        </pc:sldMkLst>
      </pc:sldChg>
      <pc:sldChg chg="modSp new mod">
        <pc:chgData name="Mohammed Fasha" userId="cc64f42d-a1a6-4f08-b97b-0c37f877119f" providerId="ADAL" clId="{BECD4A7F-C1AF-4585-8C31-FE7D4FE3ED16}" dt="2025-01-05T16:34:02.360" v="1902" actId="27636"/>
        <pc:sldMkLst>
          <pc:docMk/>
          <pc:sldMk cId="1784058309" sldId="716"/>
        </pc:sldMkLst>
      </pc:sldChg>
      <pc:sldChg chg="modSp add mod ord">
        <pc:chgData name="Mohammed Fasha" userId="cc64f42d-a1a6-4f08-b97b-0c37f877119f" providerId="ADAL" clId="{BECD4A7F-C1AF-4585-8C31-FE7D4FE3ED16}" dt="2025-01-05T16:27:20.520" v="1803"/>
        <pc:sldMkLst>
          <pc:docMk/>
          <pc:sldMk cId="3139017106" sldId="717"/>
        </pc:sldMkLst>
      </pc:sldChg>
      <pc:sldChg chg="addSp delSp modSp new mod">
        <pc:chgData name="Mohammed Fasha" userId="cc64f42d-a1a6-4f08-b97b-0c37f877119f" providerId="ADAL" clId="{BECD4A7F-C1AF-4585-8C31-FE7D4FE3ED16}" dt="2025-01-05T16:32:45.446" v="1897" actId="20577"/>
        <pc:sldMkLst>
          <pc:docMk/>
          <pc:sldMk cId="3043812923" sldId="718"/>
        </pc:sldMkLst>
      </pc:sldChg>
    </pc:docChg>
  </pc:docChgLst>
  <pc:docChgLst>
    <pc:chgData name="Mohammed Fasha" userId="cc64f42d-a1a6-4f08-b97b-0c37f877119f" providerId="ADAL" clId="{5980B3BB-4EB6-4E37-92BF-3A2A8F4B2C7A}"/>
    <pc:docChg chg="custSel modSld">
      <pc:chgData name="Mohammed Fasha" userId="cc64f42d-a1a6-4f08-b97b-0c37f877119f" providerId="ADAL" clId="{5980B3BB-4EB6-4E37-92BF-3A2A8F4B2C7A}" dt="2024-10-15T02:28:13.535" v="0" actId="478"/>
      <pc:docMkLst>
        <pc:docMk/>
      </pc:docMkLst>
      <pc:sldChg chg="delSp mod">
        <pc:chgData name="Mohammed Fasha" userId="cc64f42d-a1a6-4f08-b97b-0c37f877119f" providerId="ADAL" clId="{5980B3BB-4EB6-4E37-92BF-3A2A8F4B2C7A}" dt="2024-10-15T02:28:13.535" v="0" actId="478"/>
        <pc:sldMkLst>
          <pc:docMk/>
          <pc:sldMk cId="2297456757" sldId="483"/>
        </pc:sldMkLst>
      </pc:sldChg>
    </pc:docChg>
  </pc:docChgLst>
  <pc:docChgLst>
    <pc:chgData name="Mohammed Fasha" userId="cc64f42d-a1a6-4f08-b97b-0c37f877119f" providerId="ADAL" clId="{4C71ED24-115E-432D-933D-C801DA3E52F1}"/>
    <pc:docChg chg="delSld">
      <pc:chgData name="Mohammed Fasha" userId="cc64f42d-a1a6-4f08-b97b-0c37f877119f" providerId="ADAL" clId="{4C71ED24-115E-432D-933D-C801DA3E52F1}" dt="2024-12-29T03:12:49.974" v="2" actId="47"/>
      <pc:docMkLst>
        <pc:docMk/>
      </pc:docMkLst>
      <pc:sldChg chg="del">
        <pc:chgData name="Mohammed Fasha" userId="cc64f42d-a1a6-4f08-b97b-0c37f877119f" providerId="ADAL" clId="{4C71ED24-115E-432D-933D-C801DA3E52F1}" dt="2024-12-29T03:12:48.360" v="0" actId="47"/>
        <pc:sldMkLst>
          <pc:docMk/>
          <pc:sldMk cId="2341000601" sldId="701"/>
        </pc:sldMkLst>
      </pc:sldChg>
      <pc:sldChg chg="del">
        <pc:chgData name="Mohammed Fasha" userId="cc64f42d-a1a6-4f08-b97b-0c37f877119f" providerId="ADAL" clId="{4C71ED24-115E-432D-933D-C801DA3E52F1}" dt="2024-12-29T03:12:49.133" v="1" actId="47"/>
        <pc:sldMkLst>
          <pc:docMk/>
          <pc:sldMk cId="3519698944" sldId="702"/>
        </pc:sldMkLst>
      </pc:sldChg>
      <pc:sldChg chg="del">
        <pc:chgData name="Mohammed Fasha" userId="cc64f42d-a1a6-4f08-b97b-0c37f877119f" providerId="ADAL" clId="{4C71ED24-115E-432D-933D-C801DA3E52F1}" dt="2024-12-29T03:12:49.974" v="2" actId="47"/>
        <pc:sldMkLst>
          <pc:docMk/>
          <pc:sldMk cId="3934257344" sldId="703"/>
        </pc:sldMkLst>
      </pc:sldChg>
    </pc:docChg>
  </pc:docChgLst>
  <pc:docChgLst>
    <pc:chgData name="Mohammed Fasha" userId="cc64f42d-a1a6-4f08-b97b-0c37f877119f" providerId="ADAL" clId="{6804A8E6-8D7F-46E3-B091-66A8F6B926BF}"/>
    <pc:docChg chg="custSel modMainMaster">
      <pc:chgData name="Mohammed Fasha" userId="cc64f42d-a1a6-4f08-b97b-0c37f877119f" providerId="ADAL" clId="{6804A8E6-8D7F-46E3-B091-66A8F6B926BF}" dt="2024-11-09T05:15:35.019" v="2" actId="1076"/>
      <pc:docMkLst>
        <pc:docMk/>
      </pc:docMkLst>
      <pc:sldMasterChg chg="delSp mod modSldLayout">
        <pc:chgData name="Mohammed Fasha" userId="cc64f42d-a1a6-4f08-b97b-0c37f877119f" providerId="ADAL" clId="{6804A8E6-8D7F-46E3-B091-66A8F6B926BF}" dt="2024-11-09T05:15:35.019" v="2" actId="1076"/>
        <pc:sldMasterMkLst>
          <pc:docMk/>
          <pc:sldMasterMk cId="742811419" sldId="2147483648"/>
        </pc:sldMasterMkLst>
        <pc:sldLayoutChg chg="addSp modSp mod">
          <pc:chgData name="Mohammed Fasha" userId="cc64f42d-a1a6-4f08-b97b-0c37f877119f" providerId="ADAL" clId="{6804A8E6-8D7F-46E3-B091-66A8F6B926BF}" dt="2024-11-09T05:15:35.019" v="2" actId="1076"/>
          <pc:sldLayoutMkLst>
            <pc:docMk/>
            <pc:sldMasterMk cId="742811419" sldId="2147483648"/>
            <pc:sldLayoutMk cId="4063788262" sldId="2147483649"/>
          </pc:sldLayoutMkLst>
        </pc:sldLayoutChg>
      </pc:sldMasterChg>
    </pc:docChg>
  </pc:docChgLst>
  <pc:docChgLst>
    <pc:chgData name="Mohammed Fasha" userId="cc64f42d-a1a6-4f08-b97b-0c37f877119f" providerId="ADAL" clId="{2E5FBF59-3168-4932-9518-582502FE1AD5}"/>
    <pc:docChg chg="undo custSel delSld modSld">
      <pc:chgData name="Mohammed Fasha" userId="cc64f42d-a1a6-4f08-b97b-0c37f877119f" providerId="ADAL" clId="{2E5FBF59-3168-4932-9518-582502FE1AD5}" dt="2024-12-24T08:08:19.987" v="550" actId="20577"/>
      <pc:docMkLst>
        <pc:docMk/>
      </pc:docMkLst>
      <pc:sldChg chg="delSp">
        <pc:chgData name="Mohammed Fasha" userId="cc64f42d-a1a6-4f08-b97b-0c37f877119f" providerId="ADAL" clId="{2E5FBF59-3168-4932-9518-582502FE1AD5}" dt="2024-11-19T07:40:47.121" v="208" actId="478"/>
        <pc:sldMkLst>
          <pc:docMk/>
          <pc:sldMk cId="391491219" sldId="428"/>
        </pc:sldMkLst>
      </pc:sldChg>
      <pc:sldChg chg="modSp">
        <pc:chgData name="Mohammed Fasha" userId="cc64f42d-a1a6-4f08-b97b-0c37f877119f" providerId="ADAL" clId="{2E5FBF59-3168-4932-9518-582502FE1AD5}" dt="2024-12-03T07:43:58.007" v="456" actId="1076"/>
        <pc:sldMkLst>
          <pc:docMk/>
          <pc:sldMk cId="3339445507" sldId="430"/>
        </pc:sldMkLst>
      </pc:sldChg>
      <pc:sldChg chg="modSp">
        <pc:chgData name="Mohammed Fasha" userId="cc64f42d-a1a6-4f08-b97b-0c37f877119f" providerId="ADAL" clId="{2E5FBF59-3168-4932-9518-582502FE1AD5}" dt="2024-12-03T07:45:08.136" v="474" actId="20577"/>
        <pc:sldMkLst>
          <pc:docMk/>
          <pc:sldMk cId="3389046835" sldId="431"/>
        </pc:sldMkLst>
      </pc:sldChg>
      <pc:sldChg chg="modSp">
        <pc:chgData name="Mohammed Fasha" userId="cc64f42d-a1a6-4f08-b97b-0c37f877119f" providerId="ADAL" clId="{2E5FBF59-3168-4932-9518-582502FE1AD5}" dt="2024-11-10T06:33:09.727" v="37" actId="207"/>
        <pc:sldMkLst>
          <pc:docMk/>
          <pc:sldMk cId="2726994946" sldId="479"/>
        </pc:sldMkLst>
      </pc:sldChg>
      <pc:sldChg chg="modSp">
        <pc:chgData name="Mohammed Fasha" userId="cc64f42d-a1a6-4f08-b97b-0c37f877119f" providerId="ADAL" clId="{2E5FBF59-3168-4932-9518-582502FE1AD5}" dt="2024-11-19T07:44:28.766" v="211" actId="20577"/>
        <pc:sldMkLst>
          <pc:docMk/>
          <pc:sldMk cId="2297456757" sldId="483"/>
        </pc:sldMkLst>
      </pc:sldChg>
      <pc:sldChg chg="modSp">
        <pc:chgData name="Mohammed Fasha" userId="cc64f42d-a1a6-4f08-b97b-0c37f877119f" providerId="ADAL" clId="{2E5FBF59-3168-4932-9518-582502FE1AD5}" dt="2024-11-10T06:45:09.392" v="40" actId="20577"/>
        <pc:sldMkLst>
          <pc:docMk/>
          <pc:sldMk cId="3474268344" sldId="596"/>
        </pc:sldMkLst>
      </pc:sldChg>
      <pc:sldChg chg="modSp">
        <pc:chgData name="Mohammed Fasha" userId="cc64f42d-a1a6-4f08-b97b-0c37f877119f" providerId="ADAL" clId="{2E5FBF59-3168-4932-9518-582502FE1AD5}" dt="2024-12-03T07:47:21.561" v="476" actId="6549"/>
        <pc:sldMkLst>
          <pc:docMk/>
          <pc:sldMk cId="399592497" sldId="613"/>
        </pc:sldMkLst>
      </pc:sldChg>
      <pc:sldChg chg="modSp">
        <pc:chgData name="Mohammed Fasha" userId="cc64f42d-a1a6-4f08-b97b-0c37f877119f" providerId="ADAL" clId="{2E5FBF59-3168-4932-9518-582502FE1AD5}" dt="2024-12-03T07:49:02.980" v="478" actId="207"/>
        <pc:sldMkLst>
          <pc:docMk/>
          <pc:sldMk cId="3329135496" sldId="617"/>
        </pc:sldMkLst>
      </pc:sldChg>
      <pc:sldChg chg="modSp">
        <pc:chgData name="Mohammed Fasha" userId="cc64f42d-a1a6-4f08-b97b-0c37f877119f" providerId="ADAL" clId="{2E5FBF59-3168-4932-9518-582502FE1AD5}" dt="2024-12-24T08:05:16.608" v="482" actId="403"/>
        <pc:sldMkLst>
          <pc:docMk/>
          <pc:sldMk cId="2990045589" sldId="659"/>
        </pc:sldMkLst>
      </pc:sldChg>
      <pc:sldChg chg="modSp">
        <pc:chgData name="Mohammed Fasha" userId="cc64f42d-a1a6-4f08-b97b-0c37f877119f" providerId="ADAL" clId="{2E5FBF59-3168-4932-9518-582502FE1AD5}" dt="2024-12-24T08:08:19.987" v="550" actId="20577"/>
        <pc:sldMkLst>
          <pc:docMk/>
          <pc:sldMk cId="2680231355" sldId="669"/>
        </pc:sldMkLst>
      </pc:sldChg>
      <pc:sldChg chg="addSp modSp">
        <pc:chgData name="Mohammed Fasha" userId="cc64f42d-a1a6-4f08-b97b-0c37f877119f" providerId="ADAL" clId="{2E5FBF59-3168-4932-9518-582502FE1AD5}" dt="2024-12-24T08:05:52.910" v="488" actId="1076"/>
        <pc:sldMkLst>
          <pc:docMk/>
          <pc:sldMk cId="916102856" sldId="685"/>
        </pc:sldMkLst>
      </pc:sldChg>
      <pc:sldChg chg="modSp">
        <pc:chgData name="Mohammed Fasha" userId="cc64f42d-a1a6-4f08-b97b-0c37f877119f" providerId="ADAL" clId="{2E5FBF59-3168-4932-9518-582502FE1AD5}" dt="2024-11-19T07:03:29.557" v="206" actId="207"/>
        <pc:sldMkLst>
          <pc:docMk/>
          <pc:sldMk cId="32004852" sldId="708"/>
        </pc:sldMkLst>
      </pc:sldChg>
    </pc:docChg>
  </pc:docChgLst>
  <pc:docChgLst>
    <pc:chgData name="Mohammed Fasha" userId="cc64f42d-a1a6-4f08-b97b-0c37f877119f" providerId="ADAL" clId="{FEC9C214-E726-4192-8176-A8C9AACEB478}"/>
    <pc:docChg chg="addSld delSld modSld">
      <pc:chgData name="Mohammed Fasha" userId="cc64f42d-a1a6-4f08-b97b-0c37f877119f" providerId="ADAL" clId="{FEC9C214-E726-4192-8176-A8C9AACEB478}" dt="2025-05-12T03:11:40.927" v="51" actId="47"/>
      <pc:docMkLst>
        <pc:docMk/>
      </pc:docMkLst>
      <pc:sldChg chg="modSp mod">
        <pc:chgData name="Mohammed Fasha" userId="cc64f42d-a1a6-4f08-b97b-0c37f877119f" providerId="ADAL" clId="{FEC9C214-E726-4192-8176-A8C9AACEB478}" dt="2025-04-28T03:49:07.346" v="1" actId="113"/>
        <pc:sldMkLst>
          <pc:docMk/>
          <pc:sldMk cId="1096386322" sldId="715"/>
        </pc:sldMkLst>
      </pc:sldChg>
      <pc:sldChg chg="modSp mod">
        <pc:chgData name="Mohammed Fasha" userId="cc64f42d-a1a6-4f08-b97b-0c37f877119f" providerId="ADAL" clId="{FEC9C214-E726-4192-8176-A8C9AACEB478}" dt="2025-04-28T03:48:56.430" v="0" actId="113"/>
        <pc:sldMkLst>
          <pc:docMk/>
          <pc:sldMk cId="1784058309" sldId="716"/>
        </pc:sldMkLst>
      </pc:sldChg>
      <pc:sldChg chg="modSp mod">
        <pc:chgData name="Mohammed Fasha" userId="cc64f42d-a1a6-4f08-b97b-0c37f877119f" providerId="ADAL" clId="{FEC9C214-E726-4192-8176-A8C9AACEB478}" dt="2025-04-28T03:49:27.586" v="2" actId="113"/>
        <pc:sldMkLst>
          <pc:docMk/>
          <pc:sldMk cId="3139017106" sldId="717"/>
        </pc:sldMkLst>
      </pc:sldChg>
      <pc:sldChg chg="modSp del mod">
        <pc:chgData name="Mohammed Fasha" userId="cc64f42d-a1a6-4f08-b97b-0c37f877119f" providerId="ADAL" clId="{FEC9C214-E726-4192-8176-A8C9AACEB478}" dt="2025-05-12T03:04:56.963" v="45" actId="2696"/>
        <pc:sldMkLst>
          <pc:docMk/>
          <pc:sldMk cId="666527140" sldId="725"/>
        </pc:sldMkLst>
      </pc:sldChg>
      <pc:sldChg chg="add">
        <pc:chgData name="Mohammed Fasha" userId="cc64f42d-a1a6-4f08-b97b-0c37f877119f" providerId="ADAL" clId="{FEC9C214-E726-4192-8176-A8C9AACEB478}" dt="2025-05-12T03:05:03.915" v="46"/>
        <pc:sldMkLst>
          <pc:docMk/>
          <pc:sldMk cId="2280465272" sldId="725"/>
        </pc:sldMkLst>
      </pc:sldChg>
      <pc:sldChg chg="modSp new del mod">
        <pc:chgData name="Mohammed Fasha" userId="cc64f42d-a1a6-4f08-b97b-0c37f877119f" providerId="ADAL" clId="{FEC9C214-E726-4192-8176-A8C9AACEB478}" dt="2025-05-12T03:11:40.927" v="51" actId="47"/>
        <pc:sldMkLst>
          <pc:docMk/>
          <pc:sldMk cId="1223704259" sldId="729"/>
        </pc:sldMkLst>
      </pc:sldChg>
      <pc:sldChg chg="add del">
        <pc:chgData name="Mohammed Fasha" userId="cc64f42d-a1a6-4f08-b97b-0c37f877119f" providerId="ADAL" clId="{FEC9C214-E726-4192-8176-A8C9AACEB478}" dt="2025-05-12T03:06:57.298" v="49"/>
        <pc:sldMkLst>
          <pc:docMk/>
          <pc:sldMk cId="3927078588" sldId="730"/>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3BA03A4-B9F1-404C-8A74-B1AFD6480953}" type="datetimeFigureOut">
              <a:rPr lang="en-US" smtClean="0"/>
              <a:t>5/28/2025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D3C3971-340B-41A2-ABD3-FB1A577E480B}" type="slidenum">
              <a:rPr lang="en-US" smtClean="0"/>
              <a:t>‹#›</a:t>
            </a:fld>
            <a:endParaRPr lang="en-US"/>
          </a:p>
        </p:txBody>
      </p:sp>
    </p:spTree>
    <p:extLst>
      <p:ext uri="{BB962C8B-B14F-4D97-AF65-F5344CB8AC3E}">
        <p14:creationId xmlns:p14="http://schemas.microsoft.com/office/powerpoint/2010/main" val="105605100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BD3C3971-340B-41A2-ABD3-FB1A577E480B}" type="slidenum">
              <a:rPr lang="en-US" smtClean="0"/>
              <a:t>1</a:t>
            </a:fld>
            <a:endParaRPr lang="en-US"/>
          </a:p>
        </p:txBody>
      </p:sp>
    </p:spTree>
    <p:extLst>
      <p:ext uri="{BB962C8B-B14F-4D97-AF65-F5344CB8AC3E}">
        <p14:creationId xmlns:p14="http://schemas.microsoft.com/office/powerpoint/2010/main" val="3821516547"/>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jp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29B88D-A571-8D68-DA1D-4734ED37AE1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86433490-0BE8-AA6E-9BD9-B3AE42C0987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492B6175-CE1C-2163-F07B-89B1D44CD718}"/>
              </a:ext>
            </a:extLst>
          </p:cNvPr>
          <p:cNvSpPr>
            <a:spLocks noGrp="1"/>
          </p:cNvSpPr>
          <p:nvPr>
            <p:ph type="dt" sz="half" idx="10"/>
          </p:nvPr>
        </p:nvSpPr>
        <p:spPr/>
        <p:txBody>
          <a:bodyPr/>
          <a:lstStyle/>
          <a:p>
            <a:fld id="{0DB78E95-DE77-44D3-BDB9-E242948FB112}" type="datetimeFigureOut">
              <a:rPr lang="en-US" smtClean="0"/>
              <a:t>5/28/2025</a:t>
            </a:fld>
            <a:endParaRPr lang="en-US"/>
          </a:p>
        </p:txBody>
      </p:sp>
      <p:sp>
        <p:nvSpPr>
          <p:cNvPr id="5" name="Footer Placeholder 4">
            <a:extLst>
              <a:ext uri="{FF2B5EF4-FFF2-40B4-BE49-F238E27FC236}">
                <a16:creationId xmlns:a16="http://schemas.microsoft.com/office/drawing/2014/main" id="{19231D7E-9560-9E2E-E325-EA9FF2B4F15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7F25B4A-CC9F-DFD4-9C8C-EC0E3A6CB838}"/>
              </a:ext>
            </a:extLst>
          </p:cNvPr>
          <p:cNvSpPr>
            <a:spLocks noGrp="1"/>
          </p:cNvSpPr>
          <p:nvPr>
            <p:ph type="sldNum" sz="quarter" idx="12"/>
          </p:nvPr>
        </p:nvSpPr>
        <p:spPr/>
        <p:txBody>
          <a:bodyPr/>
          <a:lstStyle/>
          <a:p>
            <a:fld id="{E7339690-657A-47AB-B56D-24FB92E3B2DB}" type="slidenum">
              <a:rPr lang="en-US" smtClean="0"/>
              <a:t>‹#›</a:t>
            </a:fld>
            <a:endParaRPr lang="en-US"/>
          </a:p>
        </p:txBody>
      </p:sp>
      <p:pic>
        <p:nvPicPr>
          <p:cNvPr id="7" name="Picture 6">
            <a:extLst>
              <a:ext uri="{FF2B5EF4-FFF2-40B4-BE49-F238E27FC236}">
                <a16:creationId xmlns:a16="http://schemas.microsoft.com/office/drawing/2014/main" id="{F5615635-BBAD-7E56-C59A-73312B1693C8}"/>
              </a:ext>
            </a:extLst>
          </p:cNvPr>
          <p:cNvPicPr>
            <a:picLocks noChangeAspect="1"/>
          </p:cNvPicPr>
          <p:nvPr userDrawn="1"/>
        </p:nvPicPr>
        <p:blipFill>
          <a:blip r:embed="rId2"/>
          <a:stretch>
            <a:fillRect/>
          </a:stretch>
        </p:blipFill>
        <p:spPr>
          <a:xfrm>
            <a:off x="0" y="136525"/>
            <a:ext cx="2123320" cy="447651"/>
          </a:xfrm>
          <a:prstGeom prst="rect">
            <a:avLst/>
          </a:prstGeom>
        </p:spPr>
      </p:pic>
    </p:spTree>
    <p:extLst>
      <p:ext uri="{BB962C8B-B14F-4D97-AF65-F5344CB8AC3E}">
        <p14:creationId xmlns:p14="http://schemas.microsoft.com/office/powerpoint/2010/main" val="406378826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61AE11-FE2F-E8C7-76F8-4648B97755B7}"/>
              </a:ext>
            </a:extLst>
          </p:cNvPr>
          <p:cNvSpPr>
            <a:spLocks noGrp="1"/>
          </p:cNvSpPr>
          <p:nvPr>
            <p:ph type="title"/>
          </p:nvPr>
        </p:nvSpPr>
        <p:spPr>
          <a:xfrm>
            <a:off x="838200" y="797523"/>
            <a:ext cx="10515600" cy="748208"/>
          </a:xfrm>
          <a:solidFill>
            <a:srgbClr val="67337A"/>
          </a:solidFill>
        </p:spPr>
        <p:txBody>
          <a:bodyPr>
            <a:normAutofit/>
          </a:bodyPr>
          <a:lstStyle>
            <a:lvl1pPr>
              <a:defRPr sz="2800" b="0">
                <a:solidFill>
                  <a:schemeClr val="bg1"/>
                </a:solidFill>
              </a:defRPr>
            </a:lvl1pPr>
          </a:lstStyle>
          <a:p>
            <a:r>
              <a:rPr lang="en-US" dirty="0"/>
              <a:t>Click to edit Master title style</a:t>
            </a:r>
          </a:p>
        </p:txBody>
      </p:sp>
      <p:sp>
        <p:nvSpPr>
          <p:cNvPr id="3" name="Content Placeholder 2">
            <a:extLst>
              <a:ext uri="{FF2B5EF4-FFF2-40B4-BE49-F238E27FC236}">
                <a16:creationId xmlns:a16="http://schemas.microsoft.com/office/drawing/2014/main" id="{93FDCCF6-2612-A73C-C264-680D14569853}"/>
              </a:ext>
            </a:extLst>
          </p:cNvPr>
          <p:cNvSpPr>
            <a:spLocks noGrp="1"/>
          </p:cNvSpPr>
          <p:nvPr>
            <p:ph idx="1"/>
          </p:nvPr>
        </p:nvSpPr>
        <p:spPr>
          <a:xfrm>
            <a:off x="838200" y="1706007"/>
            <a:ext cx="10515600" cy="4991039"/>
          </a:xfrm>
        </p:spPr>
        <p:txBody>
          <a:bodyPr>
            <a:normAutofit/>
          </a:bodyPr>
          <a:lstStyle>
            <a:lvl1pPr>
              <a:defRPr sz="2400"/>
            </a:lvl1pPr>
            <a:lvl2pPr>
              <a:defRPr sz="2000"/>
            </a:lvl2pPr>
            <a:lvl3pPr>
              <a:defRPr sz="1800"/>
            </a:lvl3pPr>
            <a:lvl4pPr>
              <a:defRPr sz="1600"/>
            </a:lvl4pPr>
            <a:lvl5pPr>
              <a:defRPr sz="16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57353350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C3632C-6DEE-7253-7D28-277A733B9623}"/>
              </a:ext>
            </a:extLst>
          </p:cNvPr>
          <p:cNvSpPr>
            <a:spLocks noGrp="1"/>
          </p:cNvSpPr>
          <p:nvPr>
            <p:ph type="title"/>
          </p:nvPr>
        </p:nvSpPr>
        <p:spPr>
          <a:xfrm>
            <a:off x="831850" y="3429001"/>
            <a:ext cx="10515600" cy="1410566"/>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BC46F207-EFC1-8D09-1A43-C1BC66F4BCE3}"/>
              </a:ext>
            </a:extLst>
          </p:cNvPr>
          <p:cNvSpPr>
            <a:spLocks noGrp="1"/>
          </p:cNvSpPr>
          <p:nvPr>
            <p:ph type="body" idx="1"/>
          </p:nvPr>
        </p:nvSpPr>
        <p:spPr>
          <a:xfrm>
            <a:off x="831850" y="4956175"/>
            <a:ext cx="10515600" cy="1133475"/>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C7066E6-0CE4-B283-4609-6B87CF61ED08}"/>
              </a:ext>
            </a:extLst>
          </p:cNvPr>
          <p:cNvSpPr>
            <a:spLocks noGrp="1"/>
          </p:cNvSpPr>
          <p:nvPr>
            <p:ph type="dt" sz="half" idx="10"/>
          </p:nvPr>
        </p:nvSpPr>
        <p:spPr/>
        <p:txBody>
          <a:bodyPr/>
          <a:lstStyle/>
          <a:p>
            <a:fld id="{0DB78E95-DE77-44D3-BDB9-E242948FB112}" type="datetimeFigureOut">
              <a:rPr lang="en-US" smtClean="0"/>
              <a:t>5/28/2025</a:t>
            </a:fld>
            <a:endParaRPr lang="en-US"/>
          </a:p>
        </p:txBody>
      </p:sp>
      <p:sp>
        <p:nvSpPr>
          <p:cNvPr id="5" name="Footer Placeholder 4">
            <a:extLst>
              <a:ext uri="{FF2B5EF4-FFF2-40B4-BE49-F238E27FC236}">
                <a16:creationId xmlns:a16="http://schemas.microsoft.com/office/drawing/2014/main" id="{3788F228-7BFB-DECA-1E8A-FE22303A6AB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3017116-D906-F8F1-9544-2F31FF8B39CA}"/>
              </a:ext>
            </a:extLst>
          </p:cNvPr>
          <p:cNvSpPr>
            <a:spLocks noGrp="1"/>
          </p:cNvSpPr>
          <p:nvPr>
            <p:ph type="sldNum" sz="quarter" idx="12"/>
          </p:nvPr>
        </p:nvSpPr>
        <p:spPr/>
        <p:txBody>
          <a:bodyPr/>
          <a:lstStyle/>
          <a:p>
            <a:fld id="{E7339690-657A-47AB-B56D-24FB92E3B2DB}" type="slidenum">
              <a:rPr lang="en-US" smtClean="0"/>
              <a:t>‹#›</a:t>
            </a:fld>
            <a:endParaRPr lang="en-US"/>
          </a:p>
        </p:txBody>
      </p:sp>
      <p:pic>
        <p:nvPicPr>
          <p:cNvPr id="7" name="Picture 6">
            <a:extLst>
              <a:ext uri="{FF2B5EF4-FFF2-40B4-BE49-F238E27FC236}">
                <a16:creationId xmlns:a16="http://schemas.microsoft.com/office/drawing/2014/main" id="{31FD8420-94D8-A22A-437F-9C232747176F}"/>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1699908" y="103770"/>
            <a:ext cx="403127" cy="570425"/>
          </a:xfrm>
          <a:prstGeom prst="rect">
            <a:avLst/>
          </a:prstGeom>
        </p:spPr>
      </p:pic>
      <p:pic>
        <p:nvPicPr>
          <p:cNvPr id="8" name="Picture 7">
            <a:extLst>
              <a:ext uri="{FF2B5EF4-FFF2-40B4-BE49-F238E27FC236}">
                <a16:creationId xmlns:a16="http://schemas.microsoft.com/office/drawing/2014/main" id="{59A4E6A3-979F-577C-6B28-090C8441D5A6}"/>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88965" y="160954"/>
            <a:ext cx="2120835" cy="636570"/>
          </a:xfrm>
          <a:prstGeom prst="rect">
            <a:avLst/>
          </a:prstGeom>
        </p:spPr>
      </p:pic>
      <p:pic>
        <p:nvPicPr>
          <p:cNvPr id="9" name="Picture 8">
            <a:extLst>
              <a:ext uri="{FF2B5EF4-FFF2-40B4-BE49-F238E27FC236}">
                <a16:creationId xmlns:a16="http://schemas.microsoft.com/office/drawing/2014/main" id="{ECF73805-8742-DDA0-8BA4-18F7B6B60B67}"/>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10355278" y="43208"/>
            <a:ext cx="1171576" cy="594038"/>
          </a:xfrm>
          <a:prstGeom prst="rect">
            <a:avLst/>
          </a:prstGeom>
          <a:ln>
            <a:noFill/>
          </a:ln>
          <a:effectLst>
            <a:softEdge rad="112500"/>
          </a:effectLst>
        </p:spPr>
      </p:pic>
    </p:spTree>
    <p:extLst>
      <p:ext uri="{BB962C8B-B14F-4D97-AF65-F5344CB8AC3E}">
        <p14:creationId xmlns:p14="http://schemas.microsoft.com/office/powerpoint/2010/main" val="339454531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BD320A-5856-7025-B675-5175C87BA43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2A02420-256F-86BB-2069-DC7FC15985C7}"/>
              </a:ext>
            </a:extLst>
          </p:cNvPr>
          <p:cNvSpPr>
            <a:spLocks noGrp="1"/>
          </p:cNvSpPr>
          <p:nvPr>
            <p:ph sz="half" idx="1"/>
          </p:nvPr>
        </p:nvSpPr>
        <p:spPr>
          <a:xfrm>
            <a:off x="838200" y="1825625"/>
            <a:ext cx="5181600" cy="435133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id="{274A8B5D-BE76-5309-6B35-5BB623D549C0}"/>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1FC55F1A-4711-E07F-4060-9DFA24B5F84D}"/>
              </a:ext>
            </a:extLst>
          </p:cNvPr>
          <p:cNvSpPr>
            <a:spLocks noGrp="1"/>
          </p:cNvSpPr>
          <p:nvPr>
            <p:ph type="dt" sz="half" idx="10"/>
          </p:nvPr>
        </p:nvSpPr>
        <p:spPr/>
        <p:txBody>
          <a:bodyPr/>
          <a:lstStyle/>
          <a:p>
            <a:fld id="{0DB78E95-DE77-44D3-BDB9-E242948FB112}" type="datetimeFigureOut">
              <a:rPr lang="en-US" smtClean="0"/>
              <a:t>5/28/2025</a:t>
            </a:fld>
            <a:endParaRPr lang="en-US"/>
          </a:p>
        </p:txBody>
      </p:sp>
      <p:sp>
        <p:nvSpPr>
          <p:cNvPr id="6" name="Footer Placeholder 5">
            <a:extLst>
              <a:ext uri="{FF2B5EF4-FFF2-40B4-BE49-F238E27FC236}">
                <a16:creationId xmlns:a16="http://schemas.microsoft.com/office/drawing/2014/main" id="{B84BDB2D-A305-9686-67A1-5E6D04DD8A2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D5DA501-D721-9762-F1D7-F2633610BCBD}"/>
              </a:ext>
            </a:extLst>
          </p:cNvPr>
          <p:cNvSpPr>
            <a:spLocks noGrp="1"/>
          </p:cNvSpPr>
          <p:nvPr>
            <p:ph type="sldNum" sz="quarter" idx="12"/>
          </p:nvPr>
        </p:nvSpPr>
        <p:spPr/>
        <p:txBody>
          <a:bodyPr/>
          <a:lstStyle/>
          <a:p>
            <a:fld id="{E7339690-657A-47AB-B56D-24FB92E3B2DB}" type="slidenum">
              <a:rPr lang="en-US" smtClean="0"/>
              <a:t>‹#›</a:t>
            </a:fld>
            <a:endParaRPr lang="en-US"/>
          </a:p>
        </p:txBody>
      </p:sp>
    </p:spTree>
    <p:extLst>
      <p:ext uri="{BB962C8B-B14F-4D97-AF65-F5344CB8AC3E}">
        <p14:creationId xmlns:p14="http://schemas.microsoft.com/office/powerpoint/2010/main" val="15189121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9D67AB-B0CB-34AE-FB11-E6E73297D5BC}"/>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B7F1467F-4D04-1AE5-F976-549357D1643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51D808E-728B-7E91-40BC-CEDF06A29F75}"/>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BDAC8E04-B37B-1721-DBCE-7A749BD7ACD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485EBE9-C42B-6432-1518-88FD8B1A9EC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8F0A973D-A9C2-1CA6-05F5-A7C82D4020FD}"/>
              </a:ext>
            </a:extLst>
          </p:cNvPr>
          <p:cNvSpPr>
            <a:spLocks noGrp="1"/>
          </p:cNvSpPr>
          <p:nvPr>
            <p:ph type="dt" sz="half" idx="10"/>
          </p:nvPr>
        </p:nvSpPr>
        <p:spPr/>
        <p:txBody>
          <a:bodyPr/>
          <a:lstStyle/>
          <a:p>
            <a:fld id="{0DB78E95-DE77-44D3-BDB9-E242948FB112}" type="datetimeFigureOut">
              <a:rPr lang="en-US" smtClean="0"/>
              <a:t>5/28/2025</a:t>
            </a:fld>
            <a:endParaRPr lang="en-US"/>
          </a:p>
        </p:txBody>
      </p:sp>
      <p:sp>
        <p:nvSpPr>
          <p:cNvPr id="8" name="Footer Placeholder 7">
            <a:extLst>
              <a:ext uri="{FF2B5EF4-FFF2-40B4-BE49-F238E27FC236}">
                <a16:creationId xmlns:a16="http://schemas.microsoft.com/office/drawing/2014/main" id="{91B61A04-2021-047C-B370-D0B428F9B280}"/>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C11AC7FB-EE3D-80A6-4C1A-80E359A3FC88}"/>
              </a:ext>
            </a:extLst>
          </p:cNvPr>
          <p:cNvSpPr>
            <a:spLocks noGrp="1"/>
          </p:cNvSpPr>
          <p:nvPr>
            <p:ph type="sldNum" sz="quarter" idx="12"/>
          </p:nvPr>
        </p:nvSpPr>
        <p:spPr/>
        <p:txBody>
          <a:bodyPr/>
          <a:lstStyle/>
          <a:p>
            <a:fld id="{E7339690-657A-47AB-B56D-24FB92E3B2DB}" type="slidenum">
              <a:rPr lang="en-US" smtClean="0"/>
              <a:t>‹#›</a:t>
            </a:fld>
            <a:endParaRPr lang="en-US"/>
          </a:p>
        </p:txBody>
      </p:sp>
    </p:spTree>
    <p:extLst>
      <p:ext uri="{BB962C8B-B14F-4D97-AF65-F5344CB8AC3E}">
        <p14:creationId xmlns:p14="http://schemas.microsoft.com/office/powerpoint/2010/main" val="422938203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043EC8-462D-17BF-D668-48071F09B27E}"/>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BD1285AC-0A2F-4AE5-D1B6-5C319BFFE485}"/>
              </a:ext>
            </a:extLst>
          </p:cNvPr>
          <p:cNvSpPr>
            <a:spLocks noGrp="1"/>
          </p:cNvSpPr>
          <p:nvPr>
            <p:ph type="dt" sz="half" idx="10"/>
          </p:nvPr>
        </p:nvSpPr>
        <p:spPr/>
        <p:txBody>
          <a:bodyPr/>
          <a:lstStyle/>
          <a:p>
            <a:fld id="{0DB78E95-DE77-44D3-BDB9-E242948FB112}" type="datetimeFigureOut">
              <a:rPr lang="en-US" smtClean="0"/>
              <a:t>5/28/2025</a:t>
            </a:fld>
            <a:endParaRPr lang="en-US"/>
          </a:p>
        </p:txBody>
      </p:sp>
      <p:sp>
        <p:nvSpPr>
          <p:cNvPr id="4" name="Footer Placeholder 3">
            <a:extLst>
              <a:ext uri="{FF2B5EF4-FFF2-40B4-BE49-F238E27FC236}">
                <a16:creationId xmlns:a16="http://schemas.microsoft.com/office/drawing/2014/main" id="{B81CD249-9162-ABF9-19A3-977BDD9DA25B}"/>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6EE01C95-124F-0B3B-A8D9-B9C970F197B5}"/>
              </a:ext>
            </a:extLst>
          </p:cNvPr>
          <p:cNvSpPr>
            <a:spLocks noGrp="1"/>
          </p:cNvSpPr>
          <p:nvPr>
            <p:ph type="sldNum" sz="quarter" idx="12"/>
          </p:nvPr>
        </p:nvSpPr>
        <p:spPr/>
        <p:txBody>
          <a:bodyPr/>
          <a:lstStyle/>
          <a:p>
            <a:fld id="{E7339690-657A-47AB-B56D-24FB92E3B2DB}" type="slidenum">
              <a:rPr lang="en-US" smtClean="0"/>
              <a:t>‹#›</a:t>
            </a:fld>
            <a:endParaRPr lang="en-US"/>
          </a:p>
        </p:txBody>
      </p:sp>
    </p:spTree>
    <p:extLst>
      <p:ext uri="{BB962C8B-B14F-4D97-AF65-F5344CB8AC3E}">
        <p14:creationId xmlns:p14="http://schemas.microsoft.com/office/powerpoint/2010/main" val="371266228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C829541-D653-384C-D771-DD8F69A080C6}"/>
              </a:ext>
            </a:extLst>
          </p:cNvPr>
          <p:cNvSpPr>
            <a:spLocks noGrp="1"/>
          </p:cNvSpPr>
          <p:nvPr>
            <p:ph type="dt" sz="half" idx="10"/>
          </p:nvPr>
        </p:nvSpPr>
        <p:spPr/>
        <p:txBody>
          <a:bodyPr/>
          <a:lstStyle/>
          <a:p>
            <a:fld id="{0DB78E95-DE77-44D3-BDB9-E242948FB112}" type="datetimeFigureOut">
              <a:rPr lang="en-US" smtClean="0"/>
              <a:t>5/28/2025</a:t>
            </a:fld>
            <a:endParaRPr lang="en-US"/>
          </a:p>
        </p:txBody>
      </p:sp>
      <p:sp>
        <p:nvSpPr>
          <p:cNvPr id="3" name="Footer Placeholder 2">
            <a:extLst>
              <a:ext uri="{FF2B5EF4-FFF2-40B4-BE49-F238E27FC236}">
                <a16:creationId xmlns:a16="http://schemas.microsoft.com/office/drawing/2014/main" id="{1EC33C97-264B-3724-11ED-5BB6B8F25BFE}"/>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E4EE226B-01EA-120B-3387-6F48FDAFBC2E}"/>
              </a:ext>
            </a:extLst>
          </p:cNvPr>
          <p:cNvSpPr>
            <a:spLocks noGrp="1"/>
          </p:cNvSpPr>
          <p:nvPr>
            <p:ph type="sldNum" sz="quarter" idx="12"/>
          </p:nvPr>
        </p:nvSpPr>
        <p:spPr/>
        <p:txBody>
          <a:bodyPr/>
          <a:lstStyle/>
          <a:p>
            <a:fld id="{E7339690-657A-47AB-B56D-24FB92E3B2DB}" type="slidenum">
              <a:rPr lang="en-US" smtClean="0"/>
              <a:t>‹#›</a:t>
            </a:fld>
            <a:endParaRPr lang="en-US"/>
          </a:p>
        </p:txBody>
      </p:sp>
    </p:spTree>
    <p:extLst>
      <p:ext uri="{BB962C8B-B14F-4D97-AF65-F5344CB8AC3E}">
        <p14:creationId xmlns:p14="http://schemas.microsoft.com/office/powerpoint/2010/main" val="118898015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929331-9622-1254-250C-1A826F8675C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C2A61744-6E94-694D-5ACD-A392EBB2B1F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0A72829D-7E3F-4729-5630-2FC6FC33885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9A95737-F397-134D-F032-CB1CF8533C32}"/>
              </a:ext>
            </a:extLst>
          </p:cNvPr>
          <p:cNvSpPr>
            <a:spLocks noGrp="1"/>
          </p:cNvSpPr>
          <p:nvPr>
            <p:ph type="dt" sz="half" idx="10"/>
          </p:nvPr>
        </p:nvSpPr>
        <p:spPr/>
        <p:txBody>
          <a:bodyPr/>
          <a:lstStyle/>
          <a:p>
            <a:fld id="{0DB78E95-DE77-44D3-BDB9-E242948FB112}" type="datetimeFigureOut">
              <a:rPr lang="en-US" smtClean="0"/>
              <a:t>5/28/2025</a:t>
            </a:fld>
            <a:endParaRPr lang="en-US"/>
          </a:p>
        </p:txBody>
      </p:sp>
      <p:sp>
        <p:nvSpPr>
          <p:cNvPr id="6" name="Footer Placeholder 5">
            <a:extLst>
              <a:ext uri="{FF2B5EF4-FFF2-40B4-BE49-F238E27FC236}">
                <a16:creationId xmlns:a16="http://schemas.microsoft.com/office/drawing/2014/main" id="{A9454794-C979-4A92-C271-06A8ACAB140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C3CABCC-6A8A-037D-30F0-16F152A1C790}"/>
              </a:ext>
            </a:extLst>
          </p:cNvPr>
          <p:cNvSpPr>
            <a:spLocks noGrp="1"/>
          </p:cNvSpPr>
          <p:nvPr>
            <p:ph type="sldNum" sz="quarter" idx="12"/>
          </p:nvPr>
        </p:nvSpPr>
        <p:spPr/>
        <p:txBody>
          <a:bodyPr/>
          <a:lstStyle/>
          <a:p>
            <a:fld id="{E7339690-657A-47AB-B56D-24FB92E3B2DB}" type="slidenum">
              <a:rPr lang="en-US" smtClean="0"/>
              <a:t>‹#›</a:t>
            </a:fld>
            <a:endParaRPr lang="en-US"/>
          </a:p>
        </p:txBody>
      </p:sp>
    </p:spTree>
    <p:extLst>
      <p:ext uri="{BB962C8B-B14F-4D97-AF65-F5344CB8AC3E}">
        <p14:creationId xmlns:p14="http://schemas.microsoft.com/office/powerpoint/2010/main" val="1609203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B35548-3058-3FF3-095A-5746EA91DD5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58594BFE-AD4C-39A4-E6D7-3D67D9AF064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B1C17F4F-1D08-F5A7-0483-99EBD45B355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92418C9-6621-9F77-5D27-62F1D1DA50F1}"/>
              </a:ext>
            </a:extLst>
          </p:cNvPr>
          <p:cNvSpPr>
            <a:spLocks noGrp="1"/>
          </p:cNvSpPr>
          <p:nvPr>
            <p:ph type="dt" sz="half" idx="10"/>
          </p:nvPr>
        </p:nvSpPr>
        <p:spPr/>
        <p:txBody>
          <a:bodyPr/>
          <a:lstStyle/>
          <a:p>
            <a:fld id="{0DB78E95-DE77-44D3-BDB9-E242948FB112}" type="datetimeFigureOut">
              <a:rPr lang="en-US" smtClean="0"/>
              <a:t>5/28/2025</a:t>
            </a:fld>
            <a:endParaRPr lang="en-US"/>
          </a:p>
        </p:txBody>
      </p:sp>
      <p:sp>
        <p:nvSpPr>
          <p:cNvPr id="6" name="Footer Placeholder 5">
            <a:extLst>
              <a:ext uri="{FF2B5EF4-FFF2-40B4-BE49-F238E27FC236}">
                <a16:creationId xmlns:a16="http://schemas.microsoft.com/office/drawing/2014/main" id="{DB3E588C-5B83-3F14-34CB-FBF668EE84C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59B9B1A-60F9-9274-969E-5776570FAE98}"/>
              </a:ext>
            </a:extLst>
          </p:cNvPr>
          <p:cNvSpPr>
            <a:spLocks noGrp="1"/>
          </p:cNvSpPr>
          <p:nvPr>
            <p:ph type="sldNum" sz="quarter" idx="12"/>
          </p:nvPr>
        </p:nvSpPr>
        <p:spPr/>
        <p:txBody>
          <a:bodyPr/>
          <a:lstStyle/>
          <a:p>
            <a:fld id="{E7339690-657A-47AB-B56D-24FB92E3B2DB}" type="slidenum">
              <a:rPr lang="en-US" smtClean="0"/>
              <a:t>‹#›</a:t>
            </a:fld>
            <a:endParaRPr lang="en-US"/>
          </a:p>
        </p:txBody>
      </p:sp>
    </p:spTree>
    <p:extLst>
      <p:ext uri="{BB962C8B-B14F-4D97-AF65-F5344CB8AC3E}">
        <p14:creationId xmlns:p14="http://schemas.microsoft.com/office/powerpoint/2010/main" val="259906023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489562-02BA-F69E-C391-546A16C2F48D}"/>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7AC2F76-E2E8-15A6-A3C8-6CB5142D8A4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C76A671-E219-71C5-2625-4964456C4EE9}"/>
              </a:ext>
            </a:extLst>
          </p:cNvPr>
          <p:cNvSpPr>
            <a:spLocks noGrp="1"/>
          </p:cNvSpPr>
          <p:nvPr>
            <p:ph type="dt" sz="half" idx="10"/>
          </p:nvPr>
        </p:nvSpPr>
        <p:spPr/>
        <p:txBody>
          <a:bodyPr/>
          <a:lstStyle/>
          <a:p>
            <a:fld id="{0DB78E95-DE77-44D3-BDB9-E242948FB112}" type="datetimeFigureOut">
              <a:rPr lang="en-US" smtClean="0"/>
              <a:t>5/28/2025</a:t>
            </a:fld>
            <a:endParaRPr lang="en-US"/>
          </a:p>
        </p:txBody>
      </p:sp>
      <p:sp>
        <p:nvSpPr>
          <p:cNvPr id="5" name="Footer Placeholder 4">
            <a:extLst>
              <a:ext uri="{FF2B5EF4-FFF2-40B4-BE49-F238E27FC236}">
                <a16:creationId xmlns:a16="http://schemas.microsoft.com/office/drawing/2014/main" id="{3958E91A-8EA7-3C4C-E581-D2E7DE8014F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72236E2-4C17-03F4-B4DC-034FD967F570}"/>
              </a:ext>
            </a:extLst>
          </p:cNvPr>
          <p:cNvSpPr>
            <a:spLocks noGrp="1"/>
          </p:cNvSpPr>
          <p:nvPr>
            <p:ph type="sldNum" sz="quarter" idx="12"/>
          </p:nvPr>
        </p:nvSpPr>
        <p:spPr/>
        <p:txBody>
          <a:bodyPr/>
          <a:lstStyle/>
          <a:p>
            <a:fld id="{E7339690-657A-47AB-B56D-24FB92E3B2DB}" type="slidenum">
              <a:rPr lang="en-US" smtClean="0"/>
              <a:t>‹#›</a:t>
            </a:fld>
            <a:endParaRPr lang="en-US"/>
          </a:p>
        </p:txBody>
      </p:sp>
    </p:spTree>
    <p:extLst>
      <p:ext uri="{BB962C8B-B14F-4D97-AF65-F5344CB8AC3E}">
        <p14:creationId xmlns:p14="http://schemas.microsoft.com/office/powerpoint/2010/main" val="160901430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97CBBF0-FFDE-1DC2-A2E8-4E454811897E}"/>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5A26B3BF-C276-8333-A7E7-B8D443C6A99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19EB368-D24B-9EA8-8A8F-0AB2C5F185F0}"/>
              </a:ext>
            </a:extLst>
          </p:cNvPr>
          <p:cNvSpPr>
            <a:spLocks noGrp="1"/>
          </p:cNvSpPr>
          <p:nvPr>
            <p:ph type="dt" sz="half" idx="10"/>
          </p:nvPr>
        </p:nvSpPr>
        <p:spPr/>
        <p:txBody>
          <a:bodyPr/>
          <a:lstStyle/>
          <a:p>
            <a:fld id="{0DB78E95-DE77-44D3-BDB9-E242948FB112}" type="datetimeFigureOut">
              <a:rPr lang="en-US" smtClean="0"/>
              <a:t>5/28/2025</a:t>
            </a:fld>
            <a:endParaRPr lang="en-US"/>
          </a:p>
        </p:txBody>
      </p:sp>
      <p:sp>
        <p:nvSpPr>
          <p:cNvPr id="5" name="Footer Placeholder 4">
            <a:extLst>
              <a:ext uri="{FF2B5EF4-FFF2-40B4-BE49-F238E27FC236}">
                <a16:creationId xmlns:a16="http://schemas.microsoft.com/office/drawing/2014/main" id="{62BD0D11-FA10-A88B-DAAF-BDC5D659D79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29B60E9-3F05-AAE4-101F-3125133F2099}"/>
              </a:ext>
            </a:extLst>
          </p:cNvPr>
          <p:cNvSpPr>
            <a:spLocks noGrp="1"/>
          </p:cNvSpPr>
          <p:nvPr>
            <p:ph type="sldNum" sz="quarter" idx="12"/>
          </p:nvPr>
        </p:nvSpPr>
        <p:spPr/>
        <p:txBody>
          <a:bodyPr/>
          <a:lstStyle/>
          <a:p>
            <a:fld id="{E7339690-657A-47AB-B56D-24FB92E3B2DB}" type="slidenum">
              <a:rPr lang="en-US" smtClean="0"/>
              <a:t>‹#›</a:t>
            </a:fld>
            <a:endParaRPr lang="en-US"/>
          </a:p>
        </p:txBody>
      </p:sp>
    </p:spTree>
    <p:extLst>
      <p:ext uri="{BB962C8B-B14F-4D97-AF65-F5344CB8AC3E}">
        <p14:creationId xmlns:p14="http://schemas.microsoft.com/office/powerpoint/2010/main" val="278280353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jp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72762C5-8E42-00DD-5440-4A44E725ED0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9F4D4F47-A5A1-F247-D7EC-43901BD9191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771E946-8B54-76FA-E3B0-E48F8BEE744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DB78E95-DE77-44D3-BDB9-E242948FB112}" type="datetimeFigureOut">
              <a:rPr lang="en-US" smtClean="0"/>
              <a:t>5/28/2025</a:t>
            </a:fld>
            <a:endParaRPr lang="en-US"/>
          </a:p>
        </p:txBody>
      </p:sp>
      <p:sp>
        <p:nvSpPr>
          <p:cNvPr id="5" name="Footer Placeholder 4">
            <a:extLst>
              <a:ext uri="{FF2B5EF4-FFF2-40B4-BE49-F238E27FC236}">
                <a16:creationId xmlns:a16="http://schemas.microsoft.com/office/drawing/2014/main" id="{7FE851E2-F7B0-D02A-22FA-EC3877EEE5D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4B2B3EB4-6884-55A1-71B3-B7A41211711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7339690-657A-47AB-B56D-24FB92E3B2DB}" type="slidenum">
              <a:rPr lang="en-US" smtClean="0"/>
              <a:t>‹#›</a:t>
            </a:fld>
            <a:endParaRPr lang="en-US"/>
          </a:p>
        </p:txBody>
      </p:sp>
      <p:pic>
        <p:nvPicPr>
          <p:cNvPr id="7" name="Picture 6">
            <a:extLst>
              <a:ext uri="{FF2B5EF4-FFF2-40B4-BE49-F238E27FC236}">
                <a16:creationId xmlns:a16="http://schemas.microsoft.com/office/drawing/2014/main" id="{C594C39A-D09F-3FB5-FC83-3461D4B26A9C}"/>
              </a:ext>
            </a:extLst>
          </p:cNvPr>
          <p:cNvPicPr>
            <a:picLocks noChangeAspect="1"/>
          </p:cNvPicPr>
          <p:nvPr userDrawn="1"/>
        </p:nvPicPr>
        <p:blipFill>
          <a:blip r:embed="rId13">
            <a:extLst>
              <a:ext uri="{28A0092B-C50C-407E-A947-70E740481C1C}">
                <a14:useLocalDpi xmlns:a14="http://schemas.microsoft.com/office/drawing/2010/main" val="0"/>
              </a:ext>
            </a:extLst>
          </a:blip>
          <a:stretch>
            <a:fillRect/>
          </a:stretch>
        </p:blipFill>
        <p:spPr>
          <a:xfrm>
            <a:off x="11699908" y="103770"/>
            <a:ext cx="403127" cy="570425"/>
          </a:xfrm>
          <a:prstGeom prst="rect">
            <a:avLst/>
          </a:prstGeom>
        </p:spPr>
      </p:pic>
      <p:pic>
        <p:nvPicPr>
          <p:cNvPr id="9" name="Picture 8">
            <a:extLst>
              <a:ext uri="{FF2B5EF4-FFF2-40B4-BE49-F238E27FC236}">
                <a16:creationId xmlns:a16="http://schemas.microsoft.com/office/drawing/2014/main" id="{8541B7E3-0100-0D6B-212C-A14E821244AF}"/>
              </a:ext>
            </a:extLst>
          </p:cNvPr>
          <p:cNvPicPr>
            <a:picLocks noChangeAspect="1"/>
          </p:cNvPicPr>
          <p:nvPr userDrawn="1"/>
        </p:nvPicPr>
        <p:blipFill>
          <a:blip r:embed="rId14">
            <a:extLst>
              <a:ext uri="{28A0092B-C50C-407E-A947-70E740481C1C}">
                <a14:useLocalDpi xmlns:a14="http://schemas.microsoft.com/office/drawing/2010/main" val="0"/>
              </a:ext>
            </a:extLst>
          </a:blip>
          <a:stretch>
            <a:fillRect/>
          </a:stretch>
        </p:blipFill>
        <p:spPr>
          <a:xfrm>
            <a:off x="10355278" y="43208"/>
            <a:ext cx="1171576" cy="594038"/>
          </a:xfrm>
          <a:prstGeom prst="rect">
            <a:avLst/>
          </a:prstGeom>
          <a:ln>
            <a:noFill/>
          </a:ln>
          <a:effectLst>
            <a:softEdge rad="112500"/>
          </a:effectLst>
        </p:spPr>
      </p:pic>
    </p:spTree>
    <p:extLst>
      <p:ext uri="{BB962C8B-B14F-4D97-AF65-F5344CB8AC3E}">
        <p14:creationId xmlns:p14="http://schemas.microsoft.com/office/powerpoint/2010/main" val="7428114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hyperlink" Target="https://www.geo.fu-berlin.de/en/v/soga-r/Basics-of-statistics/Hypothesis-Tests/Introduction-to-Hypothesis-Testing/Critical-Value-and-the-p-Value-Approach/index.html" TargetMode="Externa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772.png"/><Relationship Id="rId1" Type="http://schemas.openxmlformats.org/officeDocument/2006/relationships/slideLayout" Target="../slideLayouts/slideLayout2.xml"/><Relationship Id="rId5" Type="http://schemas.openxmlformats.org/officeDocument/2006/relationships/image" Target="../media/image10.png"/><Relationship Id="rId4" Type="http://schemas.openxmlformats.org/officeDocument/2006/relationships/hyperlink" Target="https://www.geo.fu-berlin.de/en/v/soga-r/Basics-of-statistics/Hypothesis-Tests/Introduction-to-Hypothesis-Testing/Critical-Value-and-the-p-Value-Approach/index.html" TargetMode="External"/></Relationships>
</file>

<file path=ppt/slides/_rels/slide16.xml.rels><?xml version="1.0" encoding="UTF-8" standalone="yes"?>
<Relationships xmlns="http://schemas.openxmlformats.org/package/2006/relationships"><Relationship Id="rId3" Type="http://schemas.openxmlformats.org/officeDocument/2006/relationships/hyperlink" Target="https://www.geo.fu-berlin.de/en/v/soga-r/Basics-of-statistics/Hypothesis-Tests/Introduction-to-Hypothesis-Testing/Critical-Value-and-the-p-Value-Approach/index.html" TargetMode="External"/><Relationship Id="rId2" Type="http://schemas.openxmlformats.org/officeDocument/2006/relationships/image" Target="../media/image11.png"/><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17.xml.rels><?xml version="1.0" encoding="UTF-8" standalone="yes"?>
<Relationships xmlns="http://schemas.openxmlformats.org/package/2006/relationships"><Relationship Id="rId3" Type="http://schemas.openxmlformats.org/officeDocument/2006/relationships/image" Target="../media/image710.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 Id="rId5" Type="http://schemas.openxmlformats.org/officeDocument/2006/relationships/image" Target="../media/image8.png"/><Relationship Id="rId4" Type="http://schemas.openxmlformats.org/officeDocument/2006/relationships/hyperlink" Target="https://datatab.net/tutorial/paired-t-test" TargetMode="External"/></Relationships>
</file>

<file path=ppt/slides/_rels/slide2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hyperlink" Target="https://datatab.net/tutorial/paired-t-test" TargetMode="External"/><Relationship Id="rId1" Type="http://schemas.openxmlformats.org/officeDocument/2006/relationships/slideLayout" Target="../slideLayouts/slideLayout2.xml"/><Relationship Id="rId4" Type="http://schemas.openxmlformats.org/officeDocument/2006/relationships/image" Target="../media/image840.png"/></Relationships>
</file>

<file path=ppt/slides/_rels/slide26.xml.rels><?xml version="1.0" encoding="UTF-8" standalone="yes"?>
<Relationships xmlns="http://schemas.openxmlformats.org/package/2006/relationships"><Relationship Id="rId3" Type="http://schemas.openxmlformats.org/officeDocument/2006/relationships/hyperlink" Target="https://www.geo.fu-berlin.de/en/v/soga-r/Basics-of-statistics/Hypothesis-Tests/Hypothesis-Tests-for-Two-Population-Means/Paired-Samples/index.html" TargetMode="External"/><Relationship Id="rId2" Type="http://schemas.openxmlformats.org/officeDocument/2006/relationships/image" Target="../media/image20.png"/><Relationship Id="rId1" Type="http://schemas.openxmlformats.org/officeDocument/2006/relationships/slideLayout" Target="../slideLayouts/slideLayout2.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8.png"/></Relationships>
</file>

<file path=ppt/slides/_rels/slide2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hyperlink" Target="https://www.geo.fu-berlin.de/en/v/soga-r/Basics-of-statistics/Hypothesis-Tests/Hypothesis-Tests-for-Two-Population-Means/Standard-Deviations-Assumed-Equal/index.html" TargetMode="External"/><Relationship Id="rId1" Type="http://schemas.openxmlformats.org/officeDocument/2006/relationships/slideLayout" Target="../slideLayouts/slideLayout2.xml"/><Relationship Id="rId5" Type="http://schemas.openxmlformats.org/officeDocument/2006/relationships/image" Target="../media/image910.png"/><Relationship Id="rId4" Type="http://schemas.openxmlformats.org/officeDocument/2006/relationships/image" Target="../media/image23.png"/></Relationships>
</file>

<file path=ppt/slides/_rels/slide28.xml.rels><?xml version="1.0" encoding="UTF-8" standalone="yes"?>
<Relationships xmlns="http://schemas.openxmlformats.org/package/2006/relationships"><Relationship Id="rId3" Type="http://schemas.openxmlformats.org/officeDocument/2006/relationships/hyperlink" Target="https://www.geo.fu-berlin.de/en/v/soga-r/Basics-of-statistics/Hypothesis-Tests/Hypothesis-Tests-for-Two-Population-Means/Standard-Deviations-Assumed-Equal/index.html" TargetMode="External"/><Relationship Id="rId2" Type="http://schemas.openxmlformats.org/officeDocument/2006/relationships/image" Target="../media/image24.png"/><Relationship Id="rId1" Type="http://schemas.openxmlformats.org/officeDocument/2006/relationships/slideLayout" Target="../slideLayouts/slideLayout2.xml"/><Relationship Id="rId6" Type="http://schemas.openxmlformats.org/officeDocument/2006/relationships/image" Target="../media/image26.png"/><Relationship Id="rId5" Type="http://schemas.openxmlformats.org/officeDocument/2006/relationships/image" Target="../media/image25.png"/><Relationship Id="rId4" Type="http://schemas.openxmlformats.org/officeDocument/2006/relationships/image" Target="../media/image8.png"/></Relationships>
</file>

<file path=ppt/slides/_rels/slide29.xml.rels><?xml version="1.0" encoding="UTF-8" standalone="yes"?>
<Relationships xmlns="http://schemas.openxmlformats.org/package/2006/relationships"><Relationship Id="rId3" Type="http://schemas.openxmlformats.org/officeDocument/2006/relationships/hyperlink" Target="https://www.geo.fu-berlin.de/en/v/soga-r/Basics-of-statistics/Hypothesis-Tests/Hypothesis-Tests-for-Two-Population-Means/Standard-Deviations-Not-Assumed-Equal/index.html" TargetMode="External"/><Relationship Id="rId2" Type="http://schemas.openxmlformats.org/officeDocument/2006/relationships/image" Target="../media/image16.png"/><Relationship Id="rId1" Type="http://schemas.openxmlformats.org/officeDocument/2006/relationships/slideLayout" Target="../slideLayouts/slideLayout2.xml"/><Relationship Id="rId5" Type="http://schemas.openxmlformats.org/officeDocument/2006/relationships/image" Target="../media/image950.png"/><Relationship Id="rId4" Type="http://schemas.openxmlformats.org/officeDocument/2006/relationships/image" Target="../media/image8.png"/></Relationships>
</file>

<file path=ppt/slides/_rels/slide30.xml.rels><?xml version="1.0" encoding="UTF-8" standalone="yes"?>
<Relationships xmlns="http://schemas.openxmlformats.org/package/2006/relationships"><Relationship Id="rId3" Type="http://schemas.openxmlformats.org/officeDocument/2006/relationships/hyperlink" Target="https://www.geo.fu-berlin.de/en/v/soga-r/Basics-of-statistics/Hypothesis-Tests/Hypothesis-Tests-for-Two-Population-Means/Standard-Deviations-Not-Assumed-Equal/index.html" TargetMode="External"/><Relationship Id="rId2" Type="http://schemas.openxmlformats.org/officeDocument/2006/relationships/image" Target="../media/image27.png"/><Relationship Id="rId1" Type="http://schemas.openxmlformats.org/officeDocument/2006/relationships/slideLayout" Target="../slideLayouts/slideLayout2.xml"/><Relationship Id="rId6" Type="http://schemas.openxmlformats.org/officeDocument/2006/relationships/image" Target="../media/image29.png"/><Relationship Id="rId5" Type="http://schemas.openxmlformats.org/officeDocument/2006/relationships/image" Target="../media/image28.png"/><Relationship Id="rId4" Type="http://schemas.openxmlformats.org/officeDocument/2006/relationships/image" Target="../media/image8.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8.png"/><Relationship Id="rId1" Type="http://schemas.openxmlformats.org/officeDocument/2006/relationships/slideLayout" Target="../slideLayouts/slideLayout2.xml"/><Relationship Id="rId4" Type="http://schemas.microsoft.com/office/2007/relationships/hdphoto" Target="../media/hdphoto1.wdp"/></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44.jp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B53E9DF1-2223-C2DE-EF40-211A8D65CA29}"/>
              </a:ext>
            </a:extLst>
          </p:cNvPr>
          <p:cNvSpPr>
            <a:spLocks noGrp="1"/>
          </p:cNvSpPr>
          <p:nvPr>
            <p:ph type="ctrTitle"/>
          </p:nvPr>
        </p:nvSpPr>
        <p:spPr/>
        <p:txBody>
          <a:bodyPr>
            <a:normAutofit/>
          </a:bodyPr>
          <a:lstStyle/>
          <a:p>
            <a:r>
              <a:rPr lang="en-US" sz="4800" b="0" dirty="0"/>
              <a:t>307102</a:t>
            </a:r>
            <a:br>
              <a:rPr lang="en-US" sz="4800" b="0" dirty="0"/>
            </a:br>
            <a:r>
              <a:rPr lang="en-US" sz="4800" b="0" dirty="0"/>
              <a:t>Descriptive Statistics for Business</a:t>
            </a:r>
          </a:p>
        </p:txBody>
      </p:sp>
      <p:sp>
        <p:nvSpPr>
          <p:cNvPr id="5" name="Subtitle 4">
            <a:extLst>
              <a:ext uri="{FF2B5EF4-FFF2-40B4-BE49-F238E27FC236}">
                <a16:creationId xmlns:a16="http://schemas.microsoft.com/office/drawing/2014/main" id="{89403830-E271-DAA0-8838-E295A84A8B5B}"/>
              </a:ext>
            </a:extLst>
          </p:cNvPr>
          <p:cNvSpPr>
            <a:spLocks noGrp="1"/>
          </p:cNvSpPr>
          <p:nvPr>
            <p:ph type="subTitle" idx="1"/>
          </p:nvPr>
        </p:nvSpPr>
        <p:spPr/>
        <p:txBody>
          <a:bodyPr>
            <a:normAutofit/>
          </a:bodyPr>
          <a:lstStyle/>
          <a:p>
            <a:r>
              <a:rPr lang="en-US" sz="3200" b="0" dirty="0"/>
              <a:t>Introduction to Hypothesis Testing</a:t>
            </a:r>
          </a:p>
          <a:p>
            <a:r>
              <a:rPr lang="en-US" sz="3200" dirty="0"/>
              <a:t>2024-2</a:t>
            </a:r>
          </a:p>
        </p:txBody>
      </p:sp>
      <p:pic>
        <p:nvPicPr>
          <p:cNvPr id="6" name="Picture 5">
            <a:extLst>
              <a:ext uri="{FF2B5EF4-FFF2-40B4-BE49-F238E27FC236}">
                <a16:creationId xmlns:a16="http://schemas.microsoft.com/office/drawing/2014/main" id="{87387D1D-1AA9-EA47-F9E0-B5509D9C1DE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638800" y="279230"/>
            <a:ext cx="914400" cy="1204912"/>
          </a:xfrm>
          <a:prstGeom prst="rect">
            <a:avLst/>
          </a:prstGeom>
        </p:spPr>
      </p:pic>
    </p:spTree>
    <p:extLst>
      <p:ext uri="{BB962C8B-B14F-4D97-AF65-F5344CB8AC3E}">
        <p14:creationId xmlns:p14="http://schemas.microsoft.com/office/powerpoint/2010/main" val="2297456757"/>
      </p:ext>
    </p:extLst>
  </p:cSld>
  <p:clrMapOvr>
    <a:masterClrMapping/>
  </p:clrMapOvr>
  <p:transition spd="med">
    <p:pull/>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367D14-6CB8-1246-DB7E-6CDD674FABFB}"/>
              </a:ext>
            </a:extLst>
          </p:cNvPr>
          <p:cNvSpPr>
            <a:spLocks noGrp="1"/>
          </p:cNvSpPr>
          <p:nvPr>
            <p:ph type="title"/>
          </p:nvPr>
        </p:nvSpPr>
        <p:spPr/>
        <p:txBody>
          <a:bodyPr/>
          <a:lstStyle/>
          <a:p>
            <a:r>
              <a:rPr lang="en-US" dirty="0"/>
              <a:t>Content</a:t>
            </a:r>
          </a:p>
        </p:txBody>
      </p:sp>
      <p:sp>
        <p:nvSpPr>
          <p:cNvPr id="3" name="Content Placeholder 2">
            <a:extLst>
              <a:ext uri="{FF2B5EF4-FFF2-40B4-BE49-F238E27FC236}">
                <a16:creationId xmlns:a16="http://schemas.microsoft.com/office/drawing/2014/main" id="{2B2834A9-8F4D-F5AC-514B-0A5634637DB5}"/>
              </a:ext>
            </a:extLst>
          </p:cNvPr>
          <p:cNvSpPr>
            <a:spLocks noGrp="1"/>
          </p:cNvSpPr>
          <p:nvPr>
            <p:ph idx="1"/>
          </p:nvPr>
        </p:nvSpPr>
        <p:spPr>
          <a:xfrm>
            <a:off x="838199" y="1706007"/>
            <a:ext cx="11458903" cy="4991039"/>
          </a:xfrm>
        </p:spPr>
        <p:txBody>
          <a:bodyPr>
            <a:normAutofit/>
          </a:bodyPr>
          <a:lstStyle/>
          <a:p>
            <a:r>
              <a:rPr lang="en-US" sz="1400" dirty="0"/>
              <a:t>Introduction to Hypothesis Testing</a:t>
            </a:r>
          </a:p>
          <a:p>
            <a:pPr lvl="1"/>
            <a:r>
              <a:rPr lang="en-US" sz="1400" dirty="0"/>
              <a:t>Business Examples</a:t>
            </a:r>
          </a:p>
          <a:p>
            <a:pPr lvl="1"/>
            <a:r>
              <a:rPr lang="en-US" sz="1400" dirty="0"/>
              <a:t>Significance Level – Alpha</a:t>
            </a:r>
          </a:p>
          <a:p>
            <a:pPr lvl="1"/>
            <a:r>
              <a:rPr lang="en-US" sz="1400" dirty="0"/>
              <a:t>Computing T-Statistic</a:t>
            </a:r>
          </a:p>
          <a:p>
            <a:pPr lvl="1"/>
            <a:r>
              <a:rPr lang="en-US" sz="1400" dirty="0"/>
              <a:t>Critical Value Approach vs P-Value Approach</a:t>
            </a:r>
          </a:p>
          <a:p>
            <a:pPr lvl="1"/>
            <a:r>
              <a:rPr lang="en-US" sz="1400" dirty="0"/>
              <a:t>Type I and Type II Errors</a:t>
            </a:r>
          </a:p>
          <a:p>
            <a:r>
              <a:rPr lang="en-US" sz="1600" dirty="0"/>
              <a:t>T-Test: Used for normally distributed data when the variance is unknown.</a:t>
            </a:r>
          </a:p>
          <a:p>
            <a:pPr marL="460375" lvl="1"/>
            <a:r>
              <a:rPr lang="en-US" sz="1400" dirty="0"/>
              <a:t>One-sample t-test: Tests the mean of a single group against a known mean.</a:t>
            </a:r>
          </a:p>
          <a:p>
            <a:pPr marL="460375" lvl="1"/>
            <a:r>
              <a:rPr lang="en-US" sz="1400" dirty="0"/>
              <a:t>Two-sample t-test: Compares the means of two dependent groups (paired test).</a:t>
            </a:r>
          </a:p>
          <a:p>
            <a:pPr marL="460375" lvl="1"/>
            <a:r>
              <a:rPr lang="en-US" sz="1400" dirty="0"/>
              <a:t>Two-sample t-test: Compares the means of two independent groups (variance assumed to be equal).</a:t>
            </a:r>
          </a:p>
          <a:p>
            <a:pPr marL="460375" lvl="1"/>
            <a:r>
              <a:rPr lang="en-US" sz="1400" dirty="0"/>
              <a:t>Two-sample t-test: Compares the means of two independent groups (variance assumed to be not equal).</a:t>
            </a:r>
          </a:p>
          <a:p>
            <a:r>
              <a:rPr lang="en-US" sz="1600" dirty="0"/>
              <a:t>Proportion Test: Compare sample proportion to a benchmark (e.g., open rate, conversion rate).</a:t>
            </a:r>
          </a:p>
          <a:p>
            <a:r>
              <a:rPr lang="en-US" sz="1600" dirty="0"/>
              <a:t>ANOVA (Analysis of Variance): Used to compare the means of three or more samples.</a:t>
            </a:r>
          </a:p>
          <a:p>
            <a:pPr marL="800100" lvl="1" indent="-342900">
              <a:buFont typeface="+mj-lt"/>
              <a:buAutoNum type="arabicPeriod"/>
            </a:pPr>
            <a:r>
              <a:rPr lang="en-US" sz="1400" dirty="0"/>
              <a:t>One Way ANOVA</a:t>
            </a:r>
          </a:p>
          <a:p>
            <a:pPr marL="800100" lvl="1" indent="-342900">
              <a:buFont typeface="+mj-lt"/>
              <a:buAutoNum type="arabicPeriod"/>
            </a:pPr>
            <a:r>
              <a:rPr lang="en-US" sz="1400" dirty="0"/>
              <a:t>Two Way ANOVA</a:t>
            </a:r>
          </a:p>
          <a:p>
            <a:r>
              <a:rPr lang="en-US" sz="1600" dirty="0"/>
              <a:t>Chi-square test: Tests for relationships between categorical variables.</a:t>
            </a:r>
          </a:p>
        </p:txBody>
      </p:sp>
    </p:spTree>
    <p:extLst>
      <p:ext uri="{BB962C8B-B14F-4D97-AF65-F5344CB8AC3E}">
        <p14:creationId xmlns:p14="http://schemas.microsoft.com/office/powerpoint/2010/main" val="1196270023"/>
      </p:ext>
    </p:extLst>
  </p:cSld>
  <p:clrMapOvr>
    <a:masterClrMapping/>
  </p:clrMapOvr>
  <p:transition spd="med">
    <p:pull/>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74C40D-4BB6-E612-4788-ABF128E59AC6}"/>
              </a:ext>
            </a:extLst>
          </p:cNvPr>
          <p:cNvSpPr>
            <a:spLocks noGrp="1"/>
          </p:cNvSpPr>
          <p:nvPr>
            <p:ph type="title"/>
          </p:nvPr>
        </p:nvSpPr>
        <p:spPr/>
        <p:txBody>
          <a:bodyPr/>
          <a:lstStyle/>
          <a:p>
            <a:r>
              <a:rPr lang="en-US" dirty="0"/>
              <a:t>Hypothesis Testing</a:t>
            </a:r>
          </a:p>
        </p:txBody>
      </p:sp>
      <p:sp>
        <p:nvSpPr>
          <p:cNvPr id="3" name="Content Placeholder 2">
            <a:extLst>
              <a:ext uri="{FF2B5EF4-FFF2-40B4-BE49-F238E27FC236}">
                <a16:creationId xmlns:a16="http://schemas.microsoft.com/office/drawing/2014/main" id="{8D6F1AE2-578A-55A8-ABC5-9D64444A3D98}"/>
              </a:ext>
            </a:extLst>
          </p:cNvPr>
          <p:cNvSpPr>
            <a:spLocks noGrp="1"/>
          </p:cNvSpPr>
          <p:nvPr>
            <p:ph idx="1"/>
          </p:nvPr>
        </p:nvSpPr>
        <p:spPr/>
        <p:txBody>
          <a:bodyPr>
            <a:normAutofit fontScale="85000" lnSpcReduction="20000"/>
          </a:bodyPr>
          <a:lstStyle/>
          <a:p>
            <a:r>
              <a:rPr lang="en-US" b="1" dirty="0">
                <a:solidFill>
                  <a:srgbClr val="0070C0"/>
                </a:solidFill>
              </a:rPr>
              <a:t>Hypothesis Testing </a:t>
            </a:r>
            <a:r>
              <a:rPr lang="en-US" dirty="0">
                <a:solidFill>
                  <a:srgbClr val="0070C0"/>
                </a:solidFill>
              </a:rPr>
              <a:t>is a statistical method that uses sample data to evaluate a hypothesis about a population parameter.</a:t>
            </a:r>
          </a:p>
          <a:p>
            <a:r>
              <a:rPr lang="en-US" b="0" i="0" dirty="0">
                <a:solidFill>
                  <a:srgbClr val="0070C0"/>
                </a:solidFill>
                <a:effectLst/>
                <a:ea typeface="Verdana" panose="020B0604030504040204" pitchFamily="34" charset="0"/>
              </a:rPr>
              <a:t>A </a:t>
            </a:r>
            <a:r>
              <a:rPr lang="en-US" b="1" i="0" dirty="0">
                <a:solidFill>
                  <a:srgbClr val="0070C0"/>
                </a:solidFill>
                <a:effectLst/>
                <a:ea typeface="Verdana" panose="020B0604030504040204" pitchFamily="34" charset="0"/>
              </a:rPr>
              <a:t>hypothesis</a:t>
            </a:r>
            <a:r>
              <a:rPr lang="en-US" b="0" i="0" dirty="0">
                <a:solidFill>
                  <a:srgbClr val="0070C0"/>
                </a:solidFill>
                <a:effectLst/>
                <a:ea typeface="Verdana" panose="020B0604030504040204" pitchFamily="34" charset="0"/>
              </a:rPr>
              <a:t> is a claim about a population parameter that can be examined.</a:t>
            </a:r>
          </a:p>
          <a:p>
            <a:r>
              <a:rPr lang="en-US" dirty="0">
                <a:solidFill>
                  <a:srgbClr val="0070C0"/>
                </a:solidFill>
              </a:rPr>
              <a:t>The purpose of hypothesis testing is to determine whether there is enough evidence in a sample of data to support a particular belief about a population.</a:t>
            </a:r>
          </a:p>
          <a:p>
            <a:r>
              <a:rPr lang="en-US" dirty="0"/>
              <a:t>Examples of claims that can be checked:</a:t>
            </a:r>
            <a:endParaRPr lang="en-US" sz="2000" dirty="0"/>
          </a:p>
          <a:p>
            <a:pPr marL="858838" lvl="1" indent="-401638">
              <a:lnSpc>
                <a:spcPct val="120000"/>
              </a:lnSpc>
              <a:buFont typeface="+mj-lt"/>
              <a:buAutoNum type="arabicPeriod"/>
            </a:pPr>
            <a:r>
              <a:rPr lang="en-US" dirty="0"/>
              <a:t>Testing if a new marketing campaign increases customer engagement.</a:t>
            </a:r>
          </a:p>
          <a:p>
            <a:pPr marL="858838" lvl="1" indent="-401638">
              <a:lnSpc>
                <a:spcPct val="120000"/>
              </a:lnSpc>
              <a:buFont typeface="+mj-lt"/>
              <a:buAutoNum type="arabicPeriod"/>
            </a:pPr>
            <a:r>
              <a:rPr lang="en-US" dirty="0"/>
              <a:t>Checking whether a redesigned website improves conversion rates.</a:t>
            </a:r>
          </a:p>
          <a:p>
            <a:pPr marL="858838" lvl="1" indent="-401638">
              <a:lnSpc>
                <a:spcPct val="120000"/>
              </a:lnSpc>
              <a:buFont typeface="+mj-lt"/>
              <a:buAutoNum type="arabicPeriod"/>
            </a:pPr>
            <a:r>
              <a:rPr lang="en-US" dirty="0"/>
              <a:t>Evaluating if a new product packaging affects sales volume.</a:t>
            </a:r>
          </a:p>
          <a:p>
            <a:pPr marL="858838" lvl="1" indent="-401638">
              <a:lnSpc>
                <a:spcPct val="120000"/>
              </a:lnSpc>
              <a:buFont typeface="+mj-lt"/>
              <a:buAutoNum type="arabicPeriod"/>
            </a:pPr>
            <a:r>
              <a:rPr lang="en-US" dirty="0"/>
              <a:t>Determining if weekend promotions boost in-store foot traffic.</a:t>
            </a:r>
          </a:p>
          <a:p>
            <a:pPr marL="858838" lvl="1" indent="-401638">
              <a:lnSpc>
                <a:spcPct val="120000"/>
              </a:lnSpc>
              <a:buFont typeface="+mj-lt"/>
              <a:buAutoNum type="arabicPeriod"/>
            </a:pPr>
            <a:r>
              <a:rPr lang="en-US" dirty="0"/>
              <a:t>Assessing whether remote work impacts employee productivity.</a:t>
            </a:r>
          </a:p>
          <a:p>
            <a:pPr marL="858838" lvl="1" indent="-401638">
              <a:lnSpc>
                <a:spcPct val="120000"/>
              </a:lnSpc>
              <a:buFont typeface="+mj-lt"/>
              <a:buAutoNum type="arabicPeriod"/>
            </a:pPr>
            <a:r>
              <a:rPr lang="en-US" dirty="0"/>
              <a:t>Comparing customer satisfaction between two service locations.</a:t>
            </a:r>
          </a:p>
          <a:p>
            <a:pPr marL="858838" lvl="1" indent="-401638">
              <a:lnSpc>
                <a:spcPct val="120000"/>
              </a:lnSpc>
              <a:buFont typeface="+mj-lt"/>
              <a:buAutoNum type="arabicPeriod"/>
            </a:pPr>
            <a:r>
              <a:rPr lang="en-US" dirty="0"/>
              <a:t>Testing if a loyalty program increases repeat purchase rates.</a:t>
            </a:r>
          </a:p>
          <a:p>
            <a:pPr marL="858838" lvl="1" indent="-401638">
              <a:lnSpc>
                <a:spcPct val="120000"/>
              </a:lnSpc>
              <a:buFont typeface="+mj-lt"/>
              <a:buAutoNum type="arabicPeriod"/>
            </a:pPr>
            <a:r>
              <a:rPr lang="en-US" dirty="0"/>
              <a:t>Seeing if a price change affects total revenue.</a:t>
            </a:r>
          </a:p>
          <a:p>
            <a:pPr marL="858838" lvl="1" indent="-401638">
              <a:lnSpc>
                <a:spcPct val="120000"/>
              </a:lnSpc>
              <a:buFont typeface="+mj-lt"/>
              <a:buAutoNum type="arabicPeriod"/>
            </a:pPr>
            <a:r>
              <a:rPr lang="en-US" dirty="0"/>
              <a:t>Checking whether a new supplier leads to fewer product defects.</a:t>
            </a:r>
          </a:p>
          <a:p>
            <a:pPr marL="858838" lvl="1" indent="-401638">
              <a:lnSpc>
                <a:spcPct val="120000"/>
              </a:lnSpc>
              <a:buFont typeface="+mj-lt"/>
              <a:buAutoNum type="arabicPeriod"/>
            </a:pPr>
            <a:r>
              <a:rPr lang="en-US" dirty="0"/>
              <a:t>Measuring if training improves sales team performance.</a:t>
            </a:r>
          </a:p>
          <a:p>
            <a:endParaRPr lang="en-US" dirty="0"/>
          </a:p>
        </p:txBody>
      </p:sp>
    </p:spTree>
    <p:extLst>
      <p:ext uri="{BB962C8B-B14F-4D97-AF65-F5344CB8AC3E}">
        <p14:creationId xmlns:p14="http://schemas.microsoft.com/office/powerpoint/2010/main" val="2168644593"/>
      </p:ext>
    </p:extLst>
  </p:cSld>
  <p:clrMapOvr>
    <a:masterClrMapping/>
  </p:clrMapOvr>
  <p:transition spd="med">
    <p:pull/>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B2C92D6B-91A3-188B-6644-8BF6C41A6419}"/>
              </a:ext>
            </a:extLst>
          </p:cNvPr>
          <p:cNvSpPr>
            <a:spLocks noGrp="1"/>
          </p:cNvSpPr>
          <p:nvPr>
            <p:ph type="title"/>
          </p:nvPr>
        </p:nvSpPr>
        <p:spPr/>
        <p:txBody>
          <a:bodyPr/>
          <a:lstStyle/>
          <a:p>
            <a:r>
              <a:rPr lang="en-US" dirty="0"/>
              <a:t>Business Related Examples in Hypothesis Testing</a:t>
            </a:r>
          </a:p>
        </p:txBody>
      </p:sp>
      <p:graphicFrame>
        <p:nvGraphicFramePr>
          <p:cNvPr id="4" name="Content Placeholder 3">
            <a:extLst>
              <a:ext uri="{FF2B5EF4-FFF2-40B4-BE49-F238E27FC236}">
                <a16:creationId xmlns:a16="http://schemas.microsoft.com/office/drawing/2014/main" id="{A0821584-FD2E-349F-CE91-66ED52AD8AB1}"/>
              </a:ext>
            </a:extLst>
          </p:cNvPr>
          <p:cNvGraphicFramePr>
            <a:graphicFrameLocks noGrp="1"/>
          </p:cNvGraphicFramePr>
          <p:nvPr>
            <p:ph idx="1"/>
            <p:extLst>
              <p:ext uri="{D42A27DB-BD31-4B8C-83A1-F6EECF244321}">
                <p14:modId xmlns:p14="http://schemas.microsoft.com/office/powerpoint/2010/main" val="1597476244"/>
              </p:ext>
            </p:extLst>
          </p:nvPr>
        </p:nvGraphicFramePr>
        <p:xfrm>
          <a:off x="838199" y="1706563"/>
          <a:ext cx="10838936" cy="4269526"/>
        </p:xfrm>
        <a:graphic>
          <a:graphicData uri="http://schemas.openxmlformats.org/drawingml/2006/table">
            <a:tbl>
              <a:tblPr>
                <a:tableStyleId>{5940675A-B579-460E-94D1-54222C63F5DA}</a:tableStyleId>
              </a:tblPr>
              <a:tblGrid>
                <a:gridCol w="982375">
                  <a:extLst>
                    <a:ext uri="{9D8B030D-6E8A-4147-A177-3AD203B41FA5}">
                      <a16:colId xmlns:a16="http://schemas.microsoft.com/office/drawing/2014/main" val="2333020860"/>
                    </a:ext>
                  </a:extLst>
                </a:gridCol>
                <a:gridCol w="2509707">
                  <a:extLst>
                    <a:ext uri="{9D8B030D-6E8A-4147-A177-3AD203B41FA5}">
                      <a16:colId xmlns:a16="http://schemas.microsoft.com/office/drawing/2014/main" val="1603746228"/>
                    </a:ext>
                  </a:extLst>
                </a:gridCol>
                <a:gridCol w="766881">
                  <a:extLst>
                    <a:ext uri="{9D8B030D-6E8A-4147-A177-3AD203B41FA5}">
                      <a16:colId xmlns:a16="http://schemas.microsoft.com/office/drawing/2014/main" val="2477239706"/>
                    </a:ext>
                  </a:extLst>
                </a:gridCol>
                <a:gridCol w="6579973">
                  <a:extLst>
                    <a:ext uri="{9D8B030D-6E8A-4147-A177-3AD203B41FA5}">
                      <a16:colId xmlns:a16="http://schemas.microsoft.com/office/drawing/2014/main" val="1625551808"/>
                    </a:ext>
                  </a:extLst>
                </a:gridCol>
              </a:tblGrid>
              <a:tr h="197264">
                <a:tc>
                  <a:txBody>
                    <a:bodyPr/>
                    <a:lstStyle/>
                    <a:p>
                      <a:pPr algn="ctr" fontAlgn="ctr"/>
                      <a:r>
                        <a:rPr lang="en-US" sz="1200" u="none" strike="noStrike" dirty="0">
                          <a:effectLst/>
                        </a:rPr>
                        <a:t>Category</a:t>
                      </a:r>
                      <a:endParaRPr lang="en-US" sz="1200" b="1" i="0" u="none" strike="noStrike" dirty="0">
                        <a:solidFill>
                          <a:srgbClr val="000000"/>
                        </a:solidFill>
                        <a:effectLst/>
                        <a:latin typeface="Aptos Narrow" panose="020B0004020202020204" pitchFamily="34" charset="0"/>
                      </a:endParaRPr>
                    </a:p>
                  </a:txBody>
                  <a:tcPr marL="6986" marR="6986" marT="6986" marB="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fontAlgn="ctr"/>
                      <a:r>
                        <a:rPr lang="en-US" sz="1200" u="none" strike="noStrike" dirty="0">
                          <a:effectLst/>
                        </a:rPr>
                        <a:t>Scenario</a:t>
                      </a:r>
                      <a:endParaRPr lang="en-US" sz="1200" b="1" i="0" u="none" strike="noStrike" dirty="0">
                        <a:solidFill>
                          <a:srgbClr val="000000"/>
                        </a:solidFill>
                        <a:effectLst/>
                        <a:latin typeface="Aptos Narrow" panose="020B0004020202020204" pitchFamily="34" charset="0"/>
                      </a:endParaRPr>
                    </a:p>
                  </a:txBody>
                  <a:tcPr marL="6986" marR="6986" marT="6986" marB="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fontAlgn="ctr"/>
                      <a:r>
                        <a:rPr lang="en-US" sz="1200" u="none" strike="noStrike" dirty="0">
                          <a:effectLst/>
                        </a:rPr>
                        <a:t>Type of Test</a:t>
                      </a:r>
                      <a:endParaRPr lang="en-US" sz="1200" b="1" i="0" u="none" strike="noStrike" dirty="0">
                        <a:solidFill>
                          <a:srgbClr val="000000"/>
                        </a:solidFill>
                        <a:effectLst/>
                        <a:latin typeface="Aptos Narrow" panose="020B0004020202020204" pitchFamily="34" charset="0"/>
                      </a:endParaRPr>
                    </a:p>
                  </a:txBody>
                  <a:tcPr marL="6986" marR="6986" marT="6986" marB="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fontAlgn="ctr"/>
                      <a:r>
                        <a:rPr lang="en-US" sz="1200" u="none" strike="noStrike">
                          <a:effectLst/>
                        </a:rPr>
                        <a:t>Detailed Experiment Design</a:t>
                      </a:r>
                      <a:endParaRPr lang="en-US" sz="1200" b="1" i="0" u="none" strike="noStrike">
                        <a:solidFill>
                          <a:srgbClr val="000000"/>
                        </a:solidFill>
                        <a:effectLst/>
                        <a:latin typeface="Aptos Narrow" panose="020B0004020202020204" pitchFamily="34" charset="0"/>
                      </a:endParaRPr>
                    </a:p>
                  </a:txBody>
                  <a:tcPr marL="6986" marR="6986" marT="6986" marB="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accent6">
                        <a:lumMod val="40000"/>
                        <a:lumOff val="60000"/>
                      </a:schemeClr>
                    </a:solidFill>
                  </a:tcPr>
                </a:tc>
                <a:extLst>
                  <a:ext uri="{0D108BD9-81ED-4DB2-BD59-A6C34878D82A}">
                    <a16:rowId xmlns:a16="http://schemas.microsoft.com/office/drawing/2014/main" val="1204415712"/>
                  </a:ext>
                </a:extLst>
              </a:tr>
              <a:tr h="530641">
                <a:tc rowSpan="4">
                  <a:txBody>
                    <a:bodyPr/>
                    <a:lstStyle/>
                    <a:p>
                      <a:pPr algn="ctr" fontAlgn="b"/>
                      <a:r>
                        <a:rPr lang="en-US" sz="1200" u="none" strike="noStrike" dirty="0">
                          <a:effectLst/>
                        </a:rPr>
                        <a:t>Marketing</a:t>
                      </a:r>
                      <a:endParaRPr lang="en-US" sz="1200" b="0" i="0" u="none" strike="noStrike" dirty="0">
                        <a:solidFill>
                          <a:srgbClr val="000000"/>
                        </a:solidFill>
                        <a:effectLst/>
                        <a:latin typeface="Aptos Narrow" panose="020B0004020202020204" pitchFamily="34" charset="0"/>
                      </a:endParaRPr>
                    </a:p>
                  </a:txBody>
                  <a:tcPr marL="6986" marR="6986" marT="6986" marB="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marL="55563" indent="0" algn="l" fontAlgn="b"/>
                      <a:r>
                        <a:rPr lang="en-US" sz="1200" u="none" strike="noStrike" dirty="0">
                          <a:effectLst/>
                        </a:rPr>
                        <a:t>Testing if a new marketing campaign increases customer engagement.</a:t>
                      </a:r>
                      <a:endParaRPr lang="en-US" sz="1200" b="0" i="0" u="none" strike="noStrike" dirty="0">
                        <a:solidFill>
                          <a:srgbClr val="000000"/>
                        </a:solidFill>
                        <a:effectLst/>
                        <a:latin typeface="Aptos Narrow" panose="020B0004020202020204" pitchFamily="34" charset="0"/>
                      </a:endParaRPr>
                    </a:p>
                  </a:txBody>
                  <a:tcPr marL="6986" marR="6986" marT="6986" marB="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fontAlgn="b"/>
                      <a:r>
                        <a:rPr lang="en-US" sz="1200" u="none" strike="noStrike" dirty="0">
                          <a:effectLst/>
                        </a:rPr>
                        <a:t>Proportion</a:t>
                      </a:r>
                      <a:endParaRPr lang="en-US" sz="1200" b="0" i="0" u="none" strike="noStrike" dirty="0">
                        <a:solidFill>
                          <a:srgbClr val="000000"/>
                        </a:solidFill>
                        <a:effectLst/>
                        <a:latin typeface="Aptos Narrow" panose="020B0004020202020204" pitchFamily="34" charset="0"/>
                      </a:endParaRPr>
                    </a:p>
                  </a:txBody>
                  <a:tcPr marL="6986" marR="6986" marT="6986" marB="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marL="171450" indent="-115888" algn="l" fontAlgn="b">
                        <a:buFont typeface="Arial" panose="020B0604020202020204" pitchFamily="34" charset="0"/>
                        <a:buChar char="•"/>
                      </a:pPr>
                      <a:r>
                        <a:rPr lang="en-US" sz="1200" u="none" strike="noStrike" dirty="0">
                          <a:effectLst/>
                        </a:rPr>
                        <a:t>Compare engagement rates (clicks, opens) between users exposed to the new vs. old campaign. </a:t>
                      </a:r>
                    </a:p>
                    <a:p>
                      <a:pPr marL="171450" indent="-115888" algn="l" fontAlgn="b">
                        <a:buFont typeface="Arial" panose="020B0604020202020204" pitchFamily="34" charset="0"/>
                        <a:buChar char="•"/>
                      </a:pPr>
                      <a:r>
                        <a:rPr lang="en-US" sz="1200" u="none" strike="noStrike" dirty="0">
                          <a:effectLst/>
                        </a:rPr>
                        <a:t>Randomly assign at least 500 customers to two groups: one receiving the new campaign, one the old. </a:t>
                      </a:r>
                    </a:p>
                    <a:p>
                      <a:pPr marL="171450" indent="-115888" algn="l" fontAlgn="b">
                        <a:buFont typeface="Arial" panose="020B0604020202020204" pitchFamily="34" charset="0"/>
                        <a:buChar char="•"/>
                      </a:pPr>
                      <a:r>
                        <a:rPr lang="en-US" sz="1200" u="none" strike="noStrike" dirty="0">
                          <a:effectLst/>
                        </a:rPr>
                        <a:t>Track engagement (clicks/opens) over a week.</a:t>
                      </a:r>
                      <a:endParaRPr lang="en-US" sz="1200" b="0" i="0" u="none" strike="noStrike" dirty="0">
                        <a:solidFill>
                          <a:srgbClr val="000000"/>
                        </a:solidFill>
                        <a:effectLst/>
                        <a:latin typeface="Aptos Narrow" panose="020B0004020202020204" pitchFamily="34" charset="0"/>
                      </a:endParaRPr>
                    </a:p>
                  </a:txBody>
                  <a:tcPr marL="6986" marR="6986" marT="6986" marB="0" anchor="b">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accent6">
                        <a:lumMod val="40000"/>
                        <a:lumOff val="60000"/>
                      </a:schemeClr>
                    </a:solidFill>
                  </a:tcPr>
                </a:tc>
                <a:extLst>
                  <a:ext uri="{0D108BD9-81ED-4DB2-BD59-A6C34878D82A}">
                    <a16:rowId xmlns:a16="http://schemas.microsoft.com/office/drawing/2014/main" val="527085299"/>
                  </a:ext>
                </a:extLst>
              </a:tr>
              <a:tr h="394528">
                <a:tc vMerge="1">
                  <a:txBody>
                    <a:bodyPr/>
                    <a:lstStyle/>
                    <a:p>
                      <a:pPr algn="ctr" fontAlgn="b"/>
                      <a:endParaRPr lang="en-US" sz="1200" b="0" i="0" u="none" strike="noStrike" dirty="0">
                        <a:solidFill>
                          <a:srgbClr val="000000"/>
                        </a:solidFill>
                        <a:effectLst/>
                        <a:latin typeface="Aptos Narrow" panose="020B0004020202020204" pitchFamily="34" charset="0"/>
                      </a:endParaRPr>
                    </a:p>
                  </a:txBody>
                  <a:tcPr marL="6986" marR="6986" marT="6986" marB="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lstStyle/>
                    <a:p>
                      <a:pPr marL="55563" indent="0" algn="l" fontAlgn="b"/>
                      <a:r>
                        <a:rPr lang="en-US" sz="1200" u="none" strike="noStrike" dirty="0">
                          <a:effectLst/>
                        </a:rPr>
                        <a:t>Seeing if a promotional email improves open or click-through rates.</a:t>
                      </a:r>
                      <a:endParaRPr lang="en-US" sz="1200" b="0" i="0" u="none" strike="noStrike" dirty="0">
                        <a:solidFill>
                          <a:srgbClr val="000000"/>
                        </a:solidFill>
                        <a:effectLst/>
                        <a:latin typeface="Aptos Narrow" panose="020B0004020202020204" pitchFamily="34" charset="0"/>
                      </a:endParaRPr>
                    </a:p>
                  </a:txBody>
                  <a:tcPr marL="6986" marR="6986" marT="6986" marB="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fontAlgn="b"/>
                      <a:r>
                        <a:rPr lang="en-US" sz="1200" u="none" strike="noStrike" dirty="0">
                          <a:effectLst/>
                        </a:rPr>
                        <a:t>Proportion</a:t>
                      </a:r>
                      <a:endParaRPr lang="en-US" sz="1200" b="0" i="0" u="none" strike="noStrike" dirty="0">
                        <a:solidFill>
                          <a:srgbClr val="000000"/>
                        </a:solidFill>
                        <a:effectLst/>
                        <a:latin typeface="Aptos Narrow" panose="020B0004020202020204" pitchFamily="34" charset="0"/>
                      </a:endParaRPr>
                    </a:p>
                  </a:txBody>
                  <a:tcPr marL="6986" marR="6986" marT="6986" marB="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marL="171450" indent="-115888" algn="l" fontAlgn="b">
                        <a:buFont typeface="Arial" panose="020B0604020202020204" pitchFamily="34" charset="0"/>
                        <a:buChar char="•"/>
                      </a:pPr>
                      <a:r>
                        <a:rPr lang="en-US" sz="1200" u="none" strike="noStrike" dirty="0">
                          <a:effectLst/>
                        </a:rPr>
                        <a:t>Compare open/click-through rates between two versions of an email. </a:t>
                      </a:r>
                    </a:p>
                    <a:p>
                      <a:pPr marL="171450" indent="-115888" algn="l" fontAlgn="b">
                        <a:buFont typeface="Arial" panose="020B0604020202020204" pitchFamily="34" charset="0"/>
                        <a:buChar char="•"/>
                      </a:pPr>
                      <a:r>
                        <a:rPr lang="en-US" sz="1200" u="none" strike="noStrike" dirty="0">
                          <a:effectLst/>
                        </a:rPr>
                        <a:t>Send Version A to 1,000 customers and Version B to another 1,000. </a:t>
                      </a:r>
                    </a:p>
                    <a:p>
                      <a:pPr marL="171450" indent="-115888" algn="l" fontAlgn="b">
                        <a:buFont typeface="Arial" panose="020B0604020202020204" pitchFamily="34" charset="0"/>
                        <a:buChar char="•"/>
                      </a:pPr>
                      <a:r>
                        <a:rPr lang="en-US" sz="1200" u="none" strike="noStrike" dirty="0">
                          <a:effectLst/>
                        </a:rPr>
                        <a:t>Ensure equal demographic spread. </a:t>
                      </a:r>
                    </a:p>
                    <a:p>
                      <a:pPr marL="171450" indent="-115888" algn="l" fontAlgn="b">
                        <a:buFont typeface="Arial" panose="020B0604020202020204" pitchFamily="34" charset="0"/>
                        <a:buChar char="•"/>
                      </a:pPr>
                      <a:r>
                        <a:rPr lang="en-US" sz="1200" u="none" strike="noStrike" dirty="0">
                          <a:effectLst/>
                        </a:rPr>
                        <a:t>Compare open and click-through rates.</a:t>
                      </a:r>
                      <a:endParaRPr lang="en-US" sz="1200" b="0" i="0" u="none" strike="noStrike" dirty="0">
                        <a:solidFill>
                          <a:srgbClr val="000000"/>
                        </a:solidFill>
                        <a:effectLst/>
                        <a:latin typeface="Aptos Narrow" panose="020B0004020202020204" pitchFamily="34" charset="0"/>
                      </a:endParaRPr>
                    </a:p>
                  </a:txBody>
                  <a:tcPr marL="6986" marR="6986" marT="6986" marB="0" anchor="b">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accent6">
                        <a:lumMod val="40000"/>
                        <a:lumOff val="60000"/>
                      </a:schemeClr>
                    </a:solidFill>
                  </a:tcPr>
                </a:tc>
                <a:extLst>
                  <a:ext uri="{0D108BD9-81ED-4DB2-BD59-A6C34878D82A}">
                    <a16:rowId xmlns:a16="http://schemas.microsoft.com/office/drawing/2014/main" val="3824346313"/>
                  </a:ext>
                </a:extLst>
              </a:tr>
              <a:tr h="394528">
                <a:tc vMerge="1">
                  <a:txBody>
                    <a:bodyPr/>
                    <a:lstStyle/>
                    <a:p>
                      <a:pPr algn="ctr" fontAlgn="b"/>
                      <a:endParaRPr lang="en-US" sz="1200" b="0" i="0" u="none" strike="noStrike" dirty="0">
                        <a:solidFill>
                          <a:srgbClr val="000000"/>
                        </a:solidFill>
                        <a:effectLst/>
                        <a:latin typeface="Aptos Narrow" panose="020B0004020202020204" pitchFamily="34" charset="0"/>
                      </a:endParaRPr>
                    </a:p>
                  </a:txBody>
                  <a:tcPr marL="6986" marR="6986" marT="6986" marB="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lstStyle/>
                    <a:p>
                      <a:pPr marL="55563" indent="0" algn="l" fontAlgn="b"/>
                      <a:r>
                        <a:rPr lang="en-US" sz="1200" u="none" strike="noStrike" dirty="0">
                          <a:effectLst/>
                        </a:rPr>
                        <a:t>Measuring whether influencer partnerships drive more traffic to the site.</a:t>
                      </a:r>
                      <a:endParaRPr lang="en-US" sz="1200" b="0" i="0" u="none" strike="noStrike" dirty="0">
                        <a:solidFill>
                          <a:srgbClr val="000000"/>
                        </a:solidFill>
                        <a:effectLst/>
                        <a:latin typeface="Aptos Narrow" panose="020B0004020202020204" pitchFamily="34" charset="0"/>
                      </a:endParaRPr>
                    </a:p>
                  </a:txBody>
                  <a:tcPr marL="6986" marR="6986" marT="6986" marB="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fontAlgn="b"/>
                      <a:r>
                        <a:rPr lang="en-US" sz="1200" u="none" strike="noStrike" dirty="0">
                          <a:effectLst/>
                        </a:rPr>
                        <a:t>Mean</a:t>
                      </a:r>
                      <a:endParaRPr lang="en-US" sz="1200" b="0" i="0" u="none" strike="noStrike" dirty="0">
                        <a:solidFill>
                          <a:srgbClr val="000000"/>
                        </a:solidFill>
                        <a:effectLst/>
                        <a:latin typeface="Aptos Narrow" panose="020B0004020202020204" pitchFamily="34" charset="0"/>
                      </a:endParaRPr>
                    </a:p>
                  </a:txBody>
                  <a:tcPr marL="6986" marR="6986" marT="6986" marB="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marL="171450" indent="-115888" algn="l" fontAlgn="b">
                        <a:buFont typeface="Arial" panose="020B0604020202020204" pitchFamily="34" charset="0"/>
                        <a:buChar char="•"/>
                      </a:pPr>
                      <a:r>
                        <a:rPr lang="en-US" sz="1200" u="none" strike="noStrike" dirty="0">
                          <a:effectLst/>
                        </a:rPr>
                        <a:t>Compare average daily website visits with and without influencer campaigns. </a:t>
                      </a:r>
                    </a:p>
                    <a:p>
                      <a:pPr marL="171450" indent="-115888" algn="l" fontAlgn="b">
                        <a:buFont typeface="Arial" panose="020B0604020202020204" pitchFamily="34" charset="0"/>
                        <a:buChar char="•"/>
                      </a:pPr>
                      <a:r>
                        <a:rPr lang="en-US" sz="1200" u="none" strike="noStrike" dirty="0">
                          <a:effectLst/>
                        </a:rPr>
                        <a:t>Track daily website traffic for 30 days before and after the influencer campaign. </a:t>
                      </a:r>
                    </a:p>
                    <a:p>
                      <a:pPr marL="171450" indent="-115888" algn="l" fontAlgn="b">
                        <a:buFont typeface="Arial" panose="020B0604020202020204" pitchFamily="34" charset="0"/>
                        <a:buChar char="•"/>
                      </a:pPr>
                      <a:r>
                        <a:rPr lang="en-US" sz="1200" u="none" strike="noStrike" dirty="0">
                          <a:effectLst/>
                        </a:rPr>
                        <a:t>Use rolling averages to minimize noise.</a:t>
                      </a:r>
                      <a:endParaRPr lang="en-US" sz="1200" b="0" i="0" u="none" strike="noStrike" dirty="0">
                        <a:solidFill>
                          <a:srgbClr val="000000"/>
                        </a:solidFill>
                        <a:effectLst/>
                        <a:latin typeface="Aptos Narrow" panose="020B0004020202020204" pitchFamily="34" charset="0"/>
                      </a:endParaRPr>
                    </a:p>
                  </a:txBody>
                  <a:tcPr marL="6986" marR="6986" marT="6986" marB="0" anchor="b">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accent6">
                        <a:lumMod val="40000"/>
                        <a:lumOff val="60000"/>
                      </a:schemeClr>
                    </a:solidFill>
                  </a:tcPr>
                </a:tc>
                <a:extLst>
                  <a:ext uri="{0D108BD9-81ED-4DB2-BD59-A6C34878D82A}">
                    <a16:rowId xmlns:a16="http://schemas.microsoft.com/office/drawing/2014/main" val="2576597704"/>
                  </a:ext>
                </a:extLst>
              </a:tr>
              <a:tr h="394528">
                <a:tc vMerge="1">
                  <a:txBody>
                    <a:bodyPr/>
                    <a:lstStyle/>
                    <a:p>
                      <a:pPr algn="ctr" fontAlgn="b"/>
                      <a:endParaRPr lang="en-US" sz="1200" b="0" i="0" u="none" strike="noStrike" dirty="0">
                        <a:solidFill>
                          <a:srgbClr val="000000"/>
                        </a:solidFill>
                        <a:effectLst/>
                        <a:latin typeface="Aptos Narrow" panose="020B0004020202020204" pitchFamily="34" charset="0"/>
                      </a:endParaRPr>
                    </a:p>
                  </a:txBody>
                  <a:tcPr marL="6986" marR="6986" marT="6986" marB="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lstStyle/>
                    <a:p>
                      <a:pPr marL="55563" indent="0" algn="l" fontAlgn="b"/>
                      <a:r>
                        <a:rPr lang="en-US" sz="1200" u="none" strike="noStrike" dirty="0">
                          <a:effectLst/>
                        </a:rPr>
                        <a:t>Evaluating if social media ads result in more conversions.</a:t>
                      </a:r>
                      <a:endParaRPr lang="en-US" sz="1200" b="0" i="0" u="none" strike="noStrike" dirty="0">
                        <a:solidFill>
                          <a:srgbClr val="000000"/>
                        </a:solidFill>
                        <a:effectLst/>
                        <a:latin typeface="Aptos Narrow" panose="020B0004020202020204" pitchFamily="34" charset="0"/>
                      </a:endParaRPr>
                    </a:p>
                  </a:txBody>
                  <a:tcPr marL="6986" marR="6986" marT="6986" marB="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fontAlgn="b"/>
                      <a:r>
                        <a:rPr lang="en-US" sz="1200" u="none" strike="noStrike" dirty="0">
                          <a:effectLst/>
                        </a:rPr>
                        <a:t>Proportion</a:t>
                      </a:r>
                      <a:endParaRPr lang="en-US" sz="1200" b="0" i="0" u="none" strike="noStrike" dirty="0">
                        <a:solidFill>
                          <a:srgbClr val="000000"/>
                        </a:solidFill>
                        <a:effectLst/>
                        <a:latin typeface="Aptos Narrow" panose="020B0004020202020204" pitchFamily="34" charset="0"/>
                      </a:endParaRPr>
                    </a:p>
                  </a:txBody>
                  <a:tcPr marL="6986" marR="6986" marT="6986" marB="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marL="171450" indent="-115888" algn="l" fontAlgn="b">
                        <a:buFont typeface="Arial" panose="020B0604020202020204" pitchFamily="34" charset="0"/>
                        <a:buChar char="•"/>
                      </a:pPr>
                      <a:r>
                        <a:rPr lang="en-US" sz="1200" u="none" strike="noStrike" dirty="0">
                          <a:effectLst/>
                        </a:rPr>
                        <a:t>Compare conversion rates for users who saw the ads vs. those who did not. </a:t>
                      </a:r>
                    </a:p>
                    <a:p>
                      <a:pPr marL="171450" indent="-115888" algn="l" fontAlgn="b">
                        <a:buFont typeface="Arial" panose="020B0604020202020204" pitchFamily="34" charset="0"/>
                        <a:buChar char="•"/>
                      </a:pPr>
                      <a:r>
                        <a:rPr lang="en-US" sz="1200" u="none" strike="noStrike" dirty="0">
                          <a:effectLst/>
                        </a:rPr>
                        <a:t>Randomly expose 5,000 users to social media ads while keeping a matched control group unexposed. </a:t>
                      </a:r>
                    </a:p>
                    <a:p>
                      <a:pPr marL="171450" indent="-115888" algn="l" fontAlgn="b">
                        <a:buFont typeface="Arial" panose="020B0604020202020204" pitchFamily="34" charset="0"/>
                        <a:buChar char="•"/>
                      </a:pPr>
                      <a:r>
                        <a:rPr lang="en-US" sz="1200" u="none" strike="noStrike" dirty="0">
                          <a:effectLst/>
                        </a:rPr>
                        <a:t>Track conversion behavior over 7 days.</a:t>
                      </a:r>
                      <a:endParaRPr lang="en-US" sz="1200" b="0" i="0" u="none" strike="noStrike" dirty="0">
                        <a:solidFill>
                          <a:srgbClr val="000000"/>
                        </a:solidFill>
                        <a:effectLst/>
                        <a:latin typeface="Aptos Narrow" panose="020B0004020202020204" pitchFamily="34" charset="0"/>
                      </a:endParaRPr>
                    </a:p>
                  </a:txBody>
                  <a:tcPr marL="6986" marR="6986" marT="6986" marB="0" anchor="b">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accent6">
                        <a:lumMod val="40000"/>
                        <a:lumOff val="60000"/>
                      </a:schemeClr>
                    </a:solidFill>
                  </a:tcPr>
                </a:tc>
                <a:extLst>
                  <a:ext uri="{0D108BD9-81ED-4DB2-BD59-A6C34878D82A}">
                    <a16:rowId xmlns:a16="http://schemas.microsoft.com/office/drawing/2014/main" val="2884170163"/>
                  </a:ext>
                </a:extLst>
              </a:tr>
              <a:tr h="394528">
                <a:tc rowSpan="3">
                  <a:txBody>
                    <a:bodyPr/>
                    <a:lstStyle/>
                    <a:p>
                      <a:pPr algn="ctr" fontAlgn="b"/>
                      <a:r>
                        <a:rPr lang="en-US" sz="1200" u="none" strike="noStrike" dirty="0">
                          <a:effectLst/>
                        </a:rPr>
                        <a:t>Sales &amp; Revenue</a:t>
                      </a:r>
                      <a:endParaRPr lang="en-US" sz="1200" b="0" i="0" u="none" strike="noStrike" dirty="0">
                        <a:solidFill>
                          <a:srgbClr val="000000"/>
                        </a:solidFill>
                        <a:effectLst/>
                        <a:latin typeface="Aptos Narrow" panose="020B0004020202020204" pitchFamily="34" charset="0"/>
                      </a:endParaRPr>
                    </a:p>
                  </a:txBody>
                  <a:tcPr marL="6986" marR="6986" marT="6986" marB="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pPr marL="55563" indent="0" algn="l" fontAlgn="b"/>
                      <a:r>
                        <a:rPr lang="en-US" sz="1200" u="none" strike="noStrike" dirty="0">
                          <a:effectLst/>
                        </a:rPr>
                        <a:t>Determining if a price change affects total revenue.</a:t>
                      </a:r>
                      <a:endParaRPr lang="en-US" sz="1200" b="0" i="0" u="none" strike="noStrike" dirty="0">
                        <a:solidFill>
                          <a:srgbClr val="000000"/>
                        </a:solidFill>
                        <a:effectLst/>
                        <a:latin typeface="Aptos Narrow" panose="020B0004020202020204" pitchFamily="34" charset="0"/>
                      </a:endParaRPr>
                    </a:p>
                  </a:txBody>
                  <a:tcPr marL="6986" marR="6986" marT="6986" marB="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pPr algn="ctr" fontAlgn="b"/>
                      <a:r>
                        <a:rPr lang="en-US" sz="1200" u="none" strike="noStrike" dirty="0">
                          <a:effectLst/>
                        </a:rPr>
                        <a:t>Mean</a:t>
                      </a:r>
                      <a:endParaRPr lang="en-US" sz="1200" b="0" i="0" u="none" strike="noStrike" dirty="0">
                        <a:solidFill>
                          <a:srgbClr val="000000"/>
                        </a:solidFill>
                        <a:effectLst/>
                        <a:latin typeface="Aptos Narrow" panose="020B0004020202020204" pitchFamily="34" charset="0"/>
                      </a:endParaRPr>
                    </a:p>
                  </a:txBody>
                  <a:tcPr marL="6986" marR="6986" marT="6986" marB="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pPr marL="171450" indent="-115888" algn="l" fontAlgn="b">
                        <a:buFont typeface="Arial" panose="020B0604020202020204" pitchFamily="34" charset="0"/>
                        <a:buChar char="•"/>
                      </a:pPr>
                      <a:r>
                        <a:rPr lang="en-US" sz="1200" u="none" strike="noStrike" dirty="0">
                          <a:effectLst/>
                        </a:rPr>
                        <a:t>Compare average revenue per user before and after price change. </a:t>
                      </a:r>
                    </a:p>
                    <a:p>
                      <a:pPr marL="171450" indent="-115888" algn="l" fontAlgn="b">
                        <a:buFont typeface="Arial" panose="020B0604020202020204" pitchFamily="34" charset="0"/>
                        <a:buChar char="•"/>
                      </a:pPr>
                      <a:r>
                        <a:rPr lang="en-US" sz="1200" u="none" strike="noStrike" dirty="0">
                          <a:effectLst/>
                        </a:rPr>
                        <a:t>Collect revenue data for 4 weeks before and after price change. </a:t>
                      </a:r>
                    </a:p>
                    <a:p>
                      <a:pPr marL="171450" indent="-115888" algn="l" fontAlgn="b">
                        <a:buFont typeface="Arial" panose="020B0604020202020204" pitchFamily="34" charset="0"/>
                        <a:buChar char="•"/>
                      </a:pPr>
                      <a:r>
                        <a:rPr lang="en-US" sz="1200" u="none" strike="noStrike" dirty="0">
                          <a:effectLst/>
                        </a:rPr>
                        <a:t>Use at least 1,000 transactions in each period to ensure reliability.</a:t>
                      </a:r>
                      <a:endParaRPr lang="en-US" sz="1200" b="0" i="0" u="none" strike="noStrike" dirty="0">
                        <a:solidFill>
                          <a:srgbClr val="000000"/>
                        </a:solidFill>
                        <a:effectLst/>
                        <a:latin typeface="Aptos Narrow" panose="020B0004020202020204" pitchFamily="34" charset="0"/>
                      </a:endParaRPr>
                    </a:p>
                  </a:txBody>
                  <a:tcPr marL="6986" marR="6986" marT="6986" marB="0" anchor="b">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accent1">
                        <a:lumMod val="40000"/>
                        <a:lumOff val="60000"/>
                      </a:schemeClr>
                    </a:solidFill>
                  </a:tcPr>
                </a:tc>
                <a:extLst>
                  <a:ext uri="{0D108BD9-81ED-4DB2-BD59-A6C34878D82A}">
                    <a16:rowId xmlns:a16="http://schemas.microsoft.com/office/drawing/2014/main" val="2356325891"/>
                  </a:ext>
                </a:extLst>
              </a:tr>
              <a:tr h="394528">
                <a:tc vMerge="1">
                  <a:txBody>
                    <a:bodyPr/>
                    <a:lstStyle/>
                    <a:p>
                      <a:pPr algn="ctr" fontAlgn="b"/>
                      <a:endParaRPr lang="en-US" sz="1200" b="0" i="0" u="none" strike="noStrike" dirty="0">
                        <a:solidFill>
                          <a:srgbClr val="000000"/>
                        </a:solidFill>
                        <a:effectLst/>
                        <a:latin typeface="Aptos Narrow" panose="020B0004020202020204" pitchFamily="34" charset="0"/>
                      </a:endParaRPr>
                    </a:p>
                  </a:txBody>
                  <a:tcPr marL="6986" marR="6986" marT="6986" marB="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lstStyle/>
                    <a:p>
                      <a:pPr marL="55563" indent="0" algn="l" fontAlgn="b"/>
                      <a:r>
                        <a:rPr lang="en-US" sz="1200" u="none" strike="noStrike" dirty="0">
                          <a:effectLst/>
                        </a:rPr>
                        <a:t>Testing whether bundling products increases average order value.</a:t>
                      </a:r>
                      <a:endParaRPr lang="en-US" sz="1200" b="0" i="0" u="none" strike="noStrike" dirty="0">
                        <a:solidFill>
                          <a:srgbClr val="000000"/>
                        </a:solidFill>
                        <a:effectLst/>
                        <a:latin typeface="Aptos Narrow" panose="020B0004020202020204" pitchFamily="34" charset="0"/>
                      </a:endParaRPr>
                    </a:p>
                  </a:txBody>
                  <a:tcPr marL="6986" marR="6986" marT="6986" marB="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pPr algn="ctr" fontAlgn="b"/>
                      <a:r>
                        <a:rPr lang="en-US" sz="1200" u="none" strike="noStrike" dirty="0">
                          <a:effectLst/>
                        </a:rPr>
                        <a:t>Mean</a:t>
                      </a:r>
                      <a:endParaRPr lang="en-US" sz="1200" b="0" i="0" u="none" strike="noStrike" dirty="0">
                        <a:solidFill>
                          <a:srgbClr val="000000"/>
                        </a:solidFill>
                        <a:effectLst/>
                        <a:latin typeface="Aptos Narrow" panose="020B0004020202020204" pitchFamily="34" charset="0"/>
                      </a:endParaRPr>
                    </a:p>
                  </a:txBody>
                  <a:tcPr marL="6986" marR="6986" marT="6986" marB="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pPr marL="171450" indent="-115888" algn="l" fontAlgn="b">
                        <a:buFont typeface="Arial" panose="020B0604020202020204" pitchFamily="34" charset="0"/>
                        <a:buChar char="•"/>
                      </a:pPr>
                      <a:r>
                        <a:rPr lang="en-US" sz="1200" u="none" strike="noStrike" dirty="0">
                          <a:effectLst/>
                        </a:rPr>
                        <a:t>Compare average order value for bundled vs. unbundled products. </a:t>
                      </a:r>
                    </a:p>
                    <a:p>
                      <a:pPr marL="171450" indent="-115888" algn="l" fontAlgn="b">
                        <a:buFont typeface="Arial" panose="020B0604020202020204" pitchFamily="34" charset="0"/>
                        <a:buChar char="•"/>
                      </a:pPr>
                      <a:r>
                        <a:rPr lang="en-US" sz="1200" u="none" strike="noStrike" dirty="0">
                          <a:effectLst/>
                        </a:rPr>
                        <a:t>Assign 500 customers to view bundled product pricing and 500 to unbundled. </a:t>
                      </a:r>
                    </a:p>
                    <a:p>
                      <a:pPr marL="171450" indent="-115888" algn="l" fontAlgn="b">
                        <a:buFont typeface="Arial" panose="020B0604020202020204" pitchFamily="34" charset="0"/>
                        <a:buChar char="•"/>
                      </a:pPr>
                      <a:r>
                        <a:rPr lang="en-US" sz="1200" u="none" strike="noStrike" dirty="0">
                          <a:effectLst/>
                        </a:rPr>
                        <a:t>Track order values across one sales cycle.</a:t>
                      </a:r>
                      <a:endParaRPr lang="en-US" sz="1200" b="0" i="0" u="none" strike="noStrike" dirty="0">
                        <a:solidFill>
                          <a:srgbClr val="000000"/>
                        </a:solidFill>
                        <a:effectLst/>
                        <a:latin typeface="Aptos Narrow" panose="020B0004020202020204" pitchFamily="34" charset="0"/>
                      </a:endParaRPr>
                    </a:p>
                  </a:txBody>
                  <a:tcPr marL="6986" marR="6986" marT="6986" marB="0" anchor="b">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accent1">
                        <a:lumMod val="40000"/>
                        <a:lumOff val="60000"/>
                      </a:schemeClr>
                    </a:solidFill>
                  </a:tcPr>
                </a:tc>
                <a:extLst>
                  <a:ext uri="{0D108BD9-81ED-4DB2-BD59-A6C34878D82A}">
                    <a16:rowId xmlns:a16="http://schemas.microsoft.com/office/drawing/2014/main" val="3056640877"/>
                  </a:ext>
                </a:extLst>
              </a:tr>
              <a:tr h="394528">
                <a:tc vMerge="1">
                  <a:txBody>
                    <a:bodyPr/>
                    <a:lstStyle/>
                    <a:p>
                      <a:pPr algn="ctr" fontAlgn="b"/>
                      <a:endParaRPr lang="en-US" sz="1200" b="0" i="0" u="none" strike="noStrike" dirty="0">
                        <a:solidFill>
                          <a:srgbClr val="000000"/>
                        </a:solidFill>
                        <a:effectLst/>
                        <a:latin typeface="Aptos Narrow" panose="020B0004020202020204" pitchFamily="34" charset="0"/>
                      </a:endParaRPr>
                    </a:p>
                  </a:txBody>
                  <a:tcPr marL="6986" marR="6986" marT="6986" marB="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lstStyle/>
                    <a:p>
                      <a:pPr marL="55563" indent="0" algn="l" fontAlgn="b"/>
                      <a:r>
                        <a:rPr lang="en-US" sz="1200" u="none" strike="noStrike" dirty="0">
                          <a:effectLst/>
                        </a:rPr>
                        <a:t>Assessing if offering free shipping improves purchase completion rates.</a:t>
                      </a:r>
                      <a:endParaRPr lang="en-US" sz="1200" b="0" i="0" u="none" strike="noStrike" dirty="0">
                        <a:solidFill>
                          <a:srgbClr val="000000"/>
                        </a:solidFill>
                        <a:effectLst/>
                        <a:latin typeface="Aptos Narrow" panose="020B0004020202020204" pitchFamily="34" charset="0"/>
                      </a:endParaRPr>
                    </a:p>
                  </a:txBody>
                  <a:tcPr marL="6986" marR="6986" marT="6986" marB="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pPr algn="ctr" fontAlgn="b"/>
                      <a:r>
                        <a:rPr lang="en-US" sz="1200" u="none" strike="noStrike" dirty="0">
                          <a:effectLst/>
                        </a:rPr>
                        <a:t>Proportion</a:t>
                      </a:r>
                      <a:endParaRPr lang="en-US" sz="1200" b="0" i="0" u="none" strike="noStrike" dirty="0">
                        <a:solidFill>
                          <a:srgbClr val="000000"/>
                        </a:solidFill>
                        <a:effectLst/>
                        <a:latin typeface="Aptos Narrow" panose="020B0004020202020204" pitchFamily="34" charset="0"/>
                      </a:endParaRPr>
                    </a:p>
                  </a:txBody>
                  <a:tcPr marL="6986" marR="6986" marT="6986" marB="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pPr marL="171450" indent="-115888" algn="l" fontAlgn="b">
                        <a:buFont typeface="Arial" panose="020B0604020202020204" pitchFamily="34" charset="0"/>
                        <a:buChar char="•"/>
                      </a:pPr>
                      <a:r>
                        <a:rPr lang="en-US" sz="1200" u="none" strike="noStrike" dirty="0">
                          <a:effectLst/>
                        </a:rPr>
                        <a:t>Compare checkout completion rates with and without free shipping. </a:t>
                      </a:r>
                    </a:p>
                    <a:p>
                      <a:pPr marL="171450" indent="-115888" algn="l" fontAlgn="b">
                        <a:buFont typeface="Arial" panose="020B0604020202020204" pitchFamily="34" charset="0"/>
                        <a:buChar char="•"/>
                      </a:pPr>
                      <a:r>
                        <a:rPr lang="en-US" sz="1200" u="none" strike="noStrike" dirty="0">
                          <a:effectLst/>
                        </a:rPr>
                        <a:t>Split 2,000 checkout users evenly into groups with and without free shipping. </a:t>
                      </a:r>
                    </a:p>
                    <a:p>
                      <a:pPr marL="171450" indent="-115888" algn="l" fontAlgn="b">
                        <a:buFont typeface="Arial" panose="020B0604020202020204" pitchFamily="34" charset="0"/>
                        <a:buChar char="•"/>
                      </a:pPr>
                      <a:r>
                        <a:rPr lang="en-US" sz="1200" u="none" strike="noStrike" dirty="0">
                          <a:effectLst/>
                        </a:rPr>
                        <a:t>Track completion rate within 24 hours.</a:t>
                      </a:r>
                      <a:endParaRPr lang="en-US" sz="1200" b="0" i="0" u="none" strike="noStrike" dirty="0">
                        <a:solidFill>
                          <a:srgbClr val="000000"/>
                        </a:solidFill>
                        <a:effectLst/>
                        <a:latin typeface="Aptos Narrow" panose="020B0004020202020204" pitchFamily="34" charset="0"/>
                      </a:endParaRPr>
                    </a:p>
                  </a:txBody>
                  <a:tcPr marL="6986" marR="6986" marT="6986" marB="0" anchor="b">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accent1">
                        <a:lumMod val="40000"/>
                        <a:lumOff val="60000"/>
                      </a:schemeClr>
                    </a:solidFill>
                  </a:tcPr>
                </a:tc>
                <a:extLst>
                  <a:ext uri="{0D108BD9-81ED-4DB2-BD59-A6C34878D82A}">
                    <a16:rowId xmlns:a16="http://schemas.microsoft.com/office/drawing/2014/main" val="930945519"/>
                  </a:ext>
                </a:extLst>
              </a:tr>
            </a:tbl>
          </a:graphicData>
        </a:graphic>
      </p:graphicFrame>
    </p:spTree>
    <p:extLst>
      <p:ext uri="{BB962C8B-B14F-4D97-AF65-F5344CB8AC3E}">
        <p14:creationId xmlns:p14="http://schemas.microsoft.com/office/powerpoint/2010/main" val="1832683320"/>
      </p:ext>
    </p:extLst>
  </p:cSld>
  <p:clrMapOvr>
    <a:masterClrMapping/>
  </p:clrMapOvr>
  <p:transition spd="med">
    <p:pull/>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5046FD-A028-8C3F-DF3F-63325A84CFC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BD1D562-E273-18DE-1DA1-E4048EEFA8D7}"/>
              </a:ext>
            </a:extLst>
          </p:cNvPr>
          <p:cNvSpPr>
            <a:spLocks noGrp="1"/>
          </p:cNvSpPr>
          <p:nvPr>
            <p:ph type="title"/>
          </p:nvPr>
        </p:nvSpPr>
        <p:spPr/>
        <p:txBody>
          <a:bodyPr/>
          <a:lstStyle/>
          <a:p>
            <a:endParaRPr lang="en-US"/>
          </a:p>
        </p:txBody>
      </p:sp>
      <p:graphicFrame>
        <p:nvGraphicFramePr>
          <p:cNvPr id="4" name="Content Placeholder 3">
            <a:extLst>
              <a:ext uri="{FF2B5EF4-FFF2-40B4-BE49-F238E27FC236}">
                <a16:creationId xmlns:a16="http://schemas.microsoft.com/office/drawing/2014/main" id="{68BF3D5E-B53A-A024-F190-02F12EC6DF2D}"/>
              </a:ext>
            </a:extLst>
          </p:cNvPr>
          <p:cNvGraphicFramePr>
            <a:graphicFrameLocks noGrp="1"/>
          </p:cNvGraphicFramePr>
          <p:nvPr>
            <p:ph idx="1"/>
            <p:extLst>
              <p:ext uri="{D42A27DB-BD31-4B8C-83A1-F6EECF244321}">
                <p14:modId xmlns:p14="http://schemas.microsoft.com/office/powerpoint/2010/main" val="1795607042"/>
              </p:ext>
            </p:extLst>
          </p:nvPr>
        </p:nvGraphicFramePr>
        <p:xfrm>
          <a:off x="838200" y="1706563"/>
          <a:ext cx="10628871" cy="5036800"/>
        </p:xfrm>
        <a:graphic>
          <a:graphicData uri="http://schemas.openxmlformats.org/drawingml/2006/table">
            <a:tbl>
              <a:tblPr>
                <a:tableStyleId>{5940675A-B579-460E-94D1-54222C63F5DA}</a:tableStyleId>
              </a:tblPr>
              <a:tblGrid>
                <a:gridCol w="981234">
                  <a:extLst>
                    <a:ext uri="{9D8B030D-6E8A-4147-A177-3AD203B41FA5}">
                      <a16:colId xmlns:a16="http://schemas.microsoft.com/office/drawing/2014/main" val="2333020860"/>
                    </a:ext>
                  </a:extLst>
                </a:gridCol>
                <a:gridCol w="2506793">
                  <a:extLst>
                    <a:ext uri="{9D8B030D-6E8A-4147-A177-3AD203B41FA5}">
                      <a16:colId xmlns:a16="http://schemas.microsoft.com/office/drawing/2014/main" val="1603746228"/>
                    </a:ext>
                  </a:extLst>
                </a:gridCol>
                <a:gridCol w="752400">
                  <a:extLst>
                    <a:ext uri="{9D8B030D-6E8A-4147-A177-3AD203B41FA5}">
                      <a16:colId xmlns:a16="http://schemas.microsoft.com/office/drawing/2014/main" val="2477239706"/>
                    </a:ext>
                  </a:extLst>
                </a:gridCol>
                <a:gridCol w="6388444">
                  <a:extLst>
                    <a:ext uri="{9D8B030D-6E8A-4147-A177-3AD203B41FA5}">
                      <a16:colId xmlns:a16="http://schemas.microsoft.com/office/drawing/2014/main" val="1625551808"/>
                    </a:ext>
                  </a:extLst>
                </a:gridCol>
              </a:tblGrid>
              <a:tr h="197264">
                <a:tc>
                  <a:txBody>
                    <a:bodyPr/>
                    <a:lstStyle/>
                    <a:p>
                      <a:pPr algn="ctr" fontAlgn="ctr"/>
                      <a:r>
                        <a:rPr lang="en-US" sz="1200" u="none" strike="noStrike" dirty="0">
                          <a:effectLst/>
                        </a:rPr>
                        <a:t>Category</a:t>
                      </a:r>
                      <a:endParaRPr lang="en-US" sz="1200" b="1" i="0" u="none" strike="noStrike" dirty="0">
                        <a:solidFill>
                          <a:srgbClr val="000000"/>
                        </a:solidFill>
                        <a:effectLst/>
                        <a:latin typeface="Aptos Narrow" panose="020B0004020202020204" pitchFamily="34" charset="0"/>
                      </a:endParaRPr>
                    </a:p>
                  </a:txBody>
                  <a:tcPr marL="6986" marR="6986" marT="6986" marB="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fontAlgn="ctr"/>
                      <a:r>
                        <a:rPr lang="en-US" sz="1200" u="none" strike="noStrike">
                          <a:effectLst/>
                        </a:rPr>
                        <a:t>Scenario</a:t>
                      </a:r>
                      <a:endParaRPr lang="en-US" sz="1200" b="1" i="0" u="none" strike="noStrike">
                        <a:solidFill>
                          <a:srgbClr val="000000"/>
                        </a:solidFill>
                        <a:effectLst/>
                        <a:latin typeface="Aptos Narrow" panose="020B0004020202020204" pitchFamily="34" charset="0"/>
                      </a:endParaRPr>
                    </a:p>
                  </a:txBody>
                  <a:tcPr marL="6986" marR="6986" marT="6986" marB="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fontAlgn="ctr"/>
                      <a:r>
                        <a:rPr lang="en-US" sz="1200" u="none" strike="noStrike" dirty="0">
                          <a:effectLst/>
                        </a:rPr>
                        <a:t>Type of Test</a:t>
                      </a:r>
                      <a:endParaRPr lang="en-US" sz="1200" b="1" i="0" u="none" strike="noStrike" dirty="0">
                        <a:solidFill>
                          <a:srgbClr val="000000"/>
                        </a:solidFill>
                        <a:effectLst/>
                        <a:latin typeface="Aptos Narrow" panose="020B0004020202020204" pitchFamily="34" charset="0"/>
                      </a:endParaRPr>
                    </a:p>
                  </a:txBody>
                  <a:tcPr marL="6986" marR="6986" marT="6986" marB="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fontAlgn="ctr"/>
                      <a:r>
                        <a:rPr lang="en-US" sz="1200" u="none" strike="noStrike">
                          <a:effectLst/>
                        </a:rPr>
                        <a:t>Detailed Experiment Design</a:t>
                      </a:r>
                      <a:endParaRPr lang="en-US" sz="1200" b="1" i="0" u="none" strike="noStrike">
                        <a:solidFill>
                          <a:srgbClr val="000000"/>
                        </a:solidFill>
                        <a:effectLst/>
                        <a:latin typeface="Aptos Narrow" panose="020B0004020202020204" pitchFamily="34" charset="0"/>
                      </a:endParaRPr>
                    </a:p>
                  </a:txBody>
                  <a:tcPr marL="6986" marR="6986" marT="6986" marB="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accent6">
                        <a:lumMod val="40000"/>
                        <a:lumOff val="60000"/>
                      </a:schemeClr>
                    </a:solidFill>
                  </a:tcPr>
                </a:tc>
                <a:extLst>
                  <a:ext uri="{0D108BD9-81ED-4DB2-BD59-A6C34878D82A}">
                    <a16:rowId xmlns:a16="http://schemas.microsoft.com/office/drawing/2014/main" val="1204415712"/>
                  </a:ext>
                </a:extLst>
              </a:tr>
              <a:tr h="394528">
                <a:tc rowSpan="3">
                  <a:txBody>
                    <a:bodyPr/>
                    <a:lstStyle/>
                    <a:p>
                      <a:pPr algn="ctr" fontAlgn="b"/>
                      <a:r>
                        <a:rPr lang="en-US" sz="1200" u="none" strike="noStrike" dirty="0">
                          <a:effectLst/>
                        </a:rPr>
                        <a:t>Operations</a:t>
                      </a:r>
                      <a:endParaRPr lang="en-US" sz="1200" b="0" i="0" u="none" strike="noStrike" dirty="0">
                        <a:solidFill>
                          <a:srgbClr val="000000"/>
                        </a:solidFill>
                        <a:effectLst/>
                        <a:latin typeface="Aptos Narrow" panose="020B0004020202020204" pitchFamily="34" charset="0"/>
                      </a:endParaRPr>
                    </a:p>
                  </a:txBody>
                  <a:tcPr marL="6986" marR="6986" marT="6986" marB="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marL="55563" indent="0" algn="l" fontAlgn="b"/>
                      <a:r>
                        <a:rPr lang="en-US" sz="1200" u="none" strike="noStrike" dirty="0">
                          <a:effectLst/>
                        </a:rPr>
                        <a:t>Checking whether a new supplier leads to fewer product defects.</a:t>
                      </a:r>
                      <a:endParaRPr lang="en-US" sz="1200" b="0" i="0" u="none" strike="noStrike" dirty="0">
                        <a:solidFill>
                          <a:srgbClr val="000000"/>
                        </a:solidFill>
                        <a:effectLst/>
                        <a:latin typeface="Aptos Narrow" panose="020B0004020202020204" pitchFamily="34" charset="0"/>
                      </a:endParaRPr>
                    </a:p>
                  </a:txBody>
                  <a:tcPr marL="6986" marR="6986" marT="6986" marB="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fontAlgn="b"/>
                      <a:r>
                        <a:rPr lang="en-US" sz="1200" u="none" strike="noStrike" dirty="0">
                          <a:effectLst/>
                        </a:rPr>
                        <a:t>Proportion</a:t>
                      </a:r>
                      <a:endParaRPr lang="en-US" sz="1200" b="0" i="0" u="none" strike="noStrike" dirty="0">
                        <a:solidFill>
                          <a:srgbClr val="000000"/>
                        </a:solidFill>
                        <a:effectLst/>
                        <a:latin typeface="Aptos Narrow" panose="020B0004020202020204" pitchFamily="34" charset="0"/>
                      </a:endParaRPr>
                    </a:p>
                  </a:txBody>
                  <a:tcPr marL="6986" marR="6986" marT="6986" marB="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marL="171450" indent="-115888" algn="l" fontAlgn="b">
                        <a:buFont typeface="Arial" panose="020B0604020202020204" pitchFamily="34" charset="0"/>
                        <a:buChar char="•"/>
                      </a:pPr>
                      <a:r>
                        <a:rPr lang="en-US" sz="1200" u="none" strike="noStrike" dirty="0">
                          <a:effectLst/>
                        </a:rPr>
                        <a:t>Compare defect rates between products from the old vs. new supplier. </a:t>
                      </a:r>
                    </a:p>
                    <a:p>
                      <a:pPr marL="171450" indent="-115888" algn="l" fontAlgn="b">
                        <a:buFont typeface="Arial" panose="020B0604020202020204" pitchFamily="34" charset="0"/>
                        <a:buChar char="•"/>
                      </a:pPr>
                      <a:r>
                        <a:rPr lang="en-US" sz="1200" u="none" strike="noStrike" dirty="0">
                          <a:effectLst/>
                        </a:rPr>
                        <a:t>Collect defect data from 1,000 units produced using the old supplier and 1,000 from the new. </a:t>
                      </a:r>
                    </a:p>
                    <a:p>
                      <a:pPr marL="171450" indent="-115888" algn="l" fontAlgn="b">
                        <a:buFont typeface="Arial" panose="020B0604020202020204" pitchFamily="34" charset="0"/>
                        <a:buChar char="•"/>
                      </a:pPr>
                      <a:r>
                        <a:rPr lang="en-US" sz="1200" u="none" strike="noStrike" dirty="0">
                          <a:effectLst/>
                        </a:rPr>
                        <a:t>Monitor under similar production conditions.</a:t>
                      </a:r>
                      <a:endParaRPr lang="en-US" sz="1200" b="0" i="0" u="none" strike="noStrike" dirty="0">
                        <a:solidFill>
                          <a:srgbClr val="000000"/>
                        </a:solidFill>
                        <a:effectLst/>
                        <a:latin typeface="Aptos Narrow" panose="020B0004020202020204" pitchFamily="34" charset="0"/>
                      </a:endParaRPr>
                    </a:p>
                  </a:txBody>
                  <a:tcPr marL="6986" marR="6986" marT="6986" marB="0" anchor="b">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accent6">
                        <a:lumMod val="40000"/>
                        <a:lumOff val="60000"/>
                      </a:schemeClr>
                    </a:solidFill>
                  </a:tcPr>
                </a:tc>
                <a:extLst>
                  <a:ext uri="{0D108BD9-81ED-4DB2-BD59-A6C34878D82A}">
                    <a16:rowId xmlns:a16="http://schemas.microsoft.com/office/drawing/2014/main" val="439735404"/>
                  </a:ext>
                </a:extLst>
              </a:tr>
              <a:tr h="394528">
                <a:tc vMerge="1">
                  <a:txBody>
                    <a:bodyPr/>
                    <a:lstStyle/>
                    <a:p>
                      <a:pPr algn="ctr" fontAlgn="b"/>
                      <a:endParaRPr lang="en-US" sz="1200" b="0" i="0" u="none" strike="noStrike" dirty="0">
                        <a:solidFill>
                          <a:srgbClr val="000000"/>
                        </a:solidFill>
                        <a:effectLst/>
                        <a:latin typeface="Aptos Narrow" panose="020B0004020202020204" pitchFamily="34" charset="0"/>
                      </a:endParaRPr>
                    </a:p>
                  </a:txBody>
                  <a:tcPr marL="6986" marR="6986" marT="6986" marB="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lstStyle/>
                    <a:p>
                      <a:pPr marL="55563" indent="0" algn="l" fontAlgn="b"/>
                      <a:r>
                        <a:rPr lang="en-US" sz="1200" u="none" strike="noStrike" dirty="0">
                          <a:effectLst/>
                        </a:rPr>
                        <a:t>Evaluating if a new production method reduces waste or error rates.</a:t>
                      </a:r>
                      <a:endParaRPr lang="en-US" sz="1200" b="0" i="0" u="none" strike="noStrike" dirty="0">
                        <a:solidFill>
                          <a:srgbClr val="000000"/>
                        </a:solidFill>
                        <a:effectLst/>
                        <a:latin typeface="Aptos Narrow" panose="020B0004020202020204" pitchFamily="34" charset="0"/>
                      </a:endParaRPr>
                    </a:p>
                  </a:txBody>
                  <a:tcPr marL="6986" marR="6986" marT="6986" marB="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fontAlgn="b"/>
                      <a:r>
                        <a:rPr lang="en-US" sz="1200" u="none" strike="noStrike">
                          <a:effectLst/>
                        </a:rPr>
                        <a:t>Mean</a:t>
                      </a:r>
                      <a:endParaRPr lang="en-US" sz="1200" b="0" i="0" u="none" strike="noStrike">
                        <a:solidFill>
                          <a:srgbClr val="000000"/>
                        </a:solidFill>
                        <a:effectLst/>
                        <a:latin typeface="Aptos Narrow" panose="020B0004020202020204" pitchFamily="34" charset="0"/>
                      </a:endParaRPr>
                    </a:p>
                  </a:txBody>
                  <a:tcPr marL="6986" marR="6986" marT="6986" marB="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marL="171450" indent="-115888" algn="l" fontAlgn="b">
                        <a:buFont typeface="Arial" panose="020B0604020202020204" pitchFamily="34" charset="0"/>
                        <a:buChar char="•"/>
                      </a:pPr>
                      <a:r>
                        <a:rPr lang="en-US" sz="1200" u="none" strike="noStrike" dirty="0">
                          <a:effectLst/>
                        </a:rPr>
                        <a:t>Compare mean waste/error amounts using old vs. new methods. </a:t>
                      </a:r>
                    </a:p>
                    <a:p>
                      <a:pPr marL="171450" indent="-115888" algn="l" fontAlgn="b">
                        <a:buFont typeface="Arial" panose="020B0604020202020204" pitchFamily="34" charset="0"/>
                        <a:buChar char="•"/>
                      </a:pPr>
                      <a:r>
                        <a:rPr lang="en-US" sz="1200" u="none" strike="noStrike" dirty="0">
                          <a:effectLst/>
                        </a:rPr>
                        <a:t>Run the production process using each method for a week, generating at least 500 measurements of waste or errors per method.</a:t>
                      </a:r>
                      <a:endParaRPr lang="en-US" sz="1200" b="0" i="0" u="none" strike="noStrike" dirty="0">
                        <a:solidFill>
                          <a:srgbClr val="000000"/>
                        </a:solidFill>
                        <a:effectLst/>
                        <a:latin typeface="Aptos Narrow" panose="020B0004020202020204" pitchFamily="34" charset="0"/>
                      </a:endParaRPr>
                    </a:p>
                  </a:txBody>
                  <a:tcPr marL="6986" marR="6986" marT="6986" marB="0" anchor="b">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accent6">
                        <a:lumMod val="40000"/>
                        <a:lumOff val="60000"/>
                      </a:schemeClr>
                    </a:solidFill>
                  </a:tcPr>
                </a:tc>
                <a:extLst>
                  <a:ext uri="{0D108BD9-81ED-4DB2-BD59-A6C34878D82A}">
                    <a16:rowId xmlns:a16="http://schemas.microsoft.com/office/drawing/2014/main" val="3222721234"/>
                  </a:ext>
                </a:extLst>
              </a:tr>
              <a:tr h="394528">
                <a:tc vMerge="1">
                  <a:txBody>
                    <a:bodyPr/>
                    <a:lstStyle/>
                    <a:p>
                      <a:pPr algn="ctr" fontAlgn="b"/>
                      <a:endParaRPr lang="en-US" sz="1200" b="0" i="0" u="none" strike="noStrike" dirty="0">
                        <a:solidFill>
                          <a:srgbClr val="000000"/>
                        </a:solidFill>
                        <a:effectLst/>
                        <a:latin typeface="Aptos Narrow" panose="020B0004020202020204" pitchFamily="34" charset="0"/>
                      </a:endParaRPr>
                    </a:p>
                  </a:txBody>
                  <a:tcPr marL="6986" marR="6986" marT="6986" marB="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lstStyle/>
                    <a:p>
                      <a:pPr marL="55563" indent="0" algn="l" fontAlgn="b"/>
                      <a:r>
                        <a:rPr lang="en-US" sz="1200" u="none" strike="noStrike" dirty="0">
                          <a:effectLst/>
                        </a:rPr>
                        <a:t>Determining if delivery time decreases with a new logistics provider.</a:t>
                      </a:r>
                      <a:endParaRPr lang="en-US" sz="1200" b="0" i="0" u="none" strike="noStrike" dirty="0">
                        <a:solidFill>
                          <a:srgbClr val="000000"/>
                        </a:solidFill>
                        <a:effectLst/>
                        <a:latin typeface="Aptos Narrow" panose="020B0004020202020204" pitchFamily="34" charset="0"/>
                      </a:endParaRPr>
                    </a:p>
                  </a:txBody>
                  <a:tcPr marL="6986" marR="6986" marT="6986" marB="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fontAlgn="b"/>
                      <a:r>
                        <a:rPr lang="en-US" sz="1200" u="none" strike="noStrike">
                          <a:effectLst/>
                        </a:rPr>
                        <a:t>Mean</a:t>
                      </a:r>
                      <a:endParaRPr lang="en-US" sz="1200" b="0" i="0" u="none" strike="noStrike">
                        <a:solidFill>
                          <a:srgbClr val="000000"/>
                        </a:solidFill>
                        <a:effectLst/>
                        <a:latin typeface="Aptos Narrow" panose="020B0004020202020204" pitchFamily="34" charset="0"/>
                      </a:endParaRPr>
                    </a:p>
                  </a:txBody>
                  <a:tcPr marL="6986" marR="6986" marT="6986" marB="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marL="171450" indent="-115888" algn="l" fontAlgn="b">
                        <a:buFont typeface="Arial" panose="020B0604020202020204" pitchFamily="34" charset="0"/>
                        <a:buChar char="•"/>
                      </a:pPr>
                      <a:r>
                        <a:rPr lang="en-US" sz="1200" u="none" strike="noStrike" dirty="0">
                          <a:effectLst/>
                        </a:rPr>
                        <a:t>Compare average delivery times between the two providers. </a:t>
                      </a:r>
                    </a:p>
                    <a:p>
                      <a:pPr marL="171450" indent="-115888" algn="l" fontAlgn="b">
                        <a:buFont typeface="Arial" panose="020B0604020202020204" pitchFamily="34" charset="0"/>
                        <a:buChar char="•"/>
                      </a:pPr>
                      <a:r>
                        <a:rPr lang="en-US" sz="1200" u="none" strike="noStrike" dirty="0">
                          <a:effectLst/>
                        </a:rPr>
                        <a:t>Record 1,000 delivery times for each provider across the same set of shipping regions and similar order types.</a:t>
                      </a:r>
                      <a:endParaRPr lang="en-US" sz="1200" b="0" i="0" u="none" strike="noStrike" dirty="0">
                        <a:solidFill>
                          <a:srgbClr val="000000"/>
                        </a:solidFill>
                        <a:effectLst/>
                        <a:latin typeface="Aptos Narrow" panose="020B0004020202020204" pitchFamily="34" charset="0"/>
                      </a:endParaRPr>
                    </a:p>
                  </a:txBody>
                  <a:tcPr marL="6986" marR="6986" marT="6986" marB="0" anchor="b">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accent6">
                        <a:lumMod val="40000"/>
                        <a:lumOff val="60000"/>
                      </a:schemeClr>
                    </a:solidFill>
                  </a:tcPr>
                </a:tc>
                <a:extLst>
                  <a:ext uri="{0D108BD9-81ED-4DB2-BD59-A6C34878D82A}">
                    <a16:rowId xmlns:a16="http://schemas.microsoft.com/office/drawing/2014/main" val="2067310294"/>
                  </a:ext>
                </a:extLst>
              </a:tr>
              <a:tr h="394528">
                <a:tc rowSpan="3">
                  <a:txBody>
                    <a:bodyPr/>
                    <a:lstStyle/>
                    <a:p>
                      <a:pPr algn="ctr" fontAlgn="b"/>
                      <a:r>
                        <a:rPr lang="en-US" sz="1200" u="none" strike="noStrike" dirty="0">
                          <a:effectLst/>
                        </a:rPr>
                        <a:t>Customer Behavior</a:t>
                      </a:r>
                      <a:endParaRPr lang="en-US" sz="1200" b="0" i="0" u="none" strike="noStrike" dirty="0">
                        <a:solidFill>
                          <a:srgbClr val="000000"/>
                        </a:solidFill>
                        <a:effectLst/>
                        <a:latin typeface="Aptos Narrow" panose="020B0004020202020204" pitchFamily="34" charset="0"/>
                      </a:endParaRPr>
                    </a:p>
                  </a:txBody>
                  <a:tcPr marL="6986" marR="6986" marT="6986" marB="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pPr marL="55563" indent="0" algn="l" fontAlgn="b"/>
                      <a:r>
                        <a:rPr lang="en-US" sz="1200" u="none" strike="noStrike" dirty="0">
                          <a:effectLst/>
                        </a:rPr>
                        <a:t>Testing if a loyalty program increases repeat purchase rates.</a:t>
                      </a:r>
                      <a:endParaRPr lang="en-US" sz="1200" b="0" i="0" u="none" strike="noStrike" dirty="0">
                        <a:solidFill>
                          <a:srgbClr val="000000"/>
                        </a:solidFill>
                        <a:effectLst/>
                        <a:latin typeface="Aptos Narrow" panose="020B0004020202020204" pitchFamily="34" charset="0"/>
                      </a:endParaRPr>
                    </a:p>
                  </a:txBody>
                  <a:tcPr marL="6986" marR="6986" marT="6986" marB="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pPr algn="ctr" fontAlgn="b"/>
                      <a:r>
                        <a:rPr lang="en-US" sz="1200" u="none" strike="noStrike" dirty="0">
                          <a:effectLst/>
                        </a:rPr>
                        <a:t>Proportion</a:t>
                      </a:r>
                      <a:endParaRPr lang="en-US" sz="1200" b="0" i="0" u="none" strike="noStrike" dirty="0">
                        <a:solidFill>
                          <a:srgbClr val="000000"/>
                        </a:solidFill>
                        <a:effectLst/>
                        <a:latin typeface="Aptos Narrow" panose="020B0004020202020204" pitchFamily="34" charset="0"/>
                      </a:endParaRPr>
                    </a:p>
                  </a:txBody>
                  <a:tcPr marL="6986" marR="6986" marT="6986" marB="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pPr marL="171450" indent="-115888" algn="l" fontAlgn="b">
                        <a:buFont typeface="Arial" panose="020B0604020202020204" pitchFamily="34" charset="0"/>
                        <a:buChar char="•"/>
                      </a:pPr>
                      <a:r>
                        <a:rPr lang="en-US" sz="1200" u="none" strike="noStrike" dirty="0">
                          <a:effectLst/>
                        </a:rPr>
                        <a:t>Compare proportion of returning customers with and without loyalty program. </a:t>
                      </a:r>
                    </a:p>
                    <a:p>
                      <a:pPr marL="171450" indent="-115888" algn="l" fontAlgn="b">
                        <a:buFont typeface="Arial" panose="020B0604020202020204" pitchFamily="34" charset="0"/>
                        <a:buChar char="•"/>
                      </a:pPr>
                      <a:r>
                        <a:rPr lang="en-US" sz="1200" u="none" strike="noStrike" dirty="0">
                          <a:effectLst/>
                        </a:rPr>
                        <a:t>Track purchase frequency over 3 months for 1,000 loyalty program users and 1,000 non-users, matched by purchase history.</a:t>
                      </a:r>
                      <a:endParaRPr lang="en-US" sz="1200" b="0" i="0" u="none" strike="noStrike" dirty="0">
                        <a:solidFill>
                          <a:srgbClr val="000000"/>
                        </a:solidFill>
                        <a:effectLst/>
                        <a:latin typeface="Aptos Narrow" panose="020B0004020202020204" pitchFamily="34" charset="0"/>
                      </a:endParaRPr>
                    </a:p>
                  </a:txBody>
                  <a:tcPr marL="6986" marR="6986" marT="6986" marB="0" anchor="b">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accent1">
                        <a:lumMod val="40000"/>
                        <a:lumOff val="60000"/>
                      </a:schemeClr>
                    </a:solidFill>
                  </a:tcPr>
                </a:tc>
                <a:extLst>
                  <a:ext uri="{0D108BD9-81ED-4DB2-BD59-A6C34878D82A}">
                    <a16:rowId xmlns:a16="http://schemas.microsoft.com/office/drawing/2014/main" val="3035179213"/>
                  </a:ext>
                </a:extLst>
              </a:tr>
              <a:tr h="394528">
                <a:tc vMerge="1">
                  <a:txBody>
                    <a:bodyPr/>
                    <a:lstStyle/>
                    <a:p>
                      <a:pPr algn="ctr" fontAlgn="b"/>
                      <a:endParaRPr lang="en-US" sz="1200" b="0" i="0" u="none" strike="noStrike" dirty="0">
                        <a:solidFill>
                          <a:srgbClr val="000000"/>
                        </a:solidFill>
                        <a:effectLst/>
                        <a:latin typeface="Aptos Narrow" panose="020B0004020202020204" pitchFamily="34" charset="0"/>
                      </a:endParaRPr>
                    </a:p>
                  </a:txBody>
                  <a:tcPr marL="6986" marR="6986" marT="6986" marB="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lstStyle/>
                    <a:p>
                      <a:pPr marL="55563" indent="0" algn="l" fontAlgn="b"/>
                      <a:r>
                        <a:rPr lang="en-US" sz="1200" u="none" strike="noStrike" dirty="0">
                          <a:effectLst/>
                        </a:rPr>
                        <a:t>Seeing if a new mobile app design boosts daily active users.</a:t>
                      </a:r>
                      <a:endParaRPr lang="en-US" sz="1200" b="0" i="0" u="none" strike="noStrike" dirty="0">
                        <a:solidFill>
                          <a:srgbClr val="000000"/>
                        </a:solidFill>
                        <a:effectLst/>
                        <a:latin typeface="Aptos Narrow" panose="020B0004020202020204" pitchFamily="34" charset="0"/>
                      </a:endParaRPr>
                    </a:p>
                  </a:txBody>
                  <a:tcPr marL="6986" marR="6986" marT="6986" marB="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pPr algn="ctr" fontAlgn="b"/>
                      <a:r>
                        <a:rPr lang="en-US" sz="1200" u="none" strike="noStrike" dirty="0">
                          <a:effectLst/>
                        </a:rPr>
                        <a:t>Mean</a:t>
                      </a:r>
                      <a:endParaRPr lang="en-US" sz="1200" b="0" i="0" u="none" strike="noStrike" dirty="0">
                        <a:solidFill>
                          <a:srgbClr val="000000"/>
                        </a:solidFill>
                        <a:effectLst/>
                        <a:latin typeface="Aptos Narrow" panose="020B0004020202020204" pitchFamily="34" charset="0"/>
                      </a:endParaRPr>
                    </a:p>
                  </a:txBody>
                  <a:tcPr marL="6986" marR="6986" marT="6986" marB="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pPr marL="171450" indent="-115888" algn="l" fontAlgn="b">
                        <a:buFont typeface="Arial" panose="020B0604020202020204" pitchFamily="34" charset="0"/>
                        <a:buChar char="•"/>
                      </a:pPr>
                      <a:r>
                        <a:rPr lang="en-US" sz="1200" u="none" strike="noStrike" dirty="0">
                          <a:effectLst/>
                        </a:rPr>
                        <a:t>Compare average daily users before and after redesign. </a:t>
                      </a:r>
                    </a:p>
                    <a:p>
                      <a:pPr marL="171450" indent="-115888" algn="l" fontAlgn="b">
                        <a:buFont typeface="Arial" panose="020B0604020202020204" pitchFamily="34" charset="0"/>
                        <a:buChar char="•"/>
                      </a:pPr>
                      <a:r>
                        <a:rPr lang="en-US" sz="1200" u="none" strike="noStrike" dirty="0">
                          <a:effectLst/>
                        </a:rPr>
                        <a:t>Monitor app usage data for 30 days before and after the redesign, using data from at least 5,000 active users.</a:t>
                      </a:r>
                      <a:endParaRPr lang="en-US" sz="1200" b="0" i="0" u="none" strike="noStrike" dirty="0">
                        <a:solidFill>
                          <a:srgbClr val="000000"/>
                        </a:solidFill>
                        <a:effectLst/>
                        <a:latin typeface="Aptos Narrow" panose="020B0004020202020204" pitchFamily="34" charset="0"/>
                      </a:endParaRPr>
                    </a:p>
                  </a:txBody>
                  <a:tcPr marL="6986" marR="6986" marT="6986" marB="0" anchor="b">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accent1">
                        <a:lumMod val="40000"/>
                        <a:lumOff val="60000"/>
                      </a:schemeClr>
                    </a:solidFill>
                  </a:tcPr>
                </a:tc>
                <a:extLst>
                  <a:ext uri="{0D108BD9-81ED-4DB2-BD59-A6C34878D82A}">
                    <a16:rowId xmlns:a16="http://schemas.microsoft.com/office/drawing/2014/main" val="2069848200"/>
                  </a:ext>
                </a:extLst>
              </a:tr>
              <a:tr h="394528">
                <a:tc vMerge="1">
                  <a:txBody>
                    <a:bodyPr/>
                    <a:lstStyle/>
                    <a:p>
                      <a:pPr algn="ctr" fontAlgn="b"/>
                      <a:endParaRPr lang="en-US" sz="1200" b="0" i="0" u="none" strike="noStrike" dirty="0">
                        <a:solidFill>
                          <a:srgbClr val="000000"/>
                        </a:solidFill>
                        <a:effectLst/>
                        <a:latin typeface="Aptos Narrow" panose="020B0004020202020204" pitchFamily="34" charset="0"/>
                      </a:endParaRPr>
                    </a:p>
                  </a:txBody>
                  <a:tcPr marL="6986" marR="6986" marT="6986" marB="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lstStyle/>
                    <a:p>
                      <a:pPr marL="55563" indent="0" algn="l" fontAlgn="b"/>
                      <a:r>
                        <a:rPr lang="en-US" sz="1200" u="none" strike="noStrike">
                          <a:effectLst/>
                        </a:rPr>
                        <a:t>Measuring if customer satisfaction differs after a policy change.</a:t>
                      </a:r>
                      <a:endParaRPr lang="en-US" sz="1200" b="0" i="0" u="none" strike="noStrike">
                        <a:solidFill>
                          <a:srgbClr val="000000"/>
                        </a:solidFill>
                        <a:effectLst/>
                        <a:latin typeface="Aptos Narrow" panose="020B0004020202020204" pitchFamily="34" charset="0"/>
                      </a:endParaRPr>
                    </a:p>
                  </a:txBody>
                  <a:tcPr marL="6986" marR="6986" marT="6986" marB="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pPr algn="ctr" fontAlgn="b"/>
                      <a:r>
                        <a:rPr lang="en-US" sz="1200" u="none" strike="noStrike" dirty="0">
                          <a:effectLst/>
                        </a:rPr>
                        <a:t>Mean</a:t>
                      </a:r>
                      <a:endParaRPr lang="en-US" sz="1200" b="0" i="0" u="none" strike="noStrike" dirty="0">
                        <a:solidFill>
                          <a:srgbClr val="000000"/>
                        </a:solidFill>
                        <a:effectLst/>
                        <a:latin typeface="Aptos Narrow" panose="020B0004020202020204" pitchFamily="34" charset="0"/>
                      </a:endParaRPr>
                    </a:p>
                  </a:txBody>
                  <a:tcPr marL="6986" marR="6986" marT="6986" marB="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pPr marL="171450" indent="-115888" algn="l" fontAlgn="b">
                        <a:buFont typeface="Arial" panose="020B0604020202020204" pitchFamily="34" charset="0"/>
                        <a:buChar char="•"/>
                      </a:pPr>
                      <a:r>
                        <a:rPr lang="en-US" sz="1200" u="none" strike="noStrike" dirty="0">
                          <a:effectLst/>
                        </a:rPr>
                        <a:t>Compare satisfaction ratings before and after the policy change. </a:t>
                      </a:r>
                    </a:p>
                    <a:p>
                      <a:pPr marL="171450" indent="-115888" algn="l" fontAlgn="b">
                        <a:buFont typeface="Arial" panose="020B0604020202020204" pitchFamily="34" charset="0"/>
                        <a:buChar char="•"/>
                      </a:pPr>
                      <a:r>
                        <a:rPr lang="en-US" sz="1200" u="none" strike="noStrike" dirty="0">
                          <a:effectLst/>
                        </a:rPr>
                        <a:t>Survey at least 500 customers before and after the policy change or use NPS ratings from two equivalent time periods.</a:t>
                      </a:r>
                      <a:endParaRPr lang="en-US" sz="1200" b="0" i="0" u="none" strike="noStrike" dirty="0">
                        <a:solidFill>
                          <a:srgbClr val="000000"/>
                        </a:solidFill>
                        <a:effectLst/>
                        <a:latin typeface="Aptos Narrow" panose="020B0004020202020204" pitchFamily="34" charset="0"/>
                      </a:endParaRPr>
                    </a:p>
                  </a:txBody>
                  <a:tcPr marL="6986" marR="6986" marT="6986" marB="0" anchor="b">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accent1">
                        <a:lumMod val="40000"/>
                        <a:lumOff val="60000"/>
                      </a:schemeClr>
                    </a:solidFill>
                  </a:tcPr>
                </a:tc>
                <a:extLst>
                  <a:ext uri="{0D108BD9-81ED-4DB2-BD59-A6C34878D82A}">
                    <a16:rowId xmlns:a16="http://schemas.microsoft.com/office/drawing/2014/main" val="2336175784"/>
                  </a:ext>
                </a:extLst>
              </a:tr>
              <a:tr h="394528">
                <a:tc rowSpan="3">
                  <a:txBody>
                    <a:bodyPr/>
                    <a:lstStyle/>
                    <a:p>
                      <a:pPr algn="ctr" fontAlgn="b"/>
                      <a:r>
                        <a:rPr lang="en-US" sz="1200" u="none" strike="noStrike" dirty="0">
                          <a:effectLst/>
                        </a:rPr>
                        <a:t>Human Resources</a:t>
                      </a:r>
                      <a:endParaRPr lang="en-US" sz="1200" b="0" i="0" u="none" strike="noStrike" dirty="0">
                        <a:solidFill>
                          <a:srgbClr val="000000"/>
                        </a:solidFill>
                        <a:effectLst/>
                        <a:latin typeface="Aptos Narrow" panose="020B0004020202020204" pitchFamily="34" charset="0"/>
                      </a:endParaRPr>
                    </a:p>
                  </a:txBody>
                  <a:tcPr marL="6986" marR="6986" marT="6986" marB="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marL="55563" indent="0" algn="l" fontAlgn="b"/>
                      <a:r>
                        <a:rPr lang="en-US" sz="1200" u="none" strike="noStrike" dirty="0">
                          <a:effectLst/>
                        </a:rPr>
                        <a:t>Assessing whether remote work impacts employee productivity.</a:t>
                      </a:r>
                      <a:endParaRPr lang="en-US" sz="1200" b="0" i="0" u="none" strike="noStrike" dirty="0">
                        <a:solidFill>
                          <a:srgbClr val="000000"/>
                        </a:solidFill>
                        <a:effectLst/>
                        <a:latin typeface="Aptos Narrow" panose="020B0004020202020204" pitchFamily="34" charset="0"/>
                      </a:endParaRPr>
                    </a:p>
                  </a:txBody>
                  <a:tcPr marL="6986" marR="6986" marT="6986" marB="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fontAlgn="b"/>
                      <a:r>
                        <a:rPr lang="en-US" sz="1200" u="none" strike="noStrike" dirty="0">
                          <a:effectLst/>
                        </a:rPr>
                        <a:t>Mean</a:t>
                      </a:r>
                      <a:endParaRPr lang="en-US" sz="1200" b="0" i="0" u="none" strike="noStrike" dirty="0">
                        <a:solidFill>
                          <a:srgbClr val="000000"/>
                        </a:solidFill>
                        <a:effectLst/>
                        <a:latin typeface="Aptos Narrow" panose="020B0004020202020204" pitchFamily="34" charset="0"/>
                      </a:endParaRPr>
                    </a:p>
                  </a:txBody>
                  <a:tcPr marL="6986" marR="6986" marT="6986" marB="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marL="171450" indent="-115888" algn="l" fontAlgn="b">
                        <a:buFont typeface="Arial" panose="020B0604020202020204" pitchFamily="34" charset="0"/>
                        <a:buChar char="•"/>
                      </a:pPr>
                      <a:r>
                        <a:rPr lang="en-US" sz="1200" u="none" strike="noStrike" dirty="0">
                          <a:effectLst/>
                        </a:rPr>
                        <a:t>Compare average productivity scores of remote vs. in-office workers. </a:t>
                      </a:r>
                    </a:p>
                    <a:p>
                      <a:pPr marL="171450" indent="-115888" algn="l" fontAlgn="b">
                        <a:buFont typeface="Arial" panose="020B0604020202020204" pitchFamily="34" charset="0"/>
                        <a:buChar char="•"/>
                      </a:pPr>
                      <a:r>
                        <a:rPr lang="en-US" sz="1200" u="none" strike="noStrike" dirty="0">
                          <a:effectLst/>
                        </a:rPr>
                        <a:t>Randomly select 200 remote and 200 in-office employees with similar roles. Track weekly productivity for 1 month.</a:t>
                      </a:r>
                      <a:endParaRPr lang="en-US" sz="1200" b="0" i="0" u="none" strike="noStrike" dirty="0">
                        <a:solidFill>
                          <a:srgbClr val="000000"/>
                        </a:solidFill>
                        <a:effectLst/>
                        <a:latin typeface="Aptos Narrow" panose="020B0004020202020204" pitchFamily="34" charset="0"/>
                      </a:endParaRPr>
                    </a:p>
                  </a:txBody>
                  <a:tcPr marL="6986" marR="6986" marT="6986" marB="0" anchor="b">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accent6">
                        <a:lumMod val="40000"/>
                        <a:lumOff val="60000"/>
                      </a:schemeClr>
                    </a:solidFill>
                  </a:tcPr>
                </a:tc>
                <a:extLst>
                  <a:ext uri="{0D108BD9-81ED-4DB2-BD59-A6C34878D82A}">
                    <a16:rowId xmlns:a16="http://schemas.microsoft.com/office/drawing/2014/main" val="1279735955"/>
                  </a:ext>
                </a:extLst>
              </a:tr>
              <a:tr h="394528">
                <a:tc vMerge="1">
                  <a:txBody>
                    <a:bodyPr/>
                    <a:lstStyle/>
                    <a:p>
                      <a:pPr algn="ctr" fontAlgn="b"/>
                      <a:endParaRPr lang="en-US" sz="1200" b="0" i="0" u="none" strike="noStrike" dirty="0">
                        <a:solidFill>
                          <a:srgbClr val="000000"/>
                        </a:solidFill>
                        <a:effectLst/>
                        <a:latin typeface="Aptos Narrow" panose="020B0004020202020204" pitchFamily="34" charset="0"/>
                      </a:endParaRPr>
                    </a:p>
                  </a:txBody>
                  <a:tcPr marL="6986" marR="6986" marT="6986" marB="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lstStyle/>
                    <a:p>
                      <a:pPr marL="55563" indent="0" algn="l" fontAlgn="b"/>
                      <a:r>
                        <a:rPr lang="en-US" sz="1200" u="none" strike="noStrike" dirty="0">
                          <a:effectLst/>
                        </a:rPr>
                        <a:t>Measuring if training improves sales team performance.</a:t>
                      </a:r>
                      <a:endParaRPr lang="en-US" sz="1200" b="0" i="0" u="none" strike="noStrike" dirty="0">
                        <a:solidFill>
                          <a:srgbClr val="000000"/>
                        </a:solidFill>
                        <a:effectLst/>
                        <a:latin typeface="Aptos Narrow" panose="020B0004020202020204" pitchFamily="34" charset="0"/>
                      </a:endParaRPr>
                    </a:p>
                  </a:txBody>
                  <a:tcPr marL="6986" marR="6986" marT="6986" marB="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fontAlgn="b"/>
                      <a:r>
                        <a:rPr lang="en-US" sz="1200" u="none" strike="noStrike" dirty="0">
                          <a:effectLst/>
                        </a:rPr>
                        <a:t>Mean</a:t>
                      </a:r>
                      <a:endParaRPr lang="en-US" sz="1200" b="0" i="0" u="none" strike="noStrike" dirty="0">
                        <a:solidFill>
                          <a:srgbClr val="000000"/>
                        </a:solidFill>
                        <a:effectLst/>
                        <a:latin typeface="Aptos Narrow" panose="020B0004020202020204" pitchFamily="34" charset="0"/>
                      </a:endParaRPr>
                    </a:p>
                  </a:txBody>
                  <a:tcPr marL="6986" marR="6986" marT="6986" marB="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marL="171450" indent="-115888" algn="l" fontAlgn="b">
                        <a:buFont typeface="Arial" panose="020B0604020202020204" pitchFamily="34" charset="0"/>
                        <a:buChar char="•"/>
                      </a:pPr>
                      <a:r>
                        <a:rPr lang="en-US" sz="1200" u="none" strike="noStrike" dirty="0">
                          <a:effectLst/>
                        </a:rPr>
                        <a:t>Compare average sales figures before and after training. </a:t>
                      </a:r>
                    </a:p>
                    <a:p>
                      <a:pPr marL="171450" indent="-115888" algn="l" fontAlgn="b">
                        <a:buFont typeface="Arial" panose="020B0604020202020204" pitchFamily="34" charset="0"/>
                        <a:buChar char="•"/>
                      </a:pPr>
                      <a:r>
                        <a:rPr lang="en-US" sz="1200" u="none" strike="noStrike" dirty="0">
                          <a:effectLst/>
                        </a:rPr>
                        <a:t>Analyze sales data from 100 employees for the 3 months before and after training. Normalize for seasonal trends.</a:t>
                      </a:r>
                      <a:endParaRPr lang="en-US" sz="1200" b="0" i="0" u="none" strike="noStrike" dirty="0">
                        <a:solidFill>
                          <a:srgbClr val="000000"/>
                        </a:solidFill>
                        <a:effectLst/>
                        <a:latin typeface="Aptos Narrow" panose="020B0004020202020204" pitchFamily="34" charset="0"/>
                      </a:endParaRPr>
                    </a:p>
                  </a:txBody>
                  <a:tcPr marL="6986" marR="6986" marT="6986" marB="0" anchor="b">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accent6">
                        <a:lumMod val="40000"/>
                        <a:lumOff val="60000"/>
                      </a:schemeClr>
                    </a:solidFill>
                  </a:tcPr>
                </a:tc>
                <a:extLst>
                  <a:ext uri="{0D108BD9-81ED-4DB2-BD59-A6C34878D82A}">
                    <a16:rowId xmlns:a16="http://schemas.microsoft.com/office/drawing/2014/main" val="1557963868"/>
                  </a:ext>
                </a:extLst>
              </a:tr>
              <a:tr h="394528">
                <a:tc vMerge="1">
                  <a:txBody>
                    <a:bodyPr/>
                    <a:lstStyle/>
                    <a:p>
                      <a:pPr algn="ctr" fontAlgn="b"/>
                      <a:endParaRPr lang="en-US" sz="1200" b="0" i="0" u="none" strike="noStrike" dirty="0">
                        <a:solidFill>
                          <a:srgbClr val="000000"/>
                        </a:solidFill>
                        <a:effectLst/>
                        <a:latin typeface="Aptos Narrow" panose="020B0004020202020204" pitchFamily="34" charset="0"/>
                      </a:endParaRPr>
                    </a:p>
                  </a:txBody>
                  <a:tcPr marL="6986" marR="6986" marT="6986" marB="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lstStyle/>
                    <a:p>
                      <a:pPr marL="55563" indent="0" algn="l" fontAlgn="b"/>
                      <a:r>
                        <a:rPr lang="en-US" sz="1200" u="none" strike="noStrike" dirty="0">
                          <a:effectLst/>
                        </a:rPr>
                        <a:t>Testing if flexible hours reduce employee turnover.</a:t>
                      </a:r>
                      <a:endParaRPr lang="en-US" sz="1200" b="0" i="0" u="none" strike="noStrike" dirty="0">
                        <a:solidFill>
                          <a:srgbClr val="000000"/>
                        </a:solidFill>
                        <a:effectLst/>
                        <a:latin typeface="Aptos Narrow" panose="020B0004020202020204" pitchFamily="34" charset="0"/>
                      </a:endParaRPr>
                    </a:p>
                  </a:txBody>
                  <a:tcPr marL="6986" marR="6986" marT="6986" marB="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fontAlgn="b"/>
                      <a:r>
                        <a:rPr lang="en-US" sz="1200" u="none" strike="noStrike" dirty="0">
                          <a:effectLst/>
                        </a:rPr>
                        <a:t>Proportion</a:t>
                      </a:r>
                      <a:endParaRPr lang="en-US" sz="1200" b="0" i="0" u="none" strike="noStrike" dirty="0">
                        <a:solidFill>
                          <a:srgbClr val="000000"/>
                        </a:solidFill>
                        <a:effectLst/>
                        <a:latin typeface="Aptos Narrow" panose="020B0004020202020204" pitchFamily="34" charset="0"/>
                      </a:endParaRPr>
                    </a:p>
                  </a:txBody>
                  <a:tcPr marL="6986" marR="6986" marT="6986" marB="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marL="171450" indent="-115888" algn="l" fontAlgn="b">
                        <a:buFont typeface="Arial" panose="020B0604020202020204" pitchFamily="34" charset="0"/>
                        <a:buChar char="•"/>
                      </a:pPr>
                      <a:r>
                        <a:rPr lang="en-US" sz="1200" u="none" strike="noStrike" dirty="0">
                          <a:effectLst/>
                        </a:rPr>
                        <a:t>Compare turnover rates between employees with and without flexible hours. Track turnover across 1,000 employees with flexible hours and 1,000 without, matched on role and tenure, over a year.</a:t>
                      </a:r>
                      <a:endParaRPr lang="en-US" sz="1200" b="0" i="0" u="none" strike="noStrike" dirty="0">
                        <a:solidFill>
                          <a:srgbClr val="000000"/>
                        </a:solidFill>
                        <a:effectLst/>
                        <a:latin typeface="Aptos Narrow" panose="020B0004020202020204" pitchFamily="34" charset="0"/>
                      </a:endParaRPr>
                    </a:p>
                  </a:txBody>
                  <a:tcPr marL="6986" marR="6986" marT="6986" marB="0" anchor="b">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accent6">
                        <a:lumMod val="40000"/>
                        <a:lumOff val="60000"/>
                      </a:schemeClr>
                    </a:solidFill>
                  </a:tcPr>
                </a:tc>
                <a:extLst>
                  <a:ext uri="{0D108BD9-81ED-4DB2-BD59-A6C34878D82A}">
                    <a16:rowId xmlns:a16="http://schemas.microsoft.com/office/drawing/2014/main" val="3191415133"/>
                  </a:ext>
                </a:extLst>
              </a:tr>
            </a:tbl>
          </a:graphicData>
        </a:graphic>
      </p:graphicFrame>
    </p:spTree>
    <p:extLst>
      <p:ext uri="{BB962C8B-B14F-4D97-AF65-F5344CB8AC3E}">
        <p14:creationId xmlns:p14="http://schemas.microsoft.com/office/powerpoint/2010/main" val="1491057620"/>
      </p:ext>
    </p:extLst>
  </p:cSld>
  <p:clrMapOvr>
    <a:masterClrMapping/>
  </p:clrMapOvr>
  <p:transition spd="med">
    <p:pull/>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6B0B3D-603B-083B-DDE3-3128A6EB540A}"/>
              </a:ext>
            </a:extLst>
          </p:cNvPr>
          <p:cNvSpPr>
            <a:spLocks noGrp="1"/>
          </p:cNvSpPr>
          <p:nvPr>
            <p:ph type="title"/>
          </p:nvPr>
        </p:nvSpPr>
        <p:spPr/>
        <p:txBody>
          <a:bodyPr>
            <a:normAutofit/>
          </a:bodyPr>
          <a:lstStyle/>
          <a:p>
            <a:r>
              <a:rPr lang="en-US" dirty="0"/>
              <a:t>Key Concepts</a:t>
            </a:r>
          </a:p>
        </p:txBody>
      </p:sp>
      <p:sp>
        <p:nvSpPr>
          <p:cNvPr id="3" name="Content Placeholder 2">
            <a:extLst>
              <a:ext uri="{FF2B5EF4-FFF2-40B4-BE49-F238E27FC236}">
                <a16:creationId xmlns:a16="http://schemas.microsoft.com/office/drawing/2014/main" id="{0000BF45-F03F-9DA7-1D2D-DA7AAE61742B}"/>
              </a:ext>
            </a:extLst>
          </p:cNvPr>
          <p:cNvSpPr>
            <a:spLocks noGrp="1"/>
          </p:cNvSpPr>
          <p:nvPr>
            <p:ph idx="1"/>
          </p:nvPr>
        </p:nvSpPr>
        <p:spPr/>
        <p:txBody>
          <a:bodyPr>
            <a:normAutofit/>
          </a:bodyPr>
          <a:lstStyle/>
          <a:p>
            <a:pPr>
              <a:buFont typeface="Arial" panose="020B0604020202020204" pitchFamily="34" charset="0"/>
              <a:buChar char="•"/>
            </a:pPr>
            <a:r>
              <a:rPr lang="en-US" sz="1800" b="1" dirty="0"/>
              <a:t>Null Hypothesis (H₀):</a:t>
            </a:r>
            <a:r>
              <a:rPr lang="en-US" sz="1800" dirty="0"/>
              <a:t> A statement of no effect or no difference (usually we want to test this null state against a difference made by an intervention)</a:t>
            </a:r>
          </a:p>
          <a:p>
            <a:pPr>
              <a:buFont typeface="Arial" panose="020B0604020202020204" pitchFamily="34" charset="0"/>
              <a:buChar char="•"/>
            </a:pPr>
            <a:r>
              <a:rPr lang="en-US" sz="1800" b="1" dirty="0"/>
              <a:t>Alternative Hypothesis (H₁ or Ha):</a:t>
            </a:r>
            <a:r>
              <a:rPr lang="en-US" sz="1800" dirty="0"/>
              <a:t> What you want to prove – a statement of effect or difference.</a:t>
            </a:r>
          </a:p>
          <a:p>
            <a:pPr>
              <a:buFont typeface="Arial" panose="020B0604020202020204" pitchFamily="34" charset="0"/>
              <a:buChar char="•"/>
            </a:pPr>
            <a:r>
              <a:rPr lang="en-US" sz="1800" b="1" dirty="0"/>
              <a:t>Significance Level (α):</a:t>
            </a:r>
            <a:r>
              <a:rPr lang="en-US" sz="1800" dirty="0"/>
              <a:t> Probability of rejecting H₀ when it is actually true. Common choices: 0.05, 0.01.</a:t>
            </a:r>
          </a:p>
          <a:p>
            <a:pPr>
              <a:buFont typeface="Arial" panose="020B0604020202020204" pitchFamily="34" charset="0"/>
              <a:buChar char="•"/>
            </a:pPr>
            <a:r>
              <a:rPr lang="en-US" sz="1800" b="1" dirty="0"/>
              <a:t>p-value:</a:t>
            </a:r>
            <a:r>
              <a:rPr lang="en-US" sz="1800" dirty="0"/>
              <a:t> Probability of observing a result at least as extreme as the one obtained, assuming H₀ is true.</a:t>
            </a:r>
          </a:p>
          <a:p>
            <a:pPr>
              <a:buFont typeface="Arial" panose="020B0604020202020204" pitchFamily="34" charset="0"/>
              <a:buChar char="•"/>
            </a:pPr>
            <a:r>
              <a:rPr lang="en-US" sz="1800" b="1" dirty="0"/>
              <a:t>Test Statistic:</a:t>
            </a:r>
            <a:r>
              <a:rPr lang="en-US" sz="1800" dirty="0"/>
              <a:t> A value calculated from the sample to decide whether to reject H₀.</a:t>
            </a:r>
          </a:p>
          <a:p>
            <a:endParaRPr lang="en-US" sz="1800" dirty="0"/>
          </a:p>
        </p:txBody>
      </p:sp>
    </p:spTree>
    <p:extLst>
      <p:ext uri="{BB962C8B-B14F-4D97-AF65-F5344CB8AC3E}">
        <p14:creationId xmlns:p14="http://schemas.microsoft.com/office/powerpoint/2010/main" val="2580821937"/>
      </p:ext>
    </p:extLst>
  </p:cSld>
  <p:clrMapOvr>
    <a:masterClrMapping/>
  </p:clrMapOvr>
  <p:transition spd="med">
    <p:pull/>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763074-4D12-D1C6-5F61-448A4B52C0E4}"/>
              </a:ext>
            </a:extLst>
          </p:cNvPr>
          <p:cNvSpPr>
            <a:spLocks noGrp="1"/>
          </p:cNvSpPr>
          <p:nvPr>
            <p:ph type="title"/>
          </p:nvPr>
        </p:nvSpPr>
        <p:spPr/>
        <p:txBody>
          <a:bodyPr>
            <a:normAutofit/>
          </a:bodyPr>
          <a:lstStyle/>
          <a:p>
            <a:r>
              <a:rPr lang="en-US"/>
              <a:t>The Null and The Alternative Hypothesis</a:t>
            </a:r>
            <a:endParaRPr lang="en-US" dirty="0"/>
          </a:p>
        </p:txBody>
      </p:sp>
      <p:sp>
        <p:nvSpPr>
          <p:cNvPr id="3" name="Content Placeholder 2">
            <a:extLst>
              <a:ext uri="{FF2B5EF4-FFF2-40B4-BE49-F238E27FC236}">
                <a16:creationId xmlns:a16="http://schemas.microsoft.com/office/drawing/2014/main" id="{6EDD0B1B-7CF7-24F1-1F17-D2E72F19BC91}"/>
              </a:ext>
            </a:extLst>
          </p:cNvPr>
          <p:cNvSpPr>
            <a:spLocks noGrp="1"/>
          </p:cNvSpPr>
          <p:nvPr>
            <p:ph idx="1"/>
          </p:nvPr>
        </p:nvSpPr>
        <p:spPr/>
        <p:txBody>
          <a:bodyPr>
            <a:normAutofit/>
          </a:bodyPr>
          <a:lstStyle/>
          <a:p>
            <a:r>
              <a:rPr lang="en-US" sz="2000" dirty="0"/>
              <a:t>When formulating a hypothesis test, we define two hypotheses: the null hypothesis (𝐻₀) and the alternative hypothesis (𝐻₁ or 𝐻ₐ).</a:t>
            </a:r>
          </a:p>
          <a:p>
            <a:r>
              <a:rPr lang="en-US" sz="2000" dirty="0"/>
              <a:t>These two hypotheses complement each other—only one of them can be valid.</a:t>
            </a:r>
          </a:p>
          <a:p>
            <a:r>
              <a:rPr lang="en-US" sz="2000" dirty="0">
                <a:solidFill>
                  <a:srgbClr val="00B050"/>
                </a:solidFill>
              </a:rPr>
              <a:t>For example, suppose a company claims that the average delivery time of its orders is 3 days. </a:t>
            </a:r>
          </a:p>
          <a:p>
            <a:r>
              <a:rPr lang="en-US" sz="2000" dirty="0">
                <a:solidFill>
                  <a:srgbClr val="00B050"/>
                </a:solidFill>
              </a:rPr>
              <a:t>To test this claim, the company defines the hypotheses as following:</a:t>
            </a:r>
          </a:p>
          <a:p>
            <a:pPr lvl="1"/>
            <a:r>
              <a:rPr lang="en-US" sz="1600" b="1" dirty="0"/>
              <a:t>The Null hypothesis 𝐻₀:</a:t>
            </a:r>
            <a:r>
              <a:rPr lang="en-US" sz="1600" dirty="0"/>
              <a:t> The average delivery time </a:t>
            </a:r>
            <a:r>
              <a:rPr lang="en-US" sz="1600" b="1" dirty="0"/>
              <a:t>IS EQUAL TO 3 days.</a:t>
            </a:r>
            <a:endParaRPr lang="en-US" sz="1600" dirty="0"/>
          </a:p>
          <a:p>
            <a:pPr lvl="1"/>
            <a:r>
              <a:rPr lang="en-US" sz="1600" b="1" dirty="0"/>
              <a:t>The Alternative hypothesis 𝐻ₐ:</a:t>
            </a:r>
            <a:r>
              <a:rPr lang="en-US" sz="1600" dirty="0"/>
              <a:t> The average delivery time </a:t>
            </a:r>
            <a:r>
              <a:rPr lang="en-US" sz="1600" b="1" dirty="0"/>
              <a:t>IS NOT 3 days.</a:t>
            </a:r>
            <a:endParaRPr lang="en-US" sz="1600" dirty="0"/>
          </a:p>
          <a:p>
            <a:r>
              <a:rPr lang="en-US" sz="2000" dirty="0"/>
              <a:t>Hypotheses are often expressed with symbols like this:</a:t>
            </a:r>
          </a:p>
          <a:p>
            <a:pPr indent="0">
              <a:buNone/>
            </a:pPr>
            <a:r>
              <a:rPr lang="en-US" sz="2000" dirty="0"/>
              <a:t>𝐻₀: μ = 3 days</a:t>
            </a:r>
          </a:p>
          <a:p>
            <a:pPr indent="0">
              <a:buNone/>
            </a:pPr>
            <a:r>
              <a:rPr lang="en-US" sz="2000" dirty="0"/>
              <a:t>𝐻ₐ: μ ≠ 3 days</a:t>
            </a:r>
          </a:p>
          <a:p>
            <a:r>
              <a:rPr lang="en-US" sz="2000" dirty="0"/>
              <a:t>Notice that the null hypothesis sets a </a:t>
            </a:r>
            <a:r>
              <a:rPr lang="en-US" sz="2000" b="1" dirty="0"/>
              <a:t>baseline</a:t>
            </a:r>
            <a:r>
              <a:rPr lang="en-US" sz="2000" dirty="0"/>
              <a:t> assuming no difference or effect—in this context, that the mean delivery time is not different from 3 days.</a:t>
            </a:r>
          </a:p>
          <a:p>
            <a:r>
              <a:rPr lang="en-US" sz="2000" dirty="0"/>
              <a:t>The burden of proof lies with the alternative hypothesis, which must show sufficient evidence that the average delivery time is different from 3 days.</a:t>
            </a:r>
          </a:p>
        </p:txBody>
      </p:sp>
    </p:spTree>
    <p:extLst>
      <p:ext uri="{BB962C8B-B14F-4D97-AF65-F5344CB8AC3E}">
        <p14:creationId xmlns:p14="http://schemas.microsoft.com/office/powerpoint/2010/main" val="3210666677"/>
      </p:ext>
    </p:extLst>
  </p:cSld>
  <p:clrMapOvr>
    <a:masterClrMapping/>
  </p:clrMapOvr>
  <p:transition spd="med">
    <p:pull/>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484865-1F16-13E0-9E1E-5A3270CD9A12}"/>
              </a:ext>
            </a:extLst>
          </p:cNvPr>
          <p:cNvSpPr>
            <a:spLocks noGrp="1"/>
          </p:cNvSpPr>
          <p:nvPr>
            <p:ph type="title"/>
          </p:nvPr>
        </p:nvSpPr>
        <p:spPr/>
        <p:txBody>
          <a:bodyPr>
            <a:normAutofit/>
          </a:bodyPr>
          <a:lstStyle/>
          <a:p>
            <a:r>
              <a:rPr lang="en-US" dirty="0"/>
              <a:t>Choosing the Right Test</a:t>
            </a:r>
          </a:p>
        </p:txBody>
      </p:sp>
      <p:sp>
        <p:nvSpPr>
          <p:cNvPr id="3" name="Content Placeholder 2">
            <a:extLst>
              <a:ext uri="{FF2B5EF4-FFF2-40B4-BE49-F238E27FC236}">
                <a16:creationId xmlns:a16="http://schemas.microsoft.com/office/drawing/2014/main" id="{824BB7CB-062A-9641-CFB7-FD4BA5E16D55}"/>
              </a:ext>
            </a:extLst>
          </p:cNvPr>
          <p:cNvSpPr>
            <a:spLocks noGrp="1"/>
          </p:cNvSpPr>
          <p:nvPr>
            <p:ph idx="1"/>
          </p:nvPr>
        </p:nvSpPr>
        <p:spPr/>
        <p:txBody>
          <a:bodyPr>
            <a:normAutofit/>
          </a:bodyPr>
          <a:lstStyle/>
          <a:p>
            <a:pPr>
              <a:buFont typeface="Arial" panose="020B0604020202020204" pitchFamily="34" charset="0"/>
              <a:buChar char="•"/>
            </a:pPr>
            <a:r>
              <a:rPr lang="en-US" sz="2000" b="1" dirty="0"/>
              <a:t>One-sample z-test or t-test</a:t>
            </a:r>
            <a:r>
              <a:rPr lang="en-US" sz="2000" dirty="0"/>
              <a:t>: Compare sample mean to a known value.</a:t>
            </a:r>
          </a:p>
          <a:p>
            <a:r>
              <a:rPr lang="en-US" sz="2000" b="1" dirty="0"/>
              <a:t>Proportion test</a:t>
            </a:r>
            <a:r>
              <a:rPr lang="en-US" sz="2000" dirty="0"/>
              <a:t>: Compare sample proportion to a benchmark (e.g., open rate, conversion rate).</a:t>
            </a:r>
          </a:p>
          <a:p>
            <a:pPr>
              <a:buFont typeface="Arial" panose="020B0604020202020204" pitchFamily="34" charset="0"/>
              <a:buChar char="•"/>
            </a:pPr>
            <a:r>
              <a:rPr lang="en-US" sz="2000" b="1" dirty="0"/>
              <a:t>Two-sample t-test</a:t>
            </a:r>
            <a:r>
              <a:rPr lang="en-US" sz="2000" dirty="0"/>
              <a:t>: Compare means between two groups (e.g., control vs test).</a:t>
            </a:r>
          </a:p>
          <a:p>
            <a:pPr>
              <a:buFont typeface="Arial" panose="020B0604020202020204" pitchFamily="34" charset="0"/>
              <a:buChar char="•"/>
            </a:pPr>
            <a:r>
              <a:rPr lang="en-US" sz="2000" b="1" dirty="0"/>
              <a:t>Chi-square test</a:t>
            </a:r>
            <a:r>
              <a:rPr lang="en-US" sz="2000" dirty="0"/>
              <a:t>: Compare categorical variables (e.g., customer satisfaction vs region).</a:t>
            </a:r>
          </a:p>
          <a:p>
            <a:pPr>
              <a:buFont typeface="Arial" panose="020B0604020202020204" pitchFamily="34" charset="0"/>
              <a:buChar char="•"/>
            </a:pPr>
            <a:r>
              <a:rPr lang="en-US" sz="2000" b="1" dirty="0"/>
              <a:t>ANOVA Test: </a:t>
            </a:r>
            <a:r>
              <a:rPr lang="en-US" sz="2000" dirty="0"/>
              <a:t>Compare means between three or more groups.</a:t>
            </a:r>
          </a:p>
          <a:p>
            <a:endParaRPr lang="en-US" sz="2000" dirty="0"/>
          </a:p>
        </p:txBody>
      </p:sp>
    </p:spTree>
    <p:extLst>
      <p:ext uri="{BB962C8B-B14F-4D97-AF65-F5344CB8AC3E}">
        <p14:creationId xmlns:p14="http://schemas.microsoft.com/office/powerpoint/2010/main" val="925319726"/>
      </p:ext>
    </p:extLst>
  </p:cSld>
  <p:clrMapOvr>
    <a:masterClrMapping/>
  </p:clrMapOvr>
  <p:transition spd="med">
    <p:pull/>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9FCBE1-5973-D531-61D6-ED5DC3BF9290}"/>
              </a:ext>
            </a:extLst>
          </p:cNvPr>
          <p:cNvSpPr>
            <a:spLocks noGrp="1"/>
          </p:cNvSpPr>
          <p:nvPr>
            <p:ph type="title"/>
          </p:nvPr>
        </p:nvSpPr>
        <p:spPr/>
        <p:txBody>
          <a:bodyPr>
            <a:normAutofit/>
          </a:bodyPr>
          <a:lstStyle/>
          <a:p>
            <a:r>
              <a:rPr lang="en-US" dirty="0"/>
              <a:t>The Process</a:t>
            </a:r>
          </a:p>
        </p:txBody>
      </p:sp>
      <p:sp>
        <p:nvSpPr>
          <p:cNvPr id="3" name="Content Placeholder 2">
            <a:extLst>
              <a:ext uri="{FF2B5EF4-FFF2-40B4-BE49-F238E27FC236}">
                <a16:creationId xmlns:a16="http://schemas.microsoft.com/office/drawing/2014/main" id="{EA8F50AE-67A3-4DA6-636F-307131D9883A}"/>
              </a:ext>
            </a:extLst>
          </p:cNvPr>
          <p:cNvSpPr>
            <a:spLocks noGrp="1"/>
          </p:cNvSpPr>
          <p:nvPr>
            <p:ph idx="1"/>
          </p:nvPr>
        </p:nvSpPr>
        <p:spPr/>
        <p:txBody>
          <a:bodyPr>
            <a:normAutofit/>
          </a:bodyPr>
          <a:lstStyle/>
          <a:p>
            <a:pPr marL="401638" indent="-401638">
              <a:buFont typeface="+mj-lt"/>
              <a:buAutoNum type="arabicPeriod"/>
            </a:pPr>
            <a:r>
              <a:rPr lang="en-US" sz="2000" b="1" dirty="0"/>
              <a:t>State</a:t>
            </a:r>
            <a:r>
              <a:rPr lang="en-US" sz="2000" dirty="0"/>
              <a:t> H₀ and Ha.</a:t>
            </a:r>
          </a:p>
          <a:p>
            <a:pPr marL="401638" indent="-401638">
              <a:buFont typeface="+mj-lt"/>
              <a:buAutoNum type="arabicPeriod"/>
            </a:pPr>
            <a:r>
              <a:rPr lang="en-US" sz="2000" b="1" dirty="0"/>
              <a:t>Choose</a:t>
            </a:r>
            <a:r>
              <a:rPr lang="en-US" sz="2000" dirty="0"/>
              <a:t> α (e.g., 0.05).</a:t>
            </a:r>
          </a:p>
          <a:p>
            <a:pPr marL="401638" indent="-401638">
              <a:buFont typeface="+mj-lt"/>
              <a:buAutoNum type="arabicPeriod"/>
            </a:pPr>
            <a:r>
              <a:rPr lang="en-US" sz="2000" b="1" dirty="0"/>
              <a:t>Collect data </a:t>
            </a:r>
            <a:r>
              <a:rPr lang="en-US" sz="2000" dirty="0"/>
              <a:t>and compute a test statistic.</a:t>
            </a:r>
          </a:p>
          <a:p>
            <a:pPr marL="401638" indent="-401638">
              <a:buFont typeface="+mj-lt"/>
              <a:buAutoNum type="arabicPeriod"/>
            </a:pPr>
            <a:r>
              <a:rPr lang="en-US" sz="2000" b="1" dirty="0"/>
              <a:t>Compute</a:t>
            </a:r>
            <a:r>
              <a:rPr lang="en-US" sz="2000" dirty="0"/>
              <a:t> the p-value.</a:t>
            </a:r>
          </a:p>
          <a:p>
            <a:pPr marL="401638" indent="-401638">
              <a:buFont typeface="+mj-lt"/>
              <a:buAutoNum type="arabicPeriod"/>
            </a:pPr>
            <a:r>
              <a:rPr lang="en-US" sz="2000" b="1" dirty="0"/>
              <a:t>Compare</a:t>
            </a:r>
            <a:r>
              <a:rPr lang="en-US" sz="2000" dirty="0"/>
              <a:t> p-value to α.</a:t>
            </a:r>
          </a:p>
          <a:p>
            <a:pPr marL="401638" indent="-401638">
              <a:buFont typeface="+mj-lt"/>
              <a:buAutoNum type="arabicPeriod"/>
            </a:pPr>
            <a:r>
              <a:rPr lang="en-US" sz="2000" b="1" dirty="0"/>
              <a:t>Decision:</a:t>
            </a:r>
            <a:r>
              <a:rPr lang="en-US" sz="2000" dirty="0"/>
              <a:t> Reject or fail to reject H₀.</a:t>
            </a:r>
          </a:p>
          <a:p>
            <a:endParaRPr lang="en-US" sz="2000" dirty="0"/>
          </a:p>
        </p:txBody>
      </p:sp>
      <p:sp>
        <p:nvSpPr>
          <p:cNvPr id="5" name="TextBox 4">
            <a:extLst>
              <a:ext uri="{FF2B5EF4-FFF2-40B4-BE49-F238E27FC236}">
                <a16:creationId xmlns:a16="http://schemas.microsoft.com/office/drawing/2014/main" id="{7FA96860-97C8-BED7-3F67-76A89E8DD9DD}"/>
              </a:ext>
            </a:extLst>
          </p:cNvPr>
          <p:cNvSpPr txBox="1"/>
          <p:nvPr/>
        </p:nvSpPr>
        <p:spPr>
          <a:xfrm>
            <a:off x="897408" y="4332238"/>
            <a:ext cx="10402845" cy="2031325"/>
          </a:xfrm>
          <a:prstGeom prst="rect">
            <a:avLst/>
          </a:prstGeom>
          <a:noFill/>
        </p:spPr>
        <p:txBody>
          <a:bodyPr wrap="square">
            <a:spAutoFit/>
          </a:bodyPr>
          <a:lstStyle/>
          <a:p>
            <a:pPr marL="285750" indent="-285750">
              <a:buFont typeface="Arial" panose="020B0604020202020204" pitchFamily="34" charset="0"/>
              <a:buChar char="•"/>
            </a:pPr>
            <a:r>
              <a:rPr lang="en-US" sz="1800" dirty="0">
                <a:solidFill>
                  <a:srgbClr val="002060"/>
                </a:solidFill>
              </a:rPr>
              <a:t>Note: We cannot we accept the null hypothesis, we can only reject it or fail to reject it. </a:t>
            </a:r>
          </a:p>
          <a:p>
            <a:pPr marL="285750" indent="-285750">
              <a:buFont typeface="Arial" panose="020B0604020202020204" pitchFamily="34" charset="0"/>
              <a:buChar char="•"/>
            </a:pPr>
            <a:r>
              <a:rPr lang="en-US" sz="1800" dirty="0">
                <a:solidFill>
                  <a:srgbClr val="002060"/>
                </a:solidFill>
              </a:rPr>
              <a:t>The basis for this testing process comes from logic. </a:t>
            </a:r>
          </a:p>
          <a:p>
            <a:pPr marL="285750" indent="-285750">
              <a:buFont typeface="Arial" panose="020B0604020202020204" pitchFamily="34" charset="0"/>
              <a:buChar char="•"/>
            </a:pPr>
            <a:r>
              <a:rPr lang="en-US" sz="1800" dirty="0">
                <a:solidFill>
                  <a:srgbClr val="002060"/>
                </a:solidFill>
              </a:rPr>
              <a:t>For example, if our null hypothesis = All students live in Amman, it will be challenging to check if all students live in Amman. </a:t>
            </a:r>
          </a:p>
          <a:p>
            <a:pPr marL="285750" indent="-285750">
              <a:buFont typeface="Arial" panose="020B0604020202020204" pitchFamily="34" charset="0"/>
              <a:buChar char="•"/>
            </a:pPr>
            <a:r>
              <a:rPr lang="en-US" sz="1800" dirty="0">
                <a:solidFill>
                  <a:srgbClr val="002060"/>
                </a:solidFill>
              </a:rPr>
              <a:t>On the other hand, it will be much easier to find just one student who does not live in Amman and therefore reject the null hypothesis.</a:t>
            </a:r>
          </a:p>
          <a:p>
            <a:pPr marL="285750" indent="-285750">
              <a:buFont typeface="Arial" panose="020B0604020202020204" pitchFamily="34" charset="0"/>
              <a:buChar char="•"/>
            </a:pPr>
            <a:r>
              <a:rPr lang="en-US" dirty="0">
                <a:solidFill>
                  <a:srgbClr val="002060"/>
                </a:solidFill>
                <a:sym typeface="Wingdings" panose="05000000000000000000" pitchFamily="2" charset="2"/>
              </a:rPr>
              <a:t>Rejecting is much easier that proving or accepting the hypothesis.</a:t>
            </a:r>
            <a:endParaRPr lang="en-US" sz="1800" dirty="0">
              <a:solidFill>
                <a:srgbClr val="002060"/>
              </a:solidFill>
            </a:endParaRPr>
          </a:p>
        </p:txBody>
      </p:sp>
    </p:spTree>
    <p:extLst>
      <p:ext uri="{BB962C8B-B14F-4D97-AF65-F5344CB8AC3E}">
        <p14:creationId xmlns:p14="http://schemas.microsoft.com/office/powerpoint/2010/main" val="1031230170"/>
      </p:ext>
    </p:extLst>
  </p:cSld>
  <p:clrMapOvr>
    <a:masterClrMapping/>
  </p:clrMapOvr>
  <p:transition spd="med">
    <p:pull/>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AEDA0647-7AF5-DD7C-1B41-78F17A7E63A1}"/>
              </a:ext>
            </a:extLst>
          </p:cNvPr>
          <p:cNvSpPr>
            <a:spLocks noGrp="1"/>
          </p:cNvSpPr>
          <p:nvPr>
            <p:ph type="title"/>
          </p:nvPr>
        </p:nvSpPr>
        <p:spPr/>
        <p:txBody>
          <a:bodyPr>
            <a:noAutofit/>
          </a:bodyPr>
          <a:lstStyle/>
          <a:p>
            <a:r>
              <a:rPr lang="en-US" sz="3600" dirty="0"/>
              <a:t>More about Hypothesis Testing Core Concepts</a:t>
            </a:r>
          </a:p>
        </p:txBody>
      </p:sp>
      <p:sp>
        <p:nvSpPr>
          <p:cNvPr id="5" name="Text Placeholder 4">
            <a:extLst>
              <a:ext uri="{FF2B5EF4-FFF2-40B4-BE49-F238E27FC236}">
                <a16:creationId xmlns:a16="http://schemas.microsoft.com/office/drawing/2014/main" id="{413AEE11-B789-35FF-7213-F4A2550B3A5B}"/>
              </a:ext>
            </a:extLst>
          </p:cNvPr>
          <p:cNvSpPr>
            <a:spLocks noGrp="1"/>
          </p:cNvSpPr>
          <p:nvPr>
            <p:ph type="body" idx="1"/>
          </p:nvPr>
        </p:nvSpPr>
        <p:spPr/>
        <p:txBody>
          <a:bodyPr/>
          <a:lstStyle/>
          <a:p>
            <a:r>
              <a:rPr lang="en-US" dirty="0"/>
              <a:t>Alpha value, The Test Statistic and Critical Values, P-Value, Type I and Type II Errors</a:t>
            </a:r>
          </a:p>
        </p:txBody>
      </p:sp>
    </p:spTree>
    <p:extLst>
      <p:ext uri="{BB962C8B-B14F-4D97-AF65-F5344CB8AC3E}">
        <p14:creationId xmlns:p14="http://schemas.microsoft.com/office/powerpoint/2010/main" val="71253327"/>
      </p:ext>
    </p:extLst>
  </p:cSld>
  <p:clrMapOvr>
    <a:masterClrMapping/>
  </p:clrMapOvr>
  <p:transition spd="med">
    <p:pull/>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76487A-E34A-BD2F-3353-00B40D7031BE}"/>
              </a:ext>
            </a:extLst>
          </p:cNvPr>
          <p:cNvSpPr>
            <a:spLocks noGrp="1"/>
          </p:cNvSpPr>
          <p:nvPr>
            <p:ph type="title"/>
          </p:nvPr>
        </p:nvSpPr>
        <p:spPr/>
        <p:txBody>
          <a:bodyPr>
            <a:normAutofit/>
          </a:bodyPr>
          <a:lstStyle/>
          <a:p>
            <a:r>
              <a:rPr lang="en-US" dirty="0"/>
              <a:t>The Significance Level α</a:t>
            </a:r>
          </a:p>
        </p:txBody>
      </p:sp>
      <p:sp>
        <p:nvSpPr>
          <p:cNvPr id="5" name="Content Placeholder 4">
            <a:extLst>
              <a:ext uri="{FF2B5EF4-FFF2-40B4-BE49-F238E27FC236}">
                <a16:creationId xmlns:a16="http://schemas.microsoft.com/office/drawing/2014/main" id="{B0E4E7FB-FE36-574B-CC96-F23D77146AFF}"/>
              </a:ext>
            </a:extLst>
          </p:cNvPr>
          <p:cNvSpPr>
            <a:spLocks noGrp="1"/>
          </p:cNvSpPr>
          <p:nvPr>
            <p:ph idx="1"/>
          </p:nvPr>
        </p:nvSpPr>
        <p:spPr>
          <a:xfrm>
            <a:off x="838200" y="1706007"/>
            <a:ext cx="6767086" cy="3692105"/>
          </a:xfrm>
        </p:spPr>
        <p:txBody>
          <a:bodyPr>
            <a:normAutofit/>
          </a:bodyPr>
          <a:lstStyle/>
          <a:p>
            <a:r>
              <a:rPr lang="en-US" sz="2000" dirty="0"/>
              <a:t>Before conducting the test, we need to set the significance level α.</a:t>
            </a:r>
          </a:p>
          <a:p>
            <a:r>
              <a:rPr lang="en-US" sz="2000" dirty="0"/>
              <a:t>The significance level is a measure of the strength of the evidence that must be present in our sample to reject the null hypothesis and conclude that the effect is statistically significant.</a:t>
            </a:r>
          </a:p>
          <a:p>
            <a:r>
              <a:rPr lang="en-US" sz="2000" dirty="0"/>
              <a:t>Typical significance levels are: α=0.1 (10%), α=0.05 (5%), α=0.01 (1%)</a:t>
            </a:r>
          </a:p>
          <a:p>
            <a:r>
              <a:rPr lang="en-US" sz="2000" dirty="0"/>
              <a:t>A lower significance level means that the evidence in the data needs to be stronger to reject the null hypothesis.</a:t>
            </a:r>
          </a:p>
          <a:p>
            <a:endParaRPr lang="en-US" sz="2000" dirty="0"/>
          </a:p>
          <a:p>
            <a:endParaRPr lang="en-US" sz="2000" dirty="0"/>
          </a:p>
          <a:p>
            <a:endParaRPr lang="en-US" sz="2000" dirty="0"/>
          </a:p>
        </p:txBody>
      </p:sp>
      <p:sp>
        <p:nvSpPr>
          <p:cNvPr id="6" name="TextBox 5">
            <a:extLst>
              <a:ext uri="{FF2B5EF4-FFF2-40B4-BE49-F238E27FC236}">
                <a16:creationId xmlns:a16="http://schemas.microsoft.com/office/drawing/2014/main" id="{B5B5FFA3-967E-D8E4-1A11-89C495E60B52}"/>
              </a:ext>
            </a:extLst>
          </p:cNvPr>
          <p:cNvSpPr txBox="1"/>
          <p:nvPr/>
        </p:nvSpPr>
        <p:spPr>
          <a:xfrm>
            <a:off x="838200" y="5398112"/>
            <a:ext cx="11566109" cy="646331"/>
          </a:xfrm>
          <a:prstGeom prst="rect">
            <a:avLst/>
          </a:prstGeom>
          <a:noFill/>
        </p:spPr>
        <p:txBody>
          <a:bodyPr wrap="square">
            <a:spAutoFit/>
          </a:bodyPr>
          <a:lstStyle/>
          <a:p>
            <a:r>
              <a:rPr lang="en-US" dirty="0">
                <a:solidFill>
                  <a:schemeClr val="tx1"/>
                </a:solidFill>
              </a:rPr>
              <a:t>There is no "correct" significance level - it only states the amount of uncertainty of the conclusion.</a:t>
            </a:r>
          </a:p>
          <a:p>
            <a:r>
              <a:rPr lang="en-US" dirty="0">
                <a:solidFill>
                  <a:schemeClr val="tx1"/>
                </a:solidFill>
              </a:rPr>
              <a:t>A 5% significance level means that we expect to reject a true null hypothesis 5 out of 100 times (Type I Error).</a:t>
            </a:r>
          </a:p>
        </p:txBody>
      </p:sp>
      <p:pic>
        <p:nvPicPr>
          <p:cNvPr id="1026" name="Picture 2">
            <a:extLst>
              <a:ext uri="{FF2B5EF4-FFF2-40B4-BE49-F238E27FC236}">
                <a16:creationId xmlns:a16="http://schemas.microsoft.com/office/drawing/2014/main" id="{7FD0E909-D888-5380-3D95-DD3531D1AA8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558344" y="1823512"/>
            <a:ext cx="4471957" cy="27989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39834530"/>
      </p:ext>
    </p:extLst>
  </p:cSld>
  <p:clrMapOvr>
    <a:masterClrMapping/>
  </p:clrMapOvr>
  <p:transition spd="med">
    <p:pull/>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6E8AF4-0307-FD53-A745-7E2B161A2319}"/>
              </a:ext>
            </a:extLst>
          </p:cNvPr>
          <p:cNvSpPr>
            <a:spLocks noGrp="1"/>
          </p:cNvSpPr>
          <p:nvPr>
            <p:ph type="title"/>
          </p:nvPr>
        </p:nvSpPr>
        <p:spPr/>
        <p:txBody>
          <a:bodyPr>
            <a:normAutofit/>
          </a:bodyPr>
          <a:lstStyle/>
          <a:p>
            <a:r>
              <a:rPr lang="en-US" dirty="0"/>
              <a:t>The Test Statistic</a:t>
            </a:r>
          </a:p>
        </p:txBody>
      </p:sp>
      <p:sp>
        <p:nvSpPr>
          <p:cNvPr id="3" name="Content Placeholder 2">
            <a:extLst>
              <a:ext uri="{FF2B5EF4-FFF2-40B4-BE49-F238E27FC236}">
                <a16:creationId xmlns:a16="http://schemas.microsoft.com/office/drawing/2014/main" id="{9C63430E-FDB7-CB7F-BEA3-572BBA88365E}"/>
              </a:ext>
            </a:extLst>
          </p:cNvPr>
          <p:cNvSpPr>
            <a:spLocks noGrp="1"/>
          </p:cNvSpPr>
          <p:nvPr>
            <p:ph idx="1"/>
          </p:nvPr>
        </p:nvSpPr>
        <p:spPr>
          <a:xfrm>
            <a:off x="838200" y="1706006"/>
            <a:ext cx="10515600" cy="4656693"/>
          </a:xfrm>
        </p:spPr>
        <p:txBody>
          <a:bodyPr>
            <a:normAutofit/>
          </a:bodyPr>
          <a:lstStyle/>
          <a:p>
            <a:r>
              <a:rPr lang="en-US" sz="2800" dirty="0"/>
              <a:t>The test statistic is the value we compute based on the sample data that we collect.</a:t>
            </a:r>
          </a:p>
          <a:p>
            <a:r>
              <a:rPr lang="en-US" sz="2800" dirty="0"/>
              <a:t>The test statistic is used to decide the outcome of the hypothesis test.</a:t>
            </a:r>
          </a:p>
          <a:p>
            <a:r>
              <a:rPr lang="en-US" sz="2800" dirty="0"/>
              <a:t>We standardize test statistic using:</a:t>
            </a:r>
          </a:p>
          <a:p>
            <a:pPr lvl="1"/>
            <a:r>
              <a:rPr lang="en-US" sz="2400" dirty="0"/>
              <a:t>Z Standard Normal Distribution for large samples or when the variance is known.</a:t>
            </a:r>
          </a:p>
          <a:p>
            <a:pPr lvl="1"/>
            <a:r>
              <a:rPr lang="en-US" sz="2400" dirty="0"/>
              <a:t>The Student's T-Distribution (T) for small samples and the population variance is unknown.</a:t>
            </a:r>
          </a:p>
          <a:p>
            <a:endParaRPr lang="en-US" sz="2800" dirty="0"/>
          </a:p>
          <a:p>
            <a:endParaRPr lang="en-US" sz="2800" dirty="0"/>
          </a:p>
        </p:txBody>
      </p:sp>
    </p:spTree>
    <p:extLst>
      <p:ext uri="{BB962C8B-B14F-4D97-AF65-F5344CB8AC3E}">
        <p14:creationId xmlns:p14="http://schemas.microsoft.com/office/powerpoint/2010/main" val="1271956779"/>
      </p:ext>
    </p:extLst>
  </p:cSld>
  <p:clrMapOvr>
    <a:masterClrMapping/>
  </p:clrMapOvr>
  <p:transition spd="med">
    <p:pull/>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31330C-E858-8B64-06EF-02A52F678D67}"/>
              </a:ext>
            </a:extLst>
          </p:cNvPr>
          <p:cNvSpPr>
            <a:spLocks noGrp="1"/>
          </p:cNvSpPr>
          <p:nvPr>
            <p:ph type="title"/>
          </p:nvPr>
        </p:nvSpPr>
        <p:spPr/>
        <p:txBody>
          <a:bodyPr>
            <a:normAutofit fontScale="90000"/>
          </a:bodyPr>
          <a:lstStyle/>
          <a:p>
            <a:r>
              <a:rPr lang="en-US" dirty="0"/>
              <a:t>Computing the Test Statistic Dependence on our Knowledge about Variance</a:t>
            </a:r>
          </a:p>
        </p:txBody>
      </p:sp>
      <p:pic>
        <p:nvPicPr>
          <p:cNvPr id="5" name="Content Placeholder 4">
            <a:extLst>
              <a:ext uri="{FF2B5EF4-FFF2-40B4-BE49-F238E27FC236}">
                <a16:creationId xmlns:a16="http://schemas.microsoft.com/office/drawing/2014/main" id="{AD5F3CA8-5D05-4ADB-A9D8-338689C221C2}"/>
              </a:ext>
            </a:extLst>
          </p:cNvPr>
          <p:cNvPicPr>
            <a:picLocks noGrp="1" noChangeAspect="1"/>
          </p:cNvPicPr>
          <p:nvPr>
            <p:ph idx="1"/>
          </p:nvPr>
        </p:nvPicPr>
        <p:blipFill>
          <a:blip r:embed="rId2"/>
          <a:stretch>
            <a:fillRect/>
          </a:stretch>
        </p:blipFill>
        <p:spPr>
          <a:xfrm>
            <a:off x="838200" y="1545731"/>
            <a:ext cx="10515600" cy="5197970"/>
          </a:xfrm>
        </p:spPr>
      </p:pic>
    </p:spTree>
    <p:extLst>
      <p:ext uri="{BB962C8B-B14F-4D97-AF65-F5344CB8AC3E}">
        <p14:creationId xmlns:p14="http://schemas.microsoft.com/office/powerpoint/2010/main" val="1317643237"/>
      </p:ext>
    </p:extLst>
  </p:cSld>
  <p:clrMapOvr>
    <a:masterClrMapping/>
  </p:clrMapOvr>
  <p:transition spd="med">
    <p:pull/>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4864F5-ECA8-9F51-054A-19F948009243}"/>
              </a:ext>
            </a:extLst>
          </p:cNvPr>
          <p:cNvSpPr>
            <a:spLocks noGrp="1"/>
          </p:cNvSpPr>
          <p:nvPr>
            <p:ph type="title"/>
          </p:nvPr>
        </p:nvSpPr>
        <p:spPr/>
        <p:txBody>
          <a:bodyPr>
            <a:normAutofit/>
          </a:bodyPr>
          <a:lstStyle/>
          <a:p>
            <a:r>
              <a:rPr lang="en-US" dirty="0"/>
              <a:t>The Critical Value and the p-Value Approach to Hypothesis Testing</a:t>
            </a:r>
          </a:p>
        </p:txBody>
      </p:sp>
      <p:sp>
        <p:nvSpPr>
          <p:cNvPr id="3" name="Content Placeholder 2">
            <a:extLst>
              <a:ext uri="{FF2B5EF4-FFF2-40B4-BE49-F238E27FC236}">
                <a16:creationId xmlns:a16="http://schemas.microsoft.com/office/drawing/2014/main" id="{DF87DE55-B814-CE89-F334-43E01245F2F3}"/>
              </a:ext>
            </a:extLst>
          </p:cNvPr>
          <p:cNvSpPr>
            <a:spLocks noGrp="1"/>
          </p:cNvSpPr>
          <p:nvPr>
            <p:ph idx="1"/>
          </p:nvPr>
        </p:nvSpPr>
        <p:spPr/>
        <p:txBody>
          <a:bodyPr>
            <a:normAutofit fontScale="85000" lnSpcReduction="10000"/>
          </a:bodyPr>
          <a:lstStyle/>
          <a:p>
            <a:r>
              <a:rPr lang="en-US" dirty="0"/>
              <a:t>To decide whether to reject the null hypothesis, a test statistic is calculated. </a:t>
            </a:r>
          </a:p>
          <a:p>
            <a:r>
              <a:rPr lang="en-US" dirty="0"/>
              <a:t>The decision is made based on the numerical value of that test statistic. </a:t>
            </a:r>
          </a:p>
          <a:p>
            <a:r>
              <a:rPr lang="en-US" dirty="0"/>
              <a:t>There are two approaches how to arrive at that decision: The critical value approach and the p-value approach.</a:t>
            </a:r>
          </a:p>
          <a:p>
            <a:pPr marL="0" indent="0">
              <a:buNone/>
            </a:pPr>
            <a:r>
              <a:rPr lang="en-US" b="1" dirty="0"/>
              <a:t>The critical value approach</a:t>
            </a:r>
          </a:p>
          <a:p>
            <a:r>
              <a:rPr lang="en-US" dirty="0"/>
              <a:t>By applying the critical value approach, it is determined, whether the observed test statistic is more extreme than a defined critical value. </a:t>
            </a:r>
          </a:p>
          <a:p>
            <a:r>
              <a:rPr lang="en-US" dirty="0"/>
              <a:t>Therefore, the observed test statistic (calculated based on sample data) is compared to the critical value (a kind of cutoff value). </a:t>
            </a:r>
          </a:p>
          <a:p>
            <a:r>
              <a:rPr lang="en-US" dirty="0"/>
              <a:t>If the test statistic is more extreme than the critical value, the null hypothesis is rejected. </a:t>
            </a:r>
          </a:p>
          <a:p>
            <a:r>
              <a:rPr lang="en-US" dirty="0"/>
              <a:t>If the test statistic is not as extreme as the critical value, the null hypothesis is not rejected. </a:t>
            </a:r>
          </a:p>
          <a:p>
            <a:r>
              <a:rPr lang="en-US" dirty="0"/>
              <a:t>The critical value is computed based on the given significance level α  and the type of probability distribution of the idealized model. </a:t>
            </a:r>
          </a:p>
          <a:p>
            <a:r>
              <a:rPr lang="en-US" dirty="0"/>
              <a:t>The critical value divides the area under the probability distribution curve in rejection region(s) and non-rejection region.</a:t>
            </a:r>
          </a:p>
        </p:txBody>
      </p:sp>
      <p:pic>
        <p:nvPicPr>
          <p:cNvPr id="4" name="Picture 6" descr="References">
            <a:hlinkClick r:id="rId2"/>
            <a:extLst>
              <a:ext uri="{FF2B5EF4-FFF2-40B4-BE49-F238E27FC236}">
                <a16:creationId xmlns:a16="http://schemas.microsoft.com/office/drawing/2014/main" id="{E2AC14FF-C77E-AD19-DC4F-868271BE2DE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177204" y="6266743"/>
            <a:ext cx="856068" cy="54788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42060319"/>
      </p:ext>
    </p:extLst>
  </p:cSld>
  <p:clrMapOvr>
    <a:masterClrMapping/>
  </p:clrMapOvr>
  <p:transition spd="med">
    <p:pull/>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4864F5-ECA8-9F51-054A-19F948009243}"/>
              </a:ext>
            </a:extLst>
          </p:cNvPr>
          <p:cNvSpPr>
            <a:spLocks noGrp="1"/>
          </p:cNvSpPr>
          <p:nvPr>
            <p:ph type="title"/>
          </p:nvPr>
        </p:nvSpPr>
        <p:spPr/>
        <p:txBody>
          <a:bodyPr>
            <a:normAutofit/>
          </a:bodyPr>
          <a:lstStyle/>
          <a:p>
            <a:r>
              <a:rPr lang="en-US" dirty="0"/>
              <a:t>The Critical Value Approach to Hypothesis Testing</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DF87DE55-B814-CE89-F334-43E01245F2F3}"/>
                  </a:ext>
                </a:extLst>
              </p:cNvPr>
              <p:cNvSpPr>
                <a:spLocks noGrp="1"/>
              </p:cNvSpPr>
              <p:nvPr>
                <p:ph idx="1"/>
              </p:nvPr>
            </p:nvSpPr>
            <p:spPr>
              <a:xfrm>
                <a:off x="838200" y="1706008"/>
                <a:ext cx="10515600" cy="1722992"/>
              </a:xfrm>
            </p:spPr>
            <p:txBody>
              <a:bodyPr>
                <a:normAutofit fontScale="55000" lnSpcReduction="20000"/>
              </a:bodyPr>
              <a:lstStyle/>
              <a:p>
                <a:r>
                  <a:rPr lang="en-US" dirty="0"/>
                  <a:t>The following three figures show a two tailed test, a left tailed test and a right sided test.</a:t>
                </a:r>
              </a:p>
              <a:p>
                <a:r>
                  <a:rPr lang="en-US" dirty="0"/>
                  <a:t>In a two-sided test the null hypothesis is rejected if the test statistic is either too small or too large. Thus, the rejection region for such a test consists of two parts: one on the left and one on the right.</a:t>
                </a:r>
              </a:p>
              <a:p>
                <a:r>
                  <a:rPr lang="en-US" dirty="0"/>
                  <a:t>For a left-tailed test the null hypothesis is rejected, if the test statistic is too small. Thus, the rejection region for such a test consists of one part, which is left from the center.</a:t>
                </a:r>
              </a:p>
              <a:p>
                <a:r>
                  <a:rPr lang="en-US" dirty="0"/>
                  <a:t>For a right-tailed test the null hypothesis is rejected, if the test statistic is too large. Thus, the rejection region for such a test consists of one part, which is right from the center.</a:t>
                </a:r>
              </a:p>
              <a:p>
                <a:r>
                  <a:rPr lang="en-US" dirty="0"/>
                  <a:t>Note: if p≤α , reject </a:t>
                </a:r>
                <a14:m>
                  <m:oMath xmlns:m="http://schemas.openxmlformats.org/officeDocument/2006/math">
                    <m:sSub>
                      <m:sSubPr>
                        <m:ctrlPr>
                          <a:rPr lang="pt-BR" sz="2400" i="1" smtClean="0">
                            <a:solidFill>
                              <a:srgbClr val="002060"/>
                            </a:solidFill>
                            <a:latin typeface="Cambria Math" panose="02040503050406030204" pitchFamily="18" charset="0"/>
                          </a:rPr>
                        </m:ctrlPr>
                      </m:sSubPr>
                      <m:e>
                        <m:r>
                          <a:rPr lang="en-US" sz="2400" i="1">
                            <a:solidFill>
                              <a:srgbClr val="002060"/>
                            </a:solidFill>
                            <a:latin typeface="Cambria Math" panose="02040503050406030204" pitchFamily="18" charset="0"/>
                          </a:rPr>
                          <m:t>𝐻</m:t>
                        </m:r>
                      </m:e>
                      <m:sub>
                        <m:r>
                          <a:rPr lang="en-US" sz="2400" b="0" i="1" smtClean="0">
                            <a:solidFill>
                              <a:srgbClr val="002060"/>
                            </a:solidFill>
                            <a:latin typeface="Cambria Math" panose="02040503050406030204" pitchFamily="18" charset="0"/>
                          </a:rPr>
                          <m:t>0</m:t>
                        </m:r>
                      </m:sub>
                    </m:sSub>
                  </m:oMath>
                </a14:m>
                <a:r>
                  <a:rPr lang="en-US" dirty="0"/>
                  <a:t> ; otherwise, if p&gt;α , do not reject </a:t>
                </a:r>
                <a14:m>
                  <m:oMath xmlns:m="http://schemas.openxmlformats.org/officeDocument/2006/math">
                    <m:sSub>
                      <m:sSubPr>
                        <m:ctrlPr>
                          <a:rPr lang="pt-BR" i="1">
                            <a:solidFill>
                              <a:srgbClr val="002060"/>
                            </a:solidFill>
                            <a:latin typeface="Cambria Math" panose="02040503050406030204" pitchFamily="18" charset="0"/>
                          </a:rPr>
                        </m:ctrlPr>
                      </m:sSubPr>
                      <m:e>
                        <m:r>
                          <a:rPr lang="en-US" i="1">
                            <a:solidFill>
                              <a:srgbClr val="002060"/>
                            </a:solidFill>
                            <a:latin typeface="Cambria Math" panose="02040503050406030204" pitchFamily="18" charset="0"/>
                          </a:rPr>
                          <m:t>𝐻</m:t>
                        </m:r>
                      </m:e>
                      <m:sub>
                        <m:r>
                          <a:rPr lang="en-US" i="1">
                            <a:solidFill>
                              <a:srgbClr val="002060"/>
                            </a:solidFill>
                            <a:latin typeface="Cambria Math" panose="02040503050406030204" pitchFamily="18" charset="0"/>
                          </a:rPr>
                          <m:t>0</m:t>
                        </m:r>
                      </m:sub>
                    </m:sSub>
                  </m:oMath>
                </a14:m>
                <a:r>
                  <a:rPr lang="en-US" dirty="0"/>
                  <a:t> </a:t>
                </a:r>
              </a:p>
              <a:p>
                <a:endParaRPr lang="en-US" dirty="0"/>
              </a:p>
              <a:p>
                <a:endParaRPr lang="en-US" dirty="0"/>
              </a:p>
              <a:p>
                <a:endParaRPr lang="en-US" dirty="0"/>
              </a:p>
              <a:p>
                <a:endParaRPr lang="en-US" dirty="0"/>
              </a:p>
              <a:p>
                <a:endParaRPr lang="en-US" dirty="0"/>
              </a:p>
            </p:txBody>
          </p:sp>
        </mc:Choice>
        <mc:Fallback xmlns="">
          <p:sp>
            <p:nvSpPr>
              <p:cNvPr id="3" name="Content Placeholder 2">
                <a:extLst>
                  <a:ext uri="{FF2B5EF4-FFF2-40B4-BE49-F238E27FC236}">
                    <a16:creationId xmlns:a16="http://schemas.microsoft.com/office/drawing/2014/main" id="{DF87DE55-B814-CE89-F334-43E01245F2F3}"/>
                  </a:ext>
                </a:extLst>
              </p:cNvPr>
              <p:cNvSpPr>
                <a:spLocks noGrp="1" noRot="1" noChangeAspect="1" noMove="1" noResize="1" noEditPoints="1" noAdjustHandles="1" noChangeArrowheads="1" noChangeShapeType="1" noTextEdit="1"/>
              </p:cNvSpPr>
              <p:nvPr>
                <p:ph idx="1"/>
              </p:nvPr>
            </p:nvSpPr>
            <p:spPr>
              <a:xfrm>
                <a:off x="838200" y="1706008"/>
                <a:ext cx="10515600" cy="1722992"/>
              </a:xfrm>
              <a:blipFill>
                <a:blip r:embed="rId2"/>
                <a:stretch>
                  <a:fillRect l="-58" t="-3180" b="-2827"/>
                </a:stretch>
              </a:blipFill>
            </p:spPr>
            <p:txBody>
              <a:bodyPr/>
              <a:lstStyle/>
              <a:p>
                <a:r>
                  <a:rPr lang="en-US">
                    <a:noFill/>
                  </a:rPr>
                  <a:t> </a:t>
                </a:r>
              </a:p>
            </p:txBody>
          </p:sp>
        </mc:Fallback>
      </mc:AlternateContent>
      <p:pic>
        <p:nvPicPr>
          <p:cNvPr id="4" name="Content Placeholder 19">
            <a:extLst>
              <a:ext uri="{FF2B5EF4-FFF2-40B4-BE49-F238E27FC236}">
                <a16:creationId xmlns:a16="http://schemas.microsoft.com/office/drawing/2014/main" id="{6D339C92-E6BD-089E-37A5-449F37557F6E}"/>
              </a:ext>
            </a:extLst>
          </p:cNvPr>
          <p:cNvPicPr>
            <a:picLocks noChangeAspect="1"/>
          </p:cNvPicPr>
          <p:nvPr/>
        </p:nvPicPr>
        <p:blipFill>
          <a:blip r:embed="rId3"/>
          <a:stretch>
            <a:fillRect/>
          </a:stretch>
        </p:blipFill>
        <p:spPr>
          <a:xfrm>
            <a:off x="1941692" y="3798608"/>
            <a:ext cx="7909185" cy="3012351"/>
          </a:xfrm>
          <a:prstGeom prst="rect">
            <a:avLst/>
          </a:prstGeom>
        </p:spPr>
      </p:pic>
      <p:pic>
        <p:nvPicPr>
          <p:cNvPr id="5" name="Picture 6" descr="References">
            <a:hlinkClick r:id="rId4"/>
            <a:extLst>
              <a:ext uri="{FF2B5EF4-FFF2-40B4-BE49-F238E27FC236}">
                <a16:creationId xmlns:a16="http://schemas.microsoft.com/office/drawing/2014/main" id="{8B72D4EF-FD2B-CABB-8DB2-7EC71970745A}"/>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1177204" y="6266743"/>
            <a:ext cx="856068" cy="54788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62689605"/>
      </p:ext>
    </p:extLst>
  </p:cSld>
  <p:clrMapOvr>
    <a:masterClrMapping/>
  </p:clrMapOvr>
  <p:transition spd="med">
    <p:pull/>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2">
            <a:extLst>
              <a:ext uri="{FF2B5EF4-FFF2-40B4-BE49-F238E27FC236}">
                <a16:creationId xmlns:a16="http://schemas.microsoft.com/office/drawing/2014/main" id="{067BF3A6-7F1B-A426-CBBE-B3026AD3604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24381" y="3558803"/>
            <a:ext cx="6623138" cy="3299197"/>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20E23A9E-CFA6-8DB8-8A86-326FDC984276}"/>
              </a:ext>
            </a:extLst>
          </p:cNvPr>
          <p:cNvSpPr>
            <a:spLocks noGrp="1"/>
          </p:cNvSpPr>
          <p:nvPr>
            <p:ph type="title"/>
          </p:nvPr>
        </p:nvSpPr>
        <p:spPr>
          <a:xfrm>
            <a:off x="377371" y="797523"/>
            <a:ext cx="11422743" cy="748208"/>
          </a:xfrm>
        </p:spPr>
        <p:txBody>
          <a:bodyPr/>
          <a:lstStyle/>
          <a:p>
            <a:r>
              <a:rPr lang="en-US" dirty="0"/>
              <a:t>The p-Value Approach to Hypothesis Testing</a:t>
            </a:r>
          </a:p>
        </p:txBody>
      </p:sp>
      <p:sp>
        <p:nvSpPr>
          <p:cNvPr id="3" name="Content Placeholder 2">
            <a:extLst>
              <a:ext uri="{FF2B5EF4-FFF2-40B4-BE49-F238E27FC236}">
                <a16:creationId xmlns:a16="http://schemas.microsoft.com/office/drawing/2014/main" id="{4A45A649-6990-06EF-697E-90241C4765BF}"/>
              </a:ext>
            </a:extLst>
          </p:cNvPr>
          <p:cNvSpPr>
            <a:spLocks noGrp="1"/>
          </p:cNvSpPr>
          <p:nvPr>
            <p:ph idx="1"/>
          </p:nvPr>
        </p:nvSpPr>
        <p:spPr>
          <a:xfrm>
            <a:off x="377371" y="1706007"/>
            <a:ext cx="11655901" cy="2146146"/>
          </a:xfrm>
        </p:spPr>
        <p:txBody>
          <a:bodyPr>
            <a:normAutofit fontScale="92500"/>
          </a:bodyPr>
          <a:lstStyle/>
          <a:p>
            <a:r>
              <a:rPr lang="en-US" dirty="0"/>
              <a:t>The p-value represents:</a:t>
            </a:r>
          </a:p>
          <a:p>
            <a:pPr lvl="1"/>
            <a:r>
              <a:rPr lang="en-US" dirty="0"/>
              <a:t>The probability of observing the sample data or more extreme values, given that the null hypothesis is true. </a:t>
            </a:r>
          </a:p>
          <a:p>
            <a:pPr lvl="1"/>
            <a:r>
              <a:rPr lang="en-US" dirty="0"/>
              <a:t>The amount of evidence against the null hypothesis, the smaller (closer to 0) the p-value, the stronger is the evidence against the null hypothesis.</a:t>
            </a:r>
          </a:p>
          <a:p>
            <a:r>
              <a:rPr lang="en-US" dirty="0"/>
              <a:t>If the p-value (</a:t>
            </a:r>
            <a:r>
              <a:rPr lang="en-US" b="1" dirty="0">
                <a:solidFill>
                  <a:srgbClr val="00B050"/>
                </a:solidFill>
                <a:highlight>
                  <a:srgbClr val="000000"/>
                </a:highlight>
              </a:rPr>
              <a:t>Green Area</a:t>
            </a:r>
            <a:r>
              <a:rPr lang="en-US" dirty="0"/>
              <a:t>) is less than or equal to the specified significance level α (</a:t>
            </a:r>
            <a:r>
              <a:rPr lang="en-US" b="1" dirty="0">
                <a:solidFill>
                  <a:srgbClr val="FFFF00"/>
                </a:solidFill>
                <a:highlight>
                  <a:srgbClr val="000000"/>
                </a:highlight>
              </a:rPr>
              <a:t>Yellow Area</a:t>
            </a:r>
            <a:r>
              <a:rPr lang="en-US" dirty="0"/>
              <a:t>) , the null hypothesis is rejected. Otherwise, we fail to reject the null hypothesis.</a:t>
            </a:r>
          </a:p>
        </p:txBody>
      </p:sp>
      <p:pic>
        <p:nvPicPr>
          <p:cNvPr id="4" name="Picture 6" descr="References">
            <a:hlinkClick r:id="rId3"/>
            <a:extLst>
              <a:ext uri="{FF2B5EF4-FFF2-40B4-BE49-F238E27FC236}">
                <a16:creationId xmlns:a16="http://schemas.microsoft.com/office/drawing/2014/main" id="{6D7F5D72-2FE2-DE7D-0BAA-23A70B98935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177204" y="6266743"/>
            <a:ext cx="856068" cy="54788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16802035"/>
      </p:ext>
    </p:extLst>
  </p:cSld>
  <p:clrMapOvr>
    <a:masterClrMapping/>
  </p:clrMapOvr>
  <p:transition spd="med">
    <p:pull/>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ED486D5-F9EB-1E31-5A72-CFF06B022A1C}"/>
              </a:ext>
            </a:extLst>
          </p:cNvPr>
          <p:cNvPicPr>
            <a:picLocks noChangeAspect="1"/>
          </p:cNvPicPr>
          <p:nvPr/>
        </p:nvPicPr>
        <p:blipFill>
          <a:blip r:embed="rId2"/>
          <a:stretch>
            <a:fillRect/>
          </a:stretch>
        </p:blipFill>
        <p:spPr>
          <a:xfrm>
            <a:off x="6904207" y="1489946"/>
            <a:ext cx="5097293" cy="2712397"/>
          </a:xfrm>
          <a:prstGeom prst="rect">
            <a:avLst/>
          </a:prstGeom>
        </p:spPr>
      </p:pic>
      <p:sp>
        <p:nvSpPr>
          <p:cNvPr id="2" name="Title 1">
            <a:extLst>
              <a:ext uri="{FF2B5EF4-FFF2-40B4-BE49-F238E27FC236}">
                <a16:creationId xmlns:a16="http://schemas.microsoft.com/office/drawing/2014/main" id="{EDA4EA0A-656C-AB04-5933-DAF3669A1E5D}"/>
              </a:ext>
            </a:extLst>
          </p:cNvPr>
          <p:cNvSpPr>
            <a:spLocks noGrp="1"/>
          </p:cNvSpPr>
          <p:nvPr>
            <p:ph type="title"/>
          </p:nvPr>
        </p:nvSpPr>
        <p:spPr/>
        <p:txBody>
          <a:bodyPr>
            <a:normAutofit/>
          </a:bodyPr>
          <a:lstStyle/>
          <a:p>
            <a:r>
              <a:rPr lang="en-US" dirty="0"/>
              <a:t>Type I and Type II Errors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D0D39E73-E4B1-B270-38F4-561DBDF4B3FE}"/>
                  </a:ext>
                </a:extLst>
              </p:cNvPr>
              <p:cNvSpPr>
                <a:spLocks noGrp="1"/>
              </p:cNvSpPr>
              <p:nvPr>
                <p:ph idx="1"/>
              </p:nvPr>
            </p:nvSpPr>
            <p:spPr>
              <a:xfrm>
                <a:off x="838200" y="1706008"/>
                <a:ext cx="5821680" cy="2743200"/>
              </a:xfrm>
            </p:spPr>
            <p:txBody>
              <a:bodyPr>
                <a:normAutofit fontScale="92500" lnSpcReduction="10000"/>
              </a:bodyPr>
              <a:lstStyle/>
              <a:p>
                <a:pPr marL="0" indent="0">
                  <a:buNone/>
                </a:pPr>
                <a:r>
                  <a:rPr lang="en-US" sz="2000" dirty="0"/>
                  <a:t>Type I and Type II errors are two potential forms of incorrect conclusions in hypothesis testing. </a:t>
                </a:r>
              </a:p>
              <a:p>
                <a:r>
                  <a:rPr lang="en-US" sz="2000" dirty="0"/>
                  <a:t>Type I Error (False Positive): Rejecting </a:t>
                </a:r>
                <a14:m>
                  <m:oMath xmlns:m="http://schemas.openxmlformats.org/officeDocument/2006/math">
                    <m:sSub>
                      <m:sSubPr>
                        <m:ctrlPr>
                          <a:rPr lang="pt-BR" sz="2000" i="1" smtClean="0">
                            <a:solidFill>
                              <a:schemeClr val="tx1"/>
                            </a:solidFill>
                            <a:latin typeface="Cambria Math" panose="02040503050406030204" pitchFamily="18" charset="0"/>
                          </a:rPr>
                        </m:ctrlPr>
                      </m:sSubPr>
                      <m:e>
                        <m:r>
                          <a:rPr lang="en-US" sz="2000" b="0" i="1" smtClean="0">
                            <a:solidFill>
                              <a:schemeClr val="tx1"/>
                            </a:solidFill>
                            <a:latin typeface="Cambria Math" panose="02040503050406030204" pitchFamily="18" charset="0"/>
                          </a:rPr>
                          <m:t>𝐻</m:t>
                        </m:r>
                      </m:e>
                      <m:sub>
                        <m:r>
                          <a:rPr lang="pt-BR" sz="2000" i="1" smtClean="0">
                            <a:solidFill>
                              <a:schemeClr val="tx1"/>
                            </a:solidFill>
                            <a:latin typeface="Cambria Math" panose="02040503050406030204" pitchFamily="18" charset="0"/>
                          </a:rPr>
                          <m:t>0</m:t>
                        </m:r>
                      </m:sub>
                    </m:sSub>
                  </m:oMath>
                </a14:m>
                <a:r>
                  <a:rPr lang="en-US" sz="2000" dirty="0"/>
                  <a:t> when it is actually true.</a:t>
                </a:r>
              </a:p>
              <a:p>
                <a:r>
                  <a:rPr lang="en-US" sz="2000" dirty="0"/>
                  <a:t>Type II Error (False Negative): Failing to reject </a:t>
                </a:r>
                <a14:m>
                  <m:oMath xmlns:m="http://schemas.openxmlformats.org/officeDocument/2006/math">
                    <m:sSub>
                      <m:sSubPr>
                        <m:ctrlPr>
                          <a:rPr lang="pt-BR" sz="2000" i="1" smtClean="0">
                            <a:solidFill>
                              <a:schemeClr val="tx1"/>
                            </a:solidFill>
                            <a:latin typeface="Cambria Math" panose="02040503050406030204" pitchFamily="18" charset="0"/>
                          </a:rPr>
                        </m:ctrlPr>
                      </m:sSubPr>
                      <m:e>
                        <m:r>
                          <a:rPr lang="en-US" sz="2000" b="0" i="1" smtClean="0">
                            <a:solidFill>
                              <a:schemeClr val="tx1"/>
                            </a:solidFill>
                            <a:latin typeface="Cambria Math" panose="02040503050406030204" pitchFamily="18" charset="0"/>
                          </a:rPr>
                          <m:t>𝐻</m:t>
                        </m:r>
                      </m:e>
                      <m:sub>
                        <m:r>
                          <a:rPr lang="pt-BR" sz="2000" i="1" smtClean="0">
                            <a:solidFill>
                              <a:schemeClr val="tx1"/>
                            </a:solidFill>
                            <a:latin typeface="Cambria Math" panose="02040503050406030204" pitchFamily="18" charset="0"/>
                          </a:rPr>
                          <m:t>0</m:t>
                        </m:r>
                      </m:sub>
                    </m:sSub>
                  </m:oMath>
                </a14:m>
                <a:r>
                  <a:rPr lang="en-US" sz="2000" dirty="0"/>
                  <a:t> when it is false.</a:t>
                </a:r>
              </a:p>
              <a:p>
                <a:r>
                  <a:rPr lang="en-US" sz="2000" dirty="0"/>
                  <a:t>The acceptable level of Type I error is designated by alpha (α), while the acceptable level of Type II error is designated beta (β).</a:t>
                </a:r>
              </a:p>
            </p:txBody>
          </p:sp>
        </mc:Choice>
        <mc:Fallback xmlns="">
          <p:sp>
            <p:nvSpPr>
              <p:cNvPr id="3" name="Content Placeholder 2">
                <a:extLst>
                  <a:ext uri="{FF2B5EF4-FFF2-40B4-BE49-F238E27FC236}">
                    <a16:creationId xmlns:a16="http://schemas.microsoft.com/office/drawing/2014/main" id="{D0D39E73-E4B1-B270-38F4-561DBDF4B3FE}"/>
                  </a:ext>
                </a:extLst>
              </p:cNvPr>
              <p:cNvSpPr>
                <a:spLocks noGrp="1" noRot="1" noChangeAspect="1" noMove="1" noResize="1" noEditPoints="1" noAdjustHandles="1" noChangeArrowheads="1" noChangeShapeType="1" noTextEdit="1"/>
              </p:cNvSpPr>
              <p:nvPr>
                <p:ph idx="1"/>
              </p:nvPr>
            </p:nvSpPr>
            <p:spPr>
              <a:xfrm>
                <a:off x="838200" y="1706008"/>
                <a:ext cx="5821680" cy="2743200"/>
              </a:xfrm>
              <a:blipFill>
                <a:blip r:embed="rId3"/>
                <a:stretch>
                  <a:fillRect l="-1047" t="-2889" r="-1571"/>
                </a:stretch>
              </a:blipFill>
            </p:spPr>
            <p:txBody>
              <a:bodyPr/>
              <a:lstStyle/>
              <a:p>
                <a:r>
                  <a:rPr lang="en-US">
                    <a:noFill/>
                  </a:rPr>
                  <a:t> </a:t>
                </a:r>
              </a:p>
            </p:txBody>
          </p:sp>
        </mc:Fallback>
      </mc:AlternateContent>
      <p:sp>
        <p:nvSpPr>
          <p:cNvPr id="4" name="Content Placeholder 2">
            <a:extLst>
              <a:ext uri="{FF2B5EF4-FFF2-40B4-BE49-F238E27FC236}">
                <a16:creationId xmlns:a16="http://schemas.microsoft.com/office/drawing/2014/main" id="{0A66BE83-5C94-2B66-0F14-846707F8741F}"/>
              </a:ext>
            </a:extLst>
          </p:cNvPr>
          <p:cNvSpPr txBox="1">
            <a:spLocks/>
          </p:cNvSpPr>
          <p:nvPr/>
        </p:nvSpPr>
        <p:spPr>
          <a:xfrm>
            <a:off x="838200" y="4449207"/>
            <a:ext cx="11163300" cy="2408793"/>
          </a:xfrm>
          <a:prstGeom prst="rect">
            <a:avLst/>
          </a:prstGeom>
        </p:spPr>
        <p:txBody>
          <a:bodyPr vert="horz" lIns="91440" tIns="45720" rIns="91440" bIns="45720" rtlCol="0">
            <a:normAutofit fontScale="70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A Type I error occurs when the null hypothesis is incorrectly rejected when it is actually true. </a:t>
            </a:r>
          </a:p>
          <a:p>
            <a:r>
              <a:rPr lang="en-US" dirty="0"/>
              <a:t>Conversely, a Type II error happens when the null hypothesis is not rejected when it is in fact false, akin to a false negative, where we fail to detect a true effect or difference.</a:t>
            </a:r>
          </a:p>
          <a:p>
            <a:r>
              <a:rPr lang="en-US" dirty="0"/>
              <a:t>Consider a pharmaceutical company deciding whether a new drug is effective. A Type I error would occur if the company concludes the drug works when it does not, potentially leading to a costly recall and reputation damage when the truth emerges. </a:t>
            </a:r>
          </a:p>
          <a:p>
            <a:r>
              <a:rPr lang="en-US" dirty="0"/>
              <a:t>On the other hand, a Type II error would be failing to recognize the drug's efficacy, missing out on the opportunity to bring a beneficial product to market, which can result in lost revenue and competitive disadvantage. The company must balance these risks, often prioritizing the avoidance of one type of error over the other based on the potential costs and impacts associated with each.</a:t>
            </a:r>
          </a:p>
        </p:txBody>
      </p:sp>
    </p:spTree>
    <p:extLst>
      <p:ext uri="{BB962C8B-B14F-4D97-AF65-F5344CB8AC3E}">
        <p14:creationId xmlns:p14="http://schemas.microsoft.com/office/powerpoint/2010/main" val="2418256299"/>
      </p:ext>
    </p:extLst>
  </p:cSld>
  <p:clrMapOvr>
    <a:masterClrMapping/>
  </p:clrMapOvr>
  <p:transition spd="med">
    <p:pull/>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14D3388-9637-C201-21C4-6668D7194B7A}"/>
              </a:ext>
            </a:extLst>
          </p:cNvPr>
          <p:cNvSpPr>
            <a:spLocks noGrp="1"/>
          </p:cNvSpPr>
          <p:nvPr>
            <p:ph type="ctrTitle"/>
          </p:nvPr>
        </p:nvSpPr>
        <p:spPr/>
        <p:txBody>
          <a:bodyPr>
            <a:normAutofit/>
          </a:bodyPr>
          <a:lstStyle/>
          <a:p>
            <a:r>
              <a:rPr lang="en-US" sz="4000" dirty="0"/>
              <a:t>Hypothesis Testing Examples</a:t>
            </a:r>
          </a:p>
        </p:txBody>
      </p:sp>
    </p:spTree>
    <p:extLst>
      <p:ext uri="{BB962C8B-B14F-4D97-AF65-F5344CB8AC3E}">
        <p14:creationId xmlns:p14="http://schemas.microsoft.com/office/powerpoint/2010/main" val="202107314"/>
      </p:ext>
    </p:extLst>
  </p:cSld>
  <p:clrMapOvr>
    <a:masterClrMapping/>
  </p:clrMapOvr>
  <p:transition spd="med">
    <p:pull/>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A21066-5E1F-D590-1DD5-281CA7392180}"/>
              </a:ext>
            </a:extLst>
          </p:cNvPr>
          <p:cNvSpPr>
            <a:spLocks noGrp="1"/>
          </p:cNvSpPr>
          <p:nvPr>
            <p:ph type="title"/>
          </p:nvPr>
        </p:nvSpPr>
        <p:spPr/>
        <p:txBody>
          <a:bodyPr/>
          <a:lstStyle/>
          <a:p>
            <a:r>
              <a:rPr lang="en-US" dirty="0"/>
              <a:t>One Sample Test – Testing for Two Tails</a:t>
            </a:r>
          </a:p>
        </p:txBody>
      </p:sp>
      <p:sp>
        <p:nvSpPr>
          <p:cNvPr id="3" name="Content Placeholder 2">
            <a:extLst>
              <a:ext uri="{FF2B5EF4-FFF2-40B4-BE49-F238E27FC236}">
                <a16:creationId xmlns:a16="http://schemas.microsoft.com/office/drawing/2014/main" id="{9EEBD037-F2F6-F6F8-7D39-D7CB11DF5590}"/>
              </a:ext>
            </a:extLst>
          </p:cNvPr>
          <p:cNvSpPr>
            <a:spLocks noGrp="1"/>
          </p:cNvSpPr>
          <p:nvPr>
            <p:ph idx="1"/>
          </p:nvPr>
        </p:nvSpPr>
        <p:spPr>
          <a:xfrm>
            <a:off x="838198" y="1706007"/>
            <a:ext cx="6975802" cy="5151993"/>
          </a:xfrm>
        </p:spPr>
        <p:txBody>
          <a:bodyPr>
            <a:noAutofit/>
          </a:bodyPr>
          <a:lstStyle/>
          <a:p>
            <a:pPr>
              <a:buFont typeface="Arial" panose="020B0604020202020204" pitchFamily="34" charset="0"/>
              <a:buChar char="•"/>
            </a:pPr>
            <a:r>
              <a:rPr lang="en-US" sz="1800" b="1" dirty="0"/>
              <a:t>Scenario:</a:t>
            </a:r>
            <a:r>
              <a:rPr lang="en-US" sz="1800" dirty="0"/>
              <a:t> A logistics company believe that its average delivery time is equal to 3 days. The company wants to test this belief.</a:t>
            </a:r>
          </a:p>
          <a:p>
            <a:pPr>
              <a:buFont typeface="Arial" panose="020B0604020202020204" pitchFamily="34" charset="0"/>
              <a:buChar char="•"/>
            </a:pPr>
            <a:r>
              <a:rPr lang="en-US" sz="1800" dirty="0"/>
              <a:t>The company collected a sample data of 40 delivery times to test if  there enough evidence (at α = .05) to conclude that the population mean delivery time for the company is equal to 3 days?</a:t>
            </a:r>
          </a:p>
          <a:p>
            <a:pPr marL="457200" indent="-55563">
              <a:buNone/>
            </a:pPr>
            <a:r>
              <a:rPr lang="en-US" sz="1800" dirty="0">
                <a:solidFill>
                  <a:srgbClr val="0070C0"/>
                </a:solidFill>
              </a:rPr>
              <a:t>H₀: μ </a:t>
            </a:r>
            <a:r>
              <a:rPr lang="en-US" sz="1400" dirty="0">
                <a:solidFill>
                  <a:srgbClr val="0070C0"/>
                </a:solidFill>
              </a:rPr>
              <a:t>=</a:t>
            </a:r>
            <a:r>
              <a:rPr lang="en-US" sz="1800" dirty="0">
                <a:solidFill>
                  <a:srgbClr val="0070C0"/>
                </a:solidFill>
              </a:rPr>
              <a:t> 3</a:t>
            </a:r>
          </a:p>
          <a:p>
            <a:pPr marL="457200" indent="-55563">
              <a:buNone/>
            </a:pPr>
            <a:r>
              <a:rPr lang="en-US" sz="1800" dirty="0">
                <a:solidFill>
                  <a:srgbClr val="0070C0"/>
                </a:solidFill>
              </a:rPr>
              <a:t>Ha: μ </a:t>
            </a:r>
            <a:r>
              <a:rPr lang="en-US" sz="1400" dirty="0">
                <a:solidFill>
                  <a:srgbClr val="0070C0"/>
                </a:solidFill>
              </a:rPr>
              <a:t>≠</a:t>
            </a:r>
            <a:r>
              <a:rPr lang="en-US" sz="1800" dirty="0">
                <a:solidFill>
                  <a:srgbClr val="0070C0"/>
                </a:solidFill>
              </a:rPr>
              <a:t> 3</a:t>
            </a:r>
          </a:p>
          <a:p>
            <a:pPr>
              <a:buFont typeface="Arial" panose="020B0604020202020204" pitchFamily="34" charset="0"/>
              <a:buChar char="•"/>
            </a:pPr>
            <a:r>
              <a:rPr lang="en-US" sz="1800" dirty="0"/>
              <a:t>Using the collected data, the t-statistic will be computed:</a:t>
            </a:r>
          </a:p>
          <a:p>
            <a:endParaRPr lang="en-US" sz="1800" dirty="0"/>
          </a:p>
          <a:p>
            <a:endParaRPr lang="en-US" sz="1800" dirty="0"/>
          </a:p>
          <a:p>
            <a:r>
              <a:rPr lang="en-US" sz="1800" dirty="0"/>
              <a:t>If the test statistic is within the rejection region, we reject the null hypothesis, otherwise we fail to reject the null hypothesis noting that the sample data did not show enough evidence against the null hypothesis.</a:t>
            </a:r>
          </a:p>
        </p:txBody>
      </p:sp>
      <p:pic>
        <p:nvPicPr>
          <p:cNvPr id="4" name="Picture 2" descr="Generalized illustration of the rejection and non-rejection areas of a two-sided test">
            <a:extLst>
              <a:ext uri="{FF2B5EF4-FFF2-40B4-BE49-F238E27FC236}">
                <a16:creationId xmlns:a16="http://schemas.microsoft.com/office/drawing/2014/main" id="{71455631-8EF4-33F7-4366-5B1E5917DFB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911207" y="1995615"/>
            <a:ext cx="3442593" cy="2458995"/>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7">
            <a:extLst>
              <a:ext uri="{FF2B5EF4-FFF2-40B4-BE49-F238E27FC236}">
                <a16:creationId xmlns:a16="http://schemas.microsoft.com/office/drawing/2014/main" id="{4BA077B4-C5EF-4AD0-1470-1D186FFA39C8}"/>
              </a:ext>
            </a:extLst>
          </p:cNvPr>
          <p:cNvPicPr>
            <a:picLocks noChangeAspect="1"/>
          </p:cNvPicPr>
          <p:nvPr/>
        </p:nvPicPr>
        <p:blipFill>
          <a:blip r:embed="rId3"/>
          <a:stretch>
            <a:fillRect/>
          </a:stretch>
        </p:blipFill>
        <p:spPr>
          <a:xfrm>
            <a:off x="1106979" y="4387036"/>
            <a:ext cx="1120734" cy="632110"/>
          </a:xfrm>
          <a:prstGeom prst="rect">
            <a:avLst/>
          </a:prstGeom>
        </p:spPr>
      </p:pic>
    </p:spTree>
    <p:extLst>
      <p:ext uri="{BB962C8B-B14F-4D97-AF65-F5344CB8AC3E}">
        <p14:creationId xmlns:p14="http://schemas.microsoft.com/office/powerpoint/2010/main" val="4156722170"/>
      </p:ext>
    </p:extLst>
  </p:cSld>
  <p:clrMapOvr>
    <a:masterClrMapping/>
  </p:clrMapOvr>
  <p:transition spd="med">
    <p:pull/>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A6C842-CEF3-295F-73F8-395A55C54678}"/>
              </a:ext>
            </a:extLst>
          </p:cNvPr>
          <p:cNvSpPr>
            <a:spLocks noGrp="1"/>
          </p:cNvSpPr>
          <p:nvPr>
            <p:ph type="title"/>
          </p:nvPr>
        </p:nvSpPr>
        <p:spPr/>
        <p:txBody>
          <a:bodyPr/>
          <a:lstStyle/>
          <a:p>
            <a:r>
              <a:rPr lang="en-US" dirty="0"/>
              <a:t>Implement the Test Using Excel Data Analysis Add In</a:t>
            </a:r>
          </a:p>
        </p:txBody>
      </p:sp>
      <p:graphicFrame>
        <p:nvGraphicFramePr>
          <p:cNvPr id="4" name="Content Placeholder 3">
            <a:extLst>
              <a:ext uri="{FF2B5EF4-FFF2-40B4-BE49-F238E27FC236}">
                <a16:creationId xmlns:a16="http://schemas.microsoft.com/office/drawing/2014/main" id="{086C2520-EBA7-E03F-B30E-32D2B7759012}"/>
              </a:ext>
            </a:extLst>
          </p:cNvPr>
          <p:cNvGraphicFramePr>
            <a:graphicFrameLocks noGrp="1"/>
          </p:cNvGraphicFramePr>
          <p:nvPr>
            <p:ph idx="1"/>
            <p:extLst>
              <p:ext uri="{D42A27DB-BD31-4B8C-83A1-F6EECF244321}">
                <p14:modId xmlns:p14="http://schemas.microsoft.com/office/powerpoint/2010/main" val="3918741941"/>
              </p:ext>
            </p:extLst>
          </p:nvPr>
        </p:nvGraphicFramePr>
        <p:xfrm>
          <a:off x="8543466" y="1703514"/>
          <a:ext cx="3263900" cy="2545080"/>
        </p:xfrm>
        <a:graphic>
          <a:graphicData uri="http://schemas.openxmlformats.org/drawingml/2006/table">
            <a:tbl>
              <a:tblPr>
                <a:tableStyleId>{616DA210-FB5B-4158-B5E0-FEB733F419BA}</a:tableStyleId>
              </a:tblPr>
              <a:tblGrid>
                <a:gridCol w="1422400">
                  <a:extLst>
                    <a:ext uri="{9D8B030D-6E8A-4147-A177-3AD203B41FA5}">
                      <a16:colId xmlns:a16="http://schemas.microsoft.com/office/drawing/2014/main" val="1546262271"/>
                    </a:ext>
                  </a:extLst>
                </a:gridCol>
                <a:gridCol w="1841500">
                  <a:extLst>
                    <a:ext uri="{9D8B030D-6E8A-4147-A177-3AD203B41FA5}">
                      <a16:colId xmlns:a16="http://schemas.microsoft.com/office/drawing/2014/main" val="2028979270"/>
                    </a:ext>
                  </a:extLst>
                </a:gridCol>
              </a:tblGrid>
              <a:tr h="200025">
                <a:tc gridSpan="2">
                  <a:txBody>
                    <a:bodyPr/>
                    <a:lstStyle/>
                    <a:p>
                      <a:pPr algn="ctr" fontAlgn="b"/>
                      <a:r>
                        <a:rPr lang="en-US" sz="1100" b="0" i="0" u="none" strike="noStrike" dirty="0">
                          <a:solidFill>
                            <a:srgbClr val="000000"/>
                          </a:solidFill>
                          <a:effectLst/>
                          <a:latin typeface="Aptos Narrow" panose="020B0004020202020204" pitchFamily="34" charset="0"/>
                        </a:rPr>
                        <a:t>Test Results</a:t>
                      </a:r>
                    </a:p>
                  </a:txBody>
                  <a:tcPr marL="9525" marR="9525" marT="9525" marB="0" anchor="b"/>
                </a:tc>
                <a:tc hMerge="1">
                  <a:txBody>
                    <a:bodyPr/>
                    <a:lstStyle/>
                    <a:p>
                      <a:pPr algn="ctr" fontAlgn="b"/>
                      <a:endParaRPr lang="en-US" sz="1100" b="0" i="1" u="none" strike="noStrike" dirty="0">
                        <a:solidFill>
                          <a:srgbClr val="000000"/>
                        </a:solidFill>
                        <a:effectLst/>
                        <a:latin typeface="Aptos Narrow" panose="020B0004020202020204" pitchFamily="34" charset="0"/>
                      </a:endParaRPr>
                    </a:p>
                  </a:txBody>
                  <a:tcPr marL="9525" marR="9525" marT="9525" marB="0" anchor="b"/>
                </a:tc>
                <a:extLst>
                  <a:ext uri="{0D108BD9-81ED-4DB2-BD59-A6C34878D82A}">
                    <a16:rowId xmlns:a16="http://schemas.microsoft.com/office/drawing/2014/main" val="2989144579"/>
                  </a:ext>
                </a:extLst>
              </a:tr>
              <a:tr h="200025">
                <a:tc>
                  <a:txBody>
                    <a:bodyPr/>
                    <a:lstStyle/>
                    <a:p>
                      <a:pPr algn="ctr" fontAlgn="b"/>
                      <a:r>
                        <a:rPr lang="en-US" sz="1100" u="none" strike="noStrike" dirty="0">
                          <a:effectLst/>
                        </a:rPr>
                        <a:t> </a:t>
                      </a:r>
                      <a:endParaRPr lang="en-US" sz="1100" b="0" i="1" u="none" strike="noStrike" dirty="0">
                        <a:solidFill>
                          <a:srgbClr val="000000"/>
                        </a:solidFill>
                        <a:effectLst/>
                        <a:latin typeface="Aptos Narrow" panose="020B0004020202020204" pitchFamily="34" charset="0"/>
                      </a:endParaRPr>
                    </a:p>
                  </a:txBody>
                  <a:tcPr marL="9525" marR="9525" marT="9525" marB="0" anchor="b"/>
                </a:tc>
                <a:tc>
                  <a:txBody>
                    <a:bodyPr/>
                    <a:lstStyle/>
                    <a:p>
                      <a:pPr algn="ctr" fontAlgn="b"/>
                      <a:r>
                        <a:rPr lang="en-US" sz="1100" u="none" strike="noStrike" dirty="0">
                          <a:effectLst/>
                        </a:rPr>
                        <a:t>Delivery Times</a:t>
                      </a:r>
                      <a:endParaRPr lang="en-US" sz="1100" b="0" i="1" u="none" strike="noStrike" dirty="0">
                        <a:solidFill>
                          <a:srgbClr val="000000"/>
                        </a:solidFill>
                        <a:effectLst/>
                        <a:latin typeface="Aptos Narrow" panose="020B0004020202020204" pitchFamily="34" charset="0"/>
                      </a:endParaRPr>
                    </a:p>
                  </a:txBody>
                  <a:tcPr marL="9525" marR="9525" marT="9525" marB="0" anchor="b"/>
                </a:tc>
                <a:extLst>
                  <a:ext uri="{0D108BD9-81ED-4DB2-BD59-A6C34878D82A}">
                    <a16:rowId xmlns:a16="http://schemas.microsoft.com/office/drawing/2014/main" val="865454025"/>
                  </a:ext>
                </a:extLst>
              </a:tr>
              <a:tr h="200025">
                <a:tc>
                  <a:txBody>
                    <a:bodyPr/>
                    <a:lstStyle/>
                    <a:p>
                      <a:pPr algn="ctr" fontAlgn="b"/>
                      <a:r>
                        <a:rPr lang="en-US" sz="1100" u="none" strike="noStrike">
                          <a:effectLst/>
                        </a:rPr>
                        <a:t>Mean</a:t>
                      </a:r>
                      <a:endParaRPr lang="en-US" sz="1100" b="0" i="0" u="none" strike="noStrike">
                        <a:solidFill>
                          <a:srgbClr val="000000"/>
                        </a:solidFill>
                        <a:effectLst/>
                        <a:latin typeface="Aptos Narrow" panose="020B0004020202020204" pitchFamily="34" charset="0"/>
                      </a:endParaRPr>
                    </a:p>
                  </a:txBody>
                  <a:tcPr marL="9525" marR="9525" marT="9525" marB="0" anchor="b"/>
                </a:tc>
                <a:tc>
                  <a:txBody>
                    <a:bodyPr/>
                    <a:lstStyle/>
                    <a:p>
                      <a:pPr algn="ctr" fontAlgn="b"/>
                      <a:r>
                        <a:rPr lang="en-US" sz="1100" u="none" strike="noStrike" dirty="0">
                          <a:effectLst/>
                        </a:rPr>
                        <a:t>3.4</a:t>
                      </a:r>
                      <a:endParaRPr lang="en-US" sz="1100" b="0" i="0" u="none" strike="noStrike" dirty="0">
                        <a:solidFill>
                          <a:srgbClr val="000000"/>
                        </a:solidFill>
                        <a:effectLst/>
                        <a:latin typeface="Aptos Narrow" panose="020B0004020202020204" pitchFamily="34" charset="0"/>
                      </a:endParaRPr>
                    </a:p>
                  </a:txBody>
                  <a:tcPr marL="9525" marR="9525" marT="9525" marB="0" anchor="b"/>
                </a:tc>
                <a:extLst>
                  <a:ext uri="{0D108BD9-81ED-4DB2-BD59-A6C34878D82A}">
                    <a16:rowId xmlns:a16="http://schemas.microsoft.com/office/drawing/2014/main" val="4022961616"/>
                  </a:ext>
                </a:extLst>
              </a:tr>
              <a:tr h="200025">
                <a:tc>
                  <a:txBody>
                    <a:bodyPr/>
                    <a:lstStyle/>
                    <a:p>
                      <a:pPr algn="ctr" fontAlgn="b"/>
                      <a:r>
                        <a:rPr lang="en-US" sz="1100" u="none" strike="noStrike">
                          <a:effectLst/>
                        </a:rPr>
                        <a:t>Variance</a:t>
                      </a:r>
                      <a:endParaRPr lang="en-US" sz="1100" b="0" i="0" u="none" strike="noStrike">
                        <a:solidFill>
                          <a:srgbClr val="000000"/>
                        </a:solidFill>
                        <a:effectLst/>
                        <a:latin typeface="Aptos Narrow" panose="020B0004020202020204" pitchFamily="34" charset="0"/>
                      </a:endParaRPr>
                    </a:p>
                  </a:txBody>
                  <a:tcPr marL="9525" marR="9525" marT="9525" marB="0" anchor="b"/>
                </a:tc>
                <a:tc>
                  <a:txBody>
                    <a:bodyPr/>
                    <a:lstStyle/>
                    <a:p>
                      <a:pPr algn="ctr" fontAlgn="b"/>
                      <a:r>
                        <a:rPr lang="en-US" sz="1100" u="none" strike="noStrike" dirty="0">
                          <a:effectLst/>
                        </a:rPr>
                        <a:t>1.887179487</a:t>
                      </a:r>
                      <a:endParaRPr lang="en-US" sz="1100" b="0" i="0" u="none" strike="noStrike" dirty="0">
                        <a:solidFill>
                          <a:srgbClr val="000000"/>
                        </a:solidFill>
                        <a:effectLst/>
                        <a:latin typeface="Aptos Narrow" panose="020B0004020202020204" pitchFamily="34" charset="0"/>
                      </a:endParaRPr>
                    </a:p>
                  </a:txBody>
                  <a:tcPr marL="9525" marR="9525" marT="9525" marB="0" anchor="b"/>
                </a:tc>
                <a:extLst>
                  <a:ext uri="{0D108BD9-81ED-4DB2-BD59-A6C34878D82A}">
                    <a16:rowId xmlns:a16="http://schemas.microsoft.com/office/drawing/2014/main" val="176361160"/>
                  </a:ext>
                </a:extLst>
              </a:tr>
              <a:tr h="200025">
                <a:tc>
                  <a:txBody>
                    <a:bodyPr/>
                    <a:lstStyle/>
                    <a:p>
                      <a:pPr algn="ctr" fontAlgn="b"/>
                      <a:r>
                        <a:rPr lang="en-US" sz="1100" u="none" strike="noStrike" dirty="0">
                          <a:effectLst/>
                        </a:rPr>
                        <a:t>Observations</a:t>
                      </a:r>
                      <a:endParaRPr lang="en-US" sz="1100" b="0" i="0" u="none" strike="noStrike" dirty="0">
                        <a:solidFill>
                          <a:srgbClr val="000000"/>
                        </a:solidFill>
                        <a:effectLst/>
                        <a:latin typeface="Aptos Narrow" panose="020B0004020202020204" pitchFamily="34" charset="0"/>
                      </a:endParaRPr>
                    </a:p>
                  </a:txBody>
                  <a:tcPr marL="9525" marR="9525" marT="9525" marB="0" anchor="b"/>
                </a:tc>
                <a:tc>
                  <a:txBody>
                    <a:bodyPr/>
                    <a:lstStyle/>
                    <a:p>
                      <a:pPr algn="ctr" fontAlgn="b"/>
                      <a:r>
                        <a:rPr lang="en-US" sz="1100" u="none" strike="noStrike">
                          <a:effectLst/>
                        </a:rPr>
                        <a:t>40</a:t>
                      </a:r>
                      <a:endParaRPr lang="en-US" sz="1100" b="0" i="0" u="none" strike="noStrike">
                        <a:solidFill>
                          <a:srgbClr val="000000"/>
                        </a:solidFill>
                        <a:effectLst/>
                        <a:latin typeface="Aptos Narrow" panose="020B0004020202020204" pitchFamily="34" charset="0"/>
                      </a:endParaRPr>
                    </a:p>
                  </a:txBody>
                  <a:tcPr marL="9525" marR="9525" marT="9525" marB="0" anchor="b"/>
                </a:tc>
                <a:extLst>
                  <a:ext uri="{0D108BD9-81ED-4DB2-BD59-A6C34878D82A}">
                    <a16:rowId xmlns:a16="http://schemas.microsoft.com/office/drawing/2014/main" val="2760390264"/>
                  </a:ext>
                </a:extLst>
              </a:tr>
              <a:tr h="200025">
                <a:tc>
                  <a:txBody>
                    <a:bodyPr/>
                    <a:lstStyle/>
                    <a:p>
                      <a:pPr algn="ctr" fontAlgn="b"/>
                      <a:r>
                        <a:rPr lang="en-US" sz="1100" u="none" strike="noStrike">
                          <a:effectLst/>
                        </a:rPr>
                        <a:t>Hypothesized Mean Difference</a:t>
                      </a:r>
                      <a:endParaRPr lang="en-US" sz="1100" b="0" i="0" u="none" strike="noStrike">
                        <a:solidFill>
                          <a:srgbClr val="000000"/>
                        </a:solidFill>
                        <a:effectLst/>
                        <a:latin typeface="Aptos Narrow" panose="020B0004020202020204" pitchFamily="34" charset="0"/>
                      </a:endParaRPr>
                    </a:p>
                  </a:txBody>
                  <a:tcPr marL="9525" marR="9525" marT="9525" marB="0" anchor="b"/>
                </a:tc>
                <a:tc>
                  <a:txBody>
                    <a:bodyPr/>
                    <a:lstStyle/>
                    <a:p>
                      <a:pPr algn="ctr" fontAlgn="b"/>
                      <a:r>
                        <a:rPr lang="en-US" sz="1100" u="none" strike="noStrike" dirty="0">
                          <a:effectLst/>
                        </a:rPr>
                        <a:t>0</a:t>
                      </a:r>
                      <a:endParaRPr lang="en-US" sz="1100" b="0" i="0" u="none" strike="noStrike" dirty="0">
                        <a:solidFill>
                          <a:srgbClr val="000000"/>
                        </a:solidFill>
                        <a:effectLst/>
                        <a:latin typeface="Aptos Narrow" panose="020B0004020202020204" pitchFamily="34" charset="0"/>
                      </a:endParaRPr>
                    </a:p>
                  </a:txBody>
                  <a:tcPr marL="9525" marR="9525" marT="9525" marB="0" anchor="b"/>
                </a:tc>
                <a:extLst>
                  <a:ext uri="{0D108BD9-81ED-4DB2-BD59-A6C34878D82A}">
                    <a16:rowId xmlns:a16="http://schemas.microsoft.com/office/drawing/2014/main" val="1848762036"/>
                  </a:ext>
                </a:extLst>
              </a:tr>
              <a:tr h="200025">
                <a:tc>
                  <a:txBody>
                    <a:bodyPr/>
                    <a:lstStyle/>
                    <a:p>
                      <a:pPr algn="ctr" fontAlgn="b"/>
                      <a:r>
                        <a:rPr lang="en-US" sz="1100" u="none" strike="noStrike">
                          <a:effectLst/>
                        </a:rPr>
                        <a:t>df</a:t>
                      </a:r>
                      <a:endParaRPr lang="en-US" sz="1100" b="0" i="0" u="none" strike="noStrike">
                        <a:solidFill>
                          <a:srgbClr val="000000"/>
                        </a:solidFill>
                        <a:effectLst/>
                        <a:latin typeface="Aptos Narrow" panose="020B0004020202020204" pitchFamily="34" charset="0"/>
                      </a:endParaRPr>
                    </a:p>
                  </a:txBody>
                  <a:tcPr marL="9525" marR="9525" marT="9525" marB="0" anchor="b"/>
                </a:tc>
                <a:tc>
                  <a:txBody>
                    <a:bodyPr/>
                    <a:lstStyle/>
                    <a:p>
                      <a:pPr algn="ctr" fontAlgn="b"/>
                      <a:r>
                        <a:rPr lang="en-US" sz="1100" u="none" strike="noStrike" dirty="0">
                          <a:effectLst/>
                        </a:rPr>
                        <a:t>39</a:t>
                      </a:r>
                      <a:endParaRPr lang="en-US" sz="1100" b="0" i="0" u="none" strike="noStrike" dirty="0">
                        <a:solidFill>
                          <a:srgbClr val="000000"/>
                        </a:solidFill>
                        <a:effectLst/>
                        <a:latin typeface="Aptos Narrow" panose="020B0004020202020204" pitchFamily="34" charset="0"/>
                      </a:endParaRPr>
                    </a:p>
                  </a:txBody>
                  <a:tcPr marL="9525" marR="9525" marT="9525" marB="0" anchor="b"/>
                </a:tc>
                <a:extLst>
                  <a:ext uri="{0D108BD9-81ED-4DB2-BD59-A6C34878D82A}">
                    <a16:rowId xmlns:a16="http://schemas.microsoft.com/office/drawing/2014/main" val="1422467766"/>
                  </a:ext>
                </a:extLst>
              </a:tr>
              <a:tr h="200025">
                <a:tc>
                  <a:txBody>
                    <a:bodyPr/>
                    <a:lstStyle/>
                    <a:p>
                      <a:pPr algn="ctr" fontAlgn="b"/>
                      <a:r>
                        <a:rPr lang="en-US" sz="1100" u="none" strike="noStrike">
                          <a:solidFill>
                            <a:srgbClr val="FF0000"/>
                          </a:solidFill>
                          <a:effectLst/>
                        </a:rPr>
                        <a:t>t Stat</a:t>
                      </a:r>
                      <a:endParaRPr lang="en-US" sz="1100" b="0" i="0" u="none" strike="noStrike">
                        <a:solidFill>
                          <a:srgbClr val="FF0000"/>
                        </a:solidFill>
                        <a:effectLst/>
                        <a:latin typeface="Aptos Narrow" panose="020B0004020202020204" pitchFamily="34" charset="0"/>
                      </a:endParaRPr>
                    </a:p>
                  </a:txBody>
                  <a:tcPr marL="9525" marR="9525" marT="9525" marB="0" anchor="b"/>
                </a:tc>
                <a:tc>
                  <a:txBody>
                    <a:bodyPr/>
                    <a:lstStyle/>
                    <a:p>
                      <a:pPr algn="ctr" fontAlgn="b"/>
                      <a:r>
                        <a:rPr lang="en-US" sz="1100" u="none" strike="noStrike" dirty="0">
                          <a:solidFill>
                            <a:srgbClr val="FF0000"/>
                          </a:solidFill>
                          <a:effectLst/>
                        </a:rPr>
                        <a:t>1.841549442</a:t>
                      </a:r>
                      <a:endParaRPr lang="en-US" sz="1100" b="0" i="0" u="none" strike="noStrike" dirty="0">
                        <a:solidFill>
                          <a:srgbClr val="FF0000"/>
                        </a:solidFill>
                        <a:effectLst/>
                        <a:latin typeface="Aptos Narrow" panose="020B0004020202020204" pitchFamily="34" charset="0"/>
                      </a:endParaRPr>
                    </a:p>
                  </a:txBody>
                  <a:tcPr marL="9525" marR="9525" marT="9525" marB="0" anchor="b"/>
                </a:tc>
                <a:extLst>
                  <a:ext uri="{0D108BD9-81ED-4DB2-BD59-A6C34878D82A}">
                    <a16:rowId xmlns:a16="http://schemas.microsoft.com/office/drawing/2014/main" val="2165641766"/>
                  </a:ext>
                </a:extLst>
              </a:tr>
              <a:tr h="200025">
                <a:tc>
                  <a:txBody>
                    <a:bodyPr/>
                    <a:lstStyle/>
                    <a:p>
                      <a:pPr algn="ctr" fontAlgn="b"/>
                      <a:r>
                        <a:rPr lang="en-US" sz="1100" u="none" strike="noStrike">
                          <a:effectLst/>
                        </a:rPr>
                        <a:t>P(T&lt;=t) one-tail</a:t>
                      </a:r>
                      <a:endParaRPr lang="en-US" sz="1100" b="0" i="0" u="none" strike="noStrike">
                        <a:solidFill>
                          <a:srgbClr val="000000"/>
                        </a:solidFill>
                        <a:effectLst/>
                        <a:latin typeface="Aptos Narrow" panose="020B0004020202020204" pitchFamily="34" charset="0"/>
                      </a:endParaRPr>
                    </a:p>
                  </a:txBody>
                  <a:tcPr marL="9525" marR="9525" marT="9525" marB="0" anchor="b"/>
                </a:tc>
                <a:tc>
                  <a:txBody>
                    <a:bodyPr/>
                    <a:lstStyle/>
                    <a:p>
                      <a:pPr algn="ctr" fontAlgn="b"/>
                      <a:r>
                        <a:rPr lang="en-US" sz="1100" u="none" strike="noStrike" dirty="0">
                          <a:effectLst/>
                        </a:rPr>
                        <a:t>0.036577924</a:t>
                      </a:r>
                      <a:endParaRPr lang="en-US" sz="1100" b="0" i="0" u="none" strike="noStrike" dirty="0">
                        <a:solidFill>
                          <a:srgbClr val="000000"/>
                        </a:solidFill>
                        <a:effectLst/>
                        <a:latin typeface="Aptos Narrow" panose="020B0004020202020204" pitchFamily="34" charset="0"/>
                      </a:endParaRPr>
                    </a:p>
                  </a:txBody>
                  <a:tcPr marL="9525" marR="9525" marT="9525" marB="0" anchor="b"/>
                </a:tc>
                <a:extLst>
                  <a:ext uri="{0D108BD9-81ED-4DB2-BD59-A6C34878D82A}">
                    <a16:rowId xmlns:a16="http://schemas.microsoft.com/office/drawing/2014/main" val="2615428023"/>
                  </a:ext>
                </a:extLst>
              </a:tr>
              <a:tr h="200025">
                <a:tc>
                  <a:txBody>
                    <a:bodyPr/>
                    <a:lstStyle/>
                    <a:p>
                      <a:pPr algn="ctr" fontAlgn="b"/>
                      <a:r>
                        <a:rPr lang="en-US" sz="1100" u="none" strike="noStrike">
                          <a:effectLst/>
                        </a:rPr>
                        <a:t>t Critical one-tail</a:t>
                      </a:r>
                      <a:endParaRPr lang="en-US" sz="1100" b="0" i="0" u="none" strike="noStrike">
                        <a:solidFill>
                          <a:srgbClr val="000000"/>
                        </a:solidFill>
                        <a:effectLst/>
                        <a:latin typeface="Aptos Narrow" panose="020B0004020202020204" pitchFamily="34" charset="0"/>
                      </a:endParaRPr>
                    </a:p>
                  </a:txBody>
                  <a:tcPr marL="9525" marR="9525" marT="9525" marB="0" anchor="b"/>
                </a:tc>
                <a:tc>
                  <a:txBody>
                    <a:bodyPr/>
                    <a:lstStyle/>
                    <a:p>
                      <a:pPr algn="ctr" fontAlgn="b"/>
                      <a:r>
                        <a:rPr lang="en-US" sz="1100" u="none" strike="noStrike" dirty="0">
                          <a:effectLst/>
                        </a:rPr>
                        <a:t>1.684875122</a:t>
                      </a:r>
                      <a:endParaRPr lang="en-US" sz="1100" b="0" i="0" u="none" strike="noStrike" dirty="0">
                        <a:solidFill>
                          <a:srgbClr val="000000"/>
                        </a:solidFill>
                        <a:effectLst/>
                        <a:latin typeface="Aptos Narrow" panose="020B0004020202020204" pitchFamily="34" charset="0"/>
                      </a:endParaRPr>
                    </a:p>
                  </a:txBody>
                  <a:tcPr marL="9525" marR="9525" marT="9525" marB="0" anchor="b"/>
                </a:tc>
                <a:extLst>
                  <a:ext uri="{0D108BD9-81ED-4DB2-BD59-A6C34878D82A}">
                    <a16:rowId xmlns:a16="http://schemas.microsoft.com/office/drawing/2014/main" val="1530876925"/>
                  </a:ext>
                </a:extLst>
              </a:tr>
              <a:tr h="200025">
                <a:tc>
                  <a:txBody>
                    <a:bodyPr/>
                    <a:lstStyle/>
                    <a:p>
                      <a:pPr algn="ctr" fontAlgn="b"/>
                      <a:r>
                        <a:rPr lang="en-US" sz="1100" u="none" strike="noStrike" dirty="0">
                          <a:solidFill>
                            <a:srgbClr val="FF0000"/>
                          </a:solidFill>
                          <a:effectLst/>
                        </a:rPr>
                        <a:t>P(T&lt;=t) two-tail</a:t>
                      </a:r>
                      <a:endParaRPr lang="en-US" sz="1100" b="0" i="0" u="none" strike="noStrike" dirty="0">
                        <a:solidFill>
                          <a:srgbClr val="FF0000"/>
                        </a:solidFill>
                        <a:effectLst/>
                        <a:latin typeface="Aptos Narrow" panose="020B0004020202020204" pitchFamily="34" charset="0"/>
                      </a:endParaRPr>
                    </a:p>
                  </a:txBody>
                  <a:tcPr marL="9525" marR="9525" marT="9525" marB="0" anchor="b"/>
                </a:tc>
                <a:tc>
                  <a:txBody>
                    <a:bodyPr/>
                    <a:lstStyle/>
                    <a:p>
                      <a:pPr algn="ctr" fontAlgn="b"/>
                      <a:r>
                        <a:rPr lang="en-US" sz="1100" u="none" strike="noStrike" dirty="0">
                          <a:solidFill>
                            <a:srgbClr val="FF0000"/>
                          </a:solidFill>
                          <a:effectLst/>
                        </a:rPr>
                        <a:t>0.073155849</a:t>
                      </a:r>
                      <a:endParaRPr lang="en-US" sz="1100" b="0" i="0" u="none" strike="noStrike" dirty="0">
                        <a:solidFill>
                          <a:srgbClr val="FF0000"/>
                        </a:solidFill>
                        <a:effectLst/>
                        <a:latin typeface="Aptos Narrow" panose="020B0004020202020204" pitchFamily="34" charset="0"/>
                      </a:endParaRPr>
                    </a:p>
                  </a:txBody>
                  <a:tcPr marL="9525" marR="9525" marT="9525" marB="0" anchor="b"/>
                </a:tc>
                <a:extLst>
                  <a:ext uri="{0D108BD9-81ED-4DB2-BD59-A6C34878D82A}">
                    <a16:rowId xmlns:a16="http://schemas.microsoft.com/office/drawing/2014/main" val="3951810841"/>
                  </a:ext>
                </a:extLst>
              </a:tr>
              <a:tr h="200025">
                <a:tc>
                  <a:txBody>
                    <a:bodyPr/>
                    <a:lstStyle/>
                    <a:p>
                      <a:pPr algn="ctr" fontAlgn="b"/>
                      <a:r>
                        <a:rPr lang="en-US" sz="1100" u="none" strike="noStrike" dirty="0">
                          <a:effectLst/>
                        </a:rPr>
                        <a:t>t Critical two-tail</a:t>
                      </a:r>
                      <a:endParaRPr lang="en-US" sz="1100" b="0" i="0" u="none" strike="noStrike" dirty="0">
                        <a:solidFill>
                          <a:srgbClr val="000000"/>
                        </a:solidFill>
                        <a:effectLst/>
                        <a:latin typeface="Aptos Narrow" panose="020B0004020202020204" pitchFamily="34" charset="0"/>
                      </a:endParaRPr>
                    </a:p>
                  </a:txBody>
                  <a:tcPr marL="9525" marR="9525" marT="9525" marB="0" anchor="b"/>
                </a:tc>
                <a:tc>
                  <a:txBody>
                    <a:bodyPr/>
                    <a:lstStyle/>
                    <a:p>
                      <a:pPr algn="ctr" fontAlgn="b"/>
                      <a:r>
                        <a:rPr lang="en-US" sz="1100" u="none" strike="noStrike" dirty="0">
                          <a:effectLst/>
                        </a:rPr>
                        <a:t>2.02269092</a:t>
                      </a:r>
                      <a:endParaRPr lang="en-US" sz="1100" b="0" i="0" u="none" strike="noStrike" dirty="0">
                        <a:solidFill>
                          <a:srgbClr val="000000"/>
                        </a:solidFill>
                        <a:effectLst/>
                        <a:latin typeface="Aptos Narrow" panose="020B0004020202020204" pitchFamily="34" charset="0"/>
                      </a:endParaRPr>
                    </a:p>
                  </a:txBody>
                  <a:tcPr marL="9525" marR="9525" marT="9525" marB="0" anchor="b"/>
                </a:tc>
                <a:extLst>
                  <a:ext uri="{0D108BD9-81ED-4DB2-BD59-A6C34878D82A}">
                    <a16:rowId xmlns:a16="http://schemas.microsoft.com/office/drawing/2014/main" val="1165155114"/>
                  </a:ext>
                </a:extLst>
              </a:tr>
            </a:tbl>
          </a:graphicData>
        </a:graphic>
      </p:graphicFrame>
      <p:grpSp>
        <p:nvGrpSpPr>
          <p:cNvPr id="13" name="Group 12">
            <a:extLst>
              <a:ext uri="{FF2B5EF4-FFF2-40B4-BE49-F238E27FC236}">
                <a16:creationId xmlns:a16="http://schemas.microsoft.com/office/drawing/2014/main" id="{72C7410F-33BA-AABF-7902-2E4639B9A93D}"/>
              </a:ext>
            </a:extLst>
          </p:cNvPr>
          <p:cNvGrpSpPr/>
          <p:nvPr/>
        </p:nvGrpSpPr>
        <p:grpSpPr>
          <a:xfrm>
            <a:off x="838199" y="1686298"/>
            <a:ext cx="4308389" cy="4893675"/>
            <a:chOff x="1058093" y="1698655"/>
            <a:chExt cx="3814566" cy="4256903"/>
          </a:xfrm>
        </p:grpSpPr>
        <p:pic>
          <p:nvPicPr>
            <p:cNvPr id="12" name="Picture 11">
              <a:extLst>
                <a:ext uri="{FF2B5EF4-FFF2-40B4-BE49-F238E27FC236}">
                  <a16:creationId xmlns:a16="http://schemas.microsoft.com/office/drawing/2014/main" id="{EE51A42D-B5E2-896D-AFA8-37D7EBE6BF50}"/>
                </a:ext>
              </a:extLst>
            </p:cNvPr>
            <p:cNvPicPr>
              <a:picLocks noChangeAspect="1"/>
            </p:cNvPicPr>
            <p:nvPr/>
          </p:nvPicPr>
          <p:blipFill>
            <a:blip r:embed="rId2"/>
            <a:stretch>
              <a:fillRect/>
            </a:stretch>
          </p:blipFill>
          <p:spPr>
            <a:xfrm>
              <a:off x="1058093" y="1698655"/>
              <a:ext cx="3814566" cy="4256903"/>
            </a:xfrm>
            <a:prstGeom prst="rect">
              <a:avLst/>
            </a:prstGeom>
          </p:spPr>
        </p:pic>
        <p:sp>
          <p:nvSpPr>
            <p:cNvPr id="3" name="Oval 2">
              <a:extLst>
                <a:ext uri="{FF2B5EF4-FFF2-40B4-BE49-F238E27FC236}">
                  <a16:creationId xmlns:a16="http://schemas.microsoft.com/office/drawing/2014/main" id="{75C23307-CA91-098C-D5F9-8933E22DCF1D}"/>
                </a:ext>
              </a:extLst>
            </p:cNvPr>
            <p:cNvSpPr/>
            <p:nvPr/>
          </p:nvSpPr>
          <p:spPr>
            <a:xfrm>
              <a:off x="1955929" y="3019988"/>
              <a:ext cx="350196" cy="36531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1</a:t>
              </a:r>
            </a:p>
          </p:txBody>
        </p:sp>
        <p:sp>
          <p:nvSpPr>
            <p:cNvPr id="5" name="Oval 4">
              <a:extLst>
                <a:ext uri="{FF2B5EF4-FFF2-40B4-BE49-F238E27FC236}">
                  <a16:creationId xmlns:a16="http://schemas.microsoft.com/office/drawing/2014/main" id="{11821B90-5966-04E3-DC43-07DFC6E21955}"/>
                </a:ext>
              </a:extLst>
            </p:cNvPr>
            <p:cNvSpPr/>
            <p:nvPr/>
          </p:nvSpPr>
          <p:spPr>
            <a:xfrm>
              <a:off x="1884318" y="4223719"/>
              <a:ext cx="350196" cy="36531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2</a:t>
              </a:r>
            </a:p>
          </p:txBody>
        </p:sp>
      </p:grpSp>
      <p:sp>
        <p:nvSpPr>
          <p:cNvPr id="9" name="TextBox 8">
            <a:extLst>
              <a:ext uri="{FF2B5EF4-FFF2-40B4-BE49-F238E27FC236}">
                <a16:creationId xmlns:a16="http://schemas.microsoft.com/office/drawing/2014/main" id="{1E87B0E8-372B-D99B-A5C2-1AE3EF70CDA4}"/>
              </a:ext>
            </a:extLst>
          </p:cNvPr>
          <p:cNvSpPr txBox="1"/>
          <p:nvPr/>
        </p:nvSpPr>
        <p:spPr>
          <a:xfrm>
            <a:off x="5338400" y="4406378"/>
            <a:ext cx="6548799" cy="2308324"/>
          </a:xfrm>
          <a:prstGeom prst="rect">
            <a:avLst/>
          </a:prstGeom>
          <a:noFill/>
        </p:spPr>
        <p:txBody>
          <a:bodyPr wrap="square">
            <a:spAutoFit/>
          </a:bodyPr>
          <a:lstStyle/>
          <a:p>
            <a:pPr marL="285750" indent="-285750">
              <a:buFont typeface="Arial" panose="020B0604020202020204" pitchFamily="34" charset="0"/>
              <a:buChar char="•"/>
            </a:pPr>
            <a:r>
              <a:rPr lang="en-US" sz="1600" dirty="0"/>
              <a:t>According to the test results, we fail to reject the null hypothesis which states that the mean delivery time is equal to 3 days.</a:t>
            </a:r>
          </a:p>
          <a:p>
            <a:pPr marL="285750" indent="-285750">
              <a:buFont typeface="Arial" panose="020B0604020202020204" pitchFamily="34" charset="0"/>
              <a:buChar char="•"/>
            </a:pPr>
            <a:r>
              <a:rPr lang="en-US" sz="1600" dirty="0"/>
              <a:t>The collected sample data did not provide us with sufficient evidence to conclude that the mean delivery time is different from 3.</a:t>
            </a:r>
          </a:p>
          <a:p>
            <a:pPr marL="285750" indent="-285750">
              <a:buFont typeface="Arial" panose="020B0604020202020204" pitchFamily="34" charset="0"/>
              <a:buChar char="•"/>
            </a:pPr>
            <a:r>
              <a:rPr lang="en-US" sz="1600" dirty="0"/>
              <a:t>We reached this conclusion because the t statistic falls inside the non-rejection region.</a:t>
            </a:r>
          </a:p>
          <a:p>
            <a:pPr marL="285750" indent="-285750">
              <a:buFont typeface="Arial" panose="020B0604020202020204" pitchFamily="34" charset="0"/>
              <a:buChar char="•"/>
            </a:pPr>
            <a:r>
              <a:rPr lang="en-US" sz="1600" dirty="0"/>
              <a:t>We also reached that conclusion because the p-value (0.07315) which is greater than alpha 0.05.</a:t>
            </a:r>
          </a:p>
          <a:p>
            <a:pPr marL="285750" indent="-285750">
              <a:buFont typeface="Arial" panose="020B0604020202020204" pitchFamily="34" charset="0"/>
              <a:buChar char="•"/>
            </a:pPr>
            <a:r>
              <a:rPr lang="en-US" sz="1600" dirty="0"/>
              <a:t>Computing t-statistic manually, t = (3.4 - 3) / (1.37 / √40) ≈ 1.84</a:t>
            </a:r>
          </a:p>
        </p:txBody>
      </p:sp>
      <p:graphicFrame>
        <p:nvGraphicFramePr>
          <p:cNvPr id="19" name="Table 18">
            <a:extLst>
              <a:ext uri="{FF2B5EF4-FFF2-40B4-BE49-F238E27FC236}">
                <a16:creationId xmlns:a16="http://schemas.microsoft.com/office/drawing/2014/main" id="{BC2FF4AD-2AE4-43F5-1DDD-E51064F914E9}"/>
              </a:ext>
            </a:extLst>
          </p:cNvPr>
          <p:cNvGraphicFramePr>
            <a:graphicFrameLocks noGrp="1"/>
          </p:cNvGraphicFramePr>
          <p:nvPr>
            <p:extLst>
              <p:ext uri="{D42A27DB-BD31-4B8C-83A1-F6EECF244321}">
                <p14:modId xmlns:p14="http://schemas.microsoft.com/office/powerpoint/2010/main" val="3663011990"/>
              </p:ext>
            </p:extLst>
          </p:nvPr>
        </p:nvGraphicFramePr>
        <p:xfrm>
          <a:off x="5511112" y="1703514"/>
          <a:ext cx="2809104" cy="1948815"/>
        </p:xfrm>
        <a:graphic>
          <a:graphicData uri="http://schemas.openxmlformats.org/drawingml/2006/table">
            <a:tbl>
              <a:tblPr>
                <a:tableStyleId>{3C2FFA5D-87B4-456A-9821-1D502468CF0F}</a:tableStyleId>
              </a:tblPr>
              <a:tblGrid>
                <a:gridCol w="702276">
                  <a:extLst>
                    <a:ext uri="{9D8B030D-6E8A-4147-A177-3AD203B41FA5}">
                      <a16:colId xmlns:a16="http://schemas.microsoft.com/office/drawing/2014/main" val="1027496019"/>
                    </a:ext>
                  </a:extLst>
                </a:gridCol>
                <a:gridCol w="702276">
                  <a:extLst>
                    <a:ext uri="{9D8B030D-6E8A-4147-A177-3AD203B41FA5}">
                      <a16:colId xmlns:a16="http://schemas.microsoft.com/office/drawing/2014/main" val="2831854686"/>
                    </a:ext>
                  </a:extLst>
                </a:gridCol>
                <a:gridCol w="702276">
                  <a:extLst>
                    <a:ext uri="{9D8B030D-6E8A-4147-A177-3AD203B41FA5}">
                      <a16:colId xmlns:a16="http://schemas.microsoft.com/office/drawing/2014/main" val="3758261981"/>
                    </a:ext>
                  </a:extLst>
                </a:gridCol>
                <a:gridCol w="702276">
                  <a:extLst>
                    <a:ext uri="{9D8B030D-6E8A-4147-A177-3AD203B41FA5}">
                      <a16:colId xmlns:a16="http://schemas.microsoft.com/office/drawing/2014/main" val="3758644514"/>
                    </a:ext>
                  </a:extLst>
                </a:gridCol>
              </a:tblGrid>
              <a:tr h="163446">
                <a:tc gridSpan="4">
                  <a:txBody>
                    <a:bodyPr/>
                    <a:lstStyle/>
                    <a:p>
                      <a:pPr algn="ctr" fontAlgn="b"/>
                      <a:r>
                        <a:rPr lang="en-US" sz="1100" u="none" strike="noStrike" dirty="0">
                          <a:effectLst/>
                        </a:rPr>
                        <a:t>Delivery Times for 40 Days Sample – In Days</a:t>
                      </a:r>
                      <a:endParaRPr lang="en-US" sz="1100" b="0" i="0" u="none" strike="noStrike" dirty="0">
                        <a:solidFill>
                          <a:srgbClr val="000000"/>
                        </a:solidFill>
                        <a:effectLst/>
                        <a:latin typeface="Aptos Narrow" panose="020B0004020202020204" pitchFamily="34" charset="0"/>
                      </a:endParaRPr>
                    </a:p>
                  </a:txBody>
                  <a:tcPr marL="9525" marR="9525" marT="9525" marB="0" anchor="b"/>
                </a:tc>
                <a:tc hMerge="1">
                  <a:txBody>
                    <a:bodyPr/>
                    <a:lstStyle/>
                    <a:p>
                      <a:pPr algn="ctr" fontAlgn="b"/>
                      <a:endParaRPr lang="en-US" sz="1100" b="0" i="0" u="none" strike="noStrike" dirty="0">
                        <a:solidFill>
                          <a:srgbClr val="000000"/>
                        </a:solidFill>
                        <a:effectLst/>
                        <a:latin typeface="Aptos Narrow" panose="020B0004020202020204" pitchFamily="34" charset="0"/>
                      </a:endParaRPr>
                    </a:p>
                  </a:txBody>
                  <a:tcPr marL="9525" marR="9525" marT="9525" marB="0" anchor="b"/>
                </a:tc>
                <a:tc hMerge="1">
                  <a:txBody>
                    <a:bodyPr/>
                    <a:lstStyle/>
                    <a:p>
                      <a:pPr algn="ctr" fontAlgn="b"/>
                      <a:endParaRPr lang="en-US" sz="1100" b="0" i="0" u="none" strike="noStrike" dirty="0">
                        <a:solidFill>
                          <a:srgbClr val="000000"/>
                        </a:solidFill>
                        <a:effectLst/>
                        <a:latin typeface="Aptos Narrow" panose="020B0004020202020204" pitchFamily="34" charset="0"/>
                      </a:endParaRPr>
                    </a:p>
                  </a:txBody>
                  <a:tcPr marL="9525" marR="9525" marT="9525" marB="0" anchor="b"/>
                </a:tc>
                <a:tc hMerge="1">
                  <a:txBody>
                    <a:bodyPr/>
                    <a:lstStyle/>
                    <a:p>
                      <a:pPr algn="ctr" fontAlgn="b"/>
                      <a:endParaRPr lang="en-US" sz="1100" b="0" i="0" u="none" strike="noStrike" dirty="0">
                        <a:solidFill>
                          <a:srgbClr val="000000"/>
                        </a:solidFill>
                        <a:effectLst/>
                        <a:latin typeface="Aptos Narrow" panose="020B0004020202020204" pitchFamily="34" charset="0"/>
                      </a:endParaRPr>
                    </a:p>
                  </a:txBody>
                  <a:tcPr marL="9525" marR="9525" marT="9525" marB="0" anchor="b"/>
                </a:tc>
                <a:extLst>
                  <a:ext uri="{0D108BD9-81ED-4DB2-BD59-A6C34878D82A}">
                    <a16:rowId xmlns:a16="http://schemas.microsoft.com/office/drawing/2014/main" val="3553476188"/>
                  </a:ext>
                </a:extLst>
              </a:tr>
              <a:tr h="163446">
                <a:tc>
                  <a:txBody>
                    <a:bodyPr/>
                    <a:lstStyle/>
                    <a:p>
                      <a:pPr algn="ctr" fontAlgn="b"/>
                      <a:r>
                        <a:rPr lang="en-US" sz="1100" u="none" strike="noStrike" dirty="0">
                          <a:effectLst/>
                        </a:rPr>
                        <a:t>1</a:t>
                      </a:r>
                      <a:endParaRPr lang="en-US" sz="1100" b="0" i="0" u="none" strike="noStrike" dirty="0">
                        <a:solidFill>
                          <a:srgbClr val="000000"/>
                        </a:solidFill>
                        <a:effectLst/>
                        <a:latin typeface="Aptos Narrow" panose="020B0004020202020204" pitchFamily="34" charset="0"/>
                      </a:endParaRPr>
                    </a:p>
                  </a:txBody>
                  <a:tcPr marL="9525" marR="9525" marT="9525" marB="0" anchor="b"/>
                </a:tc>
                <a:tc>
                  <a:txBody>
                    <a:bodyPr/>
                    <a:lstStyle/>
                    <a:p>
                      <a:pPr algn="ctr" fontAlgn="b"/>
                      <a:r>
                        <a:rPr lang="en-US" sz="1100" u="none" strike="noStrike">
                          <a:effectLst/>
                        </a:rPr>
                        <a:t>4</a:t>
                      </a:r>
                      <a:endParaRPr lang="en-US" sz="1100" b="0" i="0" u="none" strike="noStrike">
                        <a:solidFill>
                          <a:srgbClr val="000000"/>
                        </a:solidFill>
                        <a:effectLst/>
                        <a:latin typeface="Aptos Narrow" panose="020B0004020202020204" pitchFamily="34" charset="0"/>
                      </a:endParaRPr>
                    </a:p>
                  </a:txBody>
                  <a:tcPr marL="9525" marR="9525" marT="9525" marB="0" anchor="b"/>
                </a:tc>
                <a:tc>
                  <a:txBody>
                    <a:bodyPr/>
                    <a:lstStyle/>
                    <a:p>
                      <a:pPr algn="ctr" fontAlgn="b"/>
                      <a:r>
                        <a:rPr lang="en-US" sz="1100" u="none" strike="noStrike">
                          <a:effectLst/>
                        </a:rPr>
                        <a:t>1</a:t>
                      </a:r>
                      <a:endParaRPr lang="en-US" sz="1100" b="0" i="0" u="none" strike="noStrike">
                        <a:solidFill>
                          <a:srgbClr val="000000"/>
                        </a:solidFill>
                        <a:effectLst/>
                        <a:latin typeface="Aptos Narrow" panose="020B0004020202020204" pitchFamily="34" charset="0"/>
                      </a:endParaRPr>
                    </a:p>
                  </a:txBody>
                  <a:tcPr marL="9525" marR="9525" marT="9525" marB="0" anchor="b"/>
                </a:tc>
                <a:tc>
                  <a:txBody>
                    <a:bodyPr/>
                    <a:lstStyle/>
                    <a:p>
                      <a:pPr algn="ctr" fontAlgn="b"/>
                      <a:r>
                        <a:rPr lang="en-US" sz="1100" u="none" strike="noStrike" dirty="0">
                          <a:effectLst/>
                        </a:rPr>
                        <a:t>4</a:t>
                      </a:r>
                      <a:endParaRPr lang="en-US" sz="1100" b="0" i="0" u="none" strike="noStrike" dirty="0">
                        <a:solidFill>
                          <a:srgbClr val="000000"/>
                        </a:solidFill>
                        <a:effectLst/>
                        <a:latin typeface="Aptos Narrow" panose="020B0004020202020204" pitchFamily="34" charset="0"/>
                      </a:endParaRPr>
                    </a:p>
                  </a:txBody>
                  <a:tcPr marL="9525" marR="9525" marT="9525" marB="0" anchor="b"/>
                </a:tc>
                <a:extLst>
                  <a:ext uri="{0D108BD9-81ED-4DB2-BD59-A6C34878D82A}">
                    <a16:rowId xmlns:a16="http://schemas.microsoft.com/office/drawing/2014/main" val="4282084649"/>
                  </a:ext>
                </a:extLst>
              </a:tr>
              <a:tr h="163446">
                <a:tc>
                  <a:txBody>
                    <a:bodyPr/>
                    <a:lstStyle/>
                    <a:p>
                      <a:pPr algn="ctr" fontAlgn="b"/>
                      <a:r>
                        <a:rPr lang="en-US" sz="1100" u="none" strike="noStrike" dirty="0">
                          <a:effectLst/>
                        </a:rPr>
                        <a:t>3</a:t>
                      </a:r>
                      <a:endParaRPr lang="en-US" sz="1100" b="0" i="0" u="none" strike="noStrike" dirty="0">
                        <a:solidFill>
                          <a:srgbClr val="000000"/>
                        </a:solidFill>
                        <a:effectLst/>
                        <a:latin typeface="Aptos Narrow" panose="020B0004020202020204" pitchFamily="34" charset="0"/>
                      </a:endParaRPr>
                    </a:p>
                  </a:txBody>
                  <a:tcPr marL="9525" marR="9525" marT="9525" marB="0" anchor="b"/>
                </a:tc>
                <a:tc>
                  <a:txBody>
                    <a:bodyPr/>
                    <a:lstStyle/>
                    <a:p>
                      <a:pPr algn="ctr" fontAlgn="b"/>
                      <a:r>
                        <a:rPr lang="en-US" sz="1100" u="none" strike="noStrike">
                          <a:effectLst/>
                        </a:rPr>
                        <a:t>3</a:t>
                      </a:r>
                      <a:endParaRPr lang="en-US" sz="1100" b="0" i="0" u="none" strike="noStrike">
                        <a:solidFill>
                          <a:srgbClr val="000000"/>
                        </a:solidFill>
                        <a:effectLst/>
                        <a:latin typeface="Aptos Narrow" panose="020B0004020202020204" pitchFamily="34" charset="0"/>
                      </a:endParaRPr>
                    </a:p>
                  </a:txBody>
                  <a:tcPr marL="9525" marR="9525" marT="9525" marB="0" anchor="b"/>
                </a:tc>
                <a:tc>
                  <a:txBody>
                    <a:bodyPr/>
                    <a:lstStyle/>
                    <a:p>
                      <a:pPr algn="ctr" fontAlgn="b"/>
                      <a:r>
                        <a:rPr lang="en-US" sz="1100" u="none" strike="noStrike">
                          <a:effectLst/>
                        </a:rPr>
                        <a:t>4</a:t>
                      </a:r>
                      <a:endParaRPr lang="en-US" sz="1100" b="0" i="0" u="none" strike="noStrike">
                        <a:solidFill>
                          <a:srgbClr val="000000"/>
                        </a:solidFill>
                        <a:effectLst/>
                        <a:latin typeface="Aptos Narrow" panose="020B0004020202020204" pitchFamily="34" charset="0"/>
                      </a:endParaRPr>
                    </a:p>
                  </a:txBody>
                  <a:tcPr marL="9525" marR="9525" marT="9525" marB="0" anchor="b"/>
                </a:tc>
                <a:tc>
                  <a:txBody>
                    <a:bodyPr/>
                    <a:lstStyle/>
                    <a:p>
                      <a:pPr algn="ctr" fontAlgn="b"/>
                      <a:r>
                        <a:rPr lang="en-US" sz="1100" u="none" strike="noStrike">
                          <a:effectLst/>
                        </a:rPr>
                        <a:t>2</a:t>
                      </a:r>
                      <a:endParaRPr lang="en-US" sz="1100" b="0" i="0" u="none" strike="noStrike">
                        <a:solidFill>
                          <a:srgbClr val="000000"/>
                        </a:solidFill>
                        <a:effectLst/>
                        <a:latin typeface="Aptos Narrow" panose="020B0004020202020204" pitchFamily="34" charset="0"/>
                      </a:endParaRPr>
                    </a:p>
                  </a:txBody>
                  <a:tcPr marL="9525" marR="9525" marT="9525" marB="0" anchor="b"/>
                </a:tc>
                <a:extLst>
                  <a:ext uri="{0D108BD9-81ED-4DB2-BD59-A6C34878D82A}">
                    <a16:rowId xmlns:a16="http://schemas.microsoft.com/office/drawing/2014/main" val="1355764373"/>
                  </a:ext>
                </a:extLst>
              </a:tr>
              <a:tr h="163446">
                <a:tc>
                  <a:txBody>
                    <a:bodyPr/>
                    <a:lstStyle/>
                    <a:p>
                      <a:pPr algn="ctr" fontAlgn="b"/>
                      <a:r>
                        <a:rPr lang="en-US" sz="1100" u="none" strike="noStrike" dirty="0">
                          <a:effectLst/>
                        </a:rPr>
                        <a:t>5</a:t>
                      </a:r>
                      <a:endParaRPr lang="en-US" sz="1100" b="0" i="0" u="none" strike="noStrike" dirty="0">
                        <a:solidFill>
                          <a:srgbClr val="000000"/>
                        </a:solidFill>
                        <a:effectLst/>
                        <a:latin typeface="Aptos Narrow" panose="020B0004020202020204" pitchFamily="34" charset="0"/>
                      </a:endParaRPr>
                    </a:p>
                  </a:txBody>
                  <a:tcPr marL="9525" marR="9525" marT="9525" marB="0" anchor="b"/>
                </a:tc>
                <a:tc>
                  <a:txBody>
                    <a:bodyPr/>
                    <a:lstStyle/>
                    <a:p>
                      <a:pPr algn="ctr" fontAlgn="b"/>
                      <a:r>
                        <a:rPr lang="en-US" sz="1100" u="none" strike="noStrike">
                          <a:effectLst/>
                        </a:rPr>
                        <a:t>1</a:t>
                      </a:r>
                      <a:endParaRPr lang="en-US" sz="1100" b="0" i="0" u="none" strike="noStrike">
                        <a:solidFill>
                          <a:srgbClr val="000000"/>
                        </a:solidFill>
                        <a:effectLst/>
                        <a:latin typeface="Aptos Narrow" panose="020B0004020202020204" pitchFamily="34" charset="0"/>
                      </a:endParaRPr>
                    </a:p>
                  </a:txBody>
                  <a:tcPr marL="9525" marR="9525" marT="9525" marB="0" anchor="b"/>
                </a:tc>
                <a:tc>
                  <a:txBody>
                    <a:bodyPr/>
                    <a:lstStyle/>
                    <a:p>
                      <a:pPr algn="ctr" fontAlgn="b"/>
                      <a:r>
                        <a:rPr lang="en-US" sz="1100" u="none" strike="noStrike">
                          <a:effectLst/>
                        </a:rPr>
                        <a:t>6</a:t>
                      </a:r>
                      <a:endParaRPr lang="en-US" sz="1100" b="0" i="0" u="none" strike="noStrike">
                        <a:solidFill>
                          <a:srgbClr val="000000"/>
                        </a:solidFill>
                        <a:effectLst/>
                        <a:latin typeface="Aptos Narrow" panose="020B0004020202020204" pitchFamily="34" charset="0"/>
                      </a:endParaRPr>
                    </a:p>
                  </a:txBody>
                  <a:tcPr marL="9525" marR="9525" marT="9525" marB="0" anchor="b"/>
                </a:tc>
                <a:tc>
                  <a:txBody>
                    <a:bodyPr/>
                    <a:lstStyle/>
                    <a:p>
                      <a:pPr algn="ctr" fontAlgn="b"/>
                      <a:r>
                        <a:rPr lang="en-US" sz="1100" u="none" strike="noStrike">
                          <a:effectLst/>
                        </a:rPr>
                        <a:t>3</a:t>
                      </a:r>
                      <a:endParaRPr lang="en-US" sz="1100" b="0" i="0" u="none" strike="noStrike">
                        <a:solidFill>
                          <a:srgbClr val="000000"/>
                        </a:solidFill>
                        <a:effectLst/>
                        <a:latin typeface="Aptos Narrow" panose="020B0004020202020204" pitchFamily="34" charset="0"/>
                      </a:endParaRPr>
                    </a:p>
                  </a:txBody>
                  <a:tcPr marL="9525" marR="9525" marT="9525" marB="0" anchor="b"/>
                </a:tc>
                <a:extLst>
                  <a:ext uri="{0D108BD9-81ED-4DB2-BD59-A6C34878D82A}">
                    <a16:rowId xmlns:a16="http://schemas.microsoft.com/office/drawing/2014/main" val="3951132955"/>
                  </a:ext>
                </a:extLst>
              </a:tr>
              <a:tr h="163446">
                <a:tc>
                  <a:txBody>
                    <a:bodyPr/>
                    <a:lstStyle/>
                    <a:p>
                      <a:pPr algn="ctr" fontAlgn="b"/>
                      <a:r>
                        <a:rPr lang="en-US" sz="1100" u="none" strike="noStrike" dirty="0">
                          <a:effectLst/>
                        </a:rPr>
                        <a:t>3</a:t>
                      </a:r>
                      <a:endParaRPr lang="en-US" sz="1100" b="0" i="0" u="none" strike="noStrike" dirty="0">
                        <a:solidFill>
                          <a:srgbClr val="000000"/>
                        </a:solidFill>
                        <a:effectLst/>
                        <a:latin typeface="Aptos Narrow" panose="020B0004020202020204" pitchFamily="34" charset="0"/>
                      </a:endParaRPr>
                    </a:p>
                  </a:txBody>
                  <a:tcPr marL="9525" marR="9525" marT="9525" marB="0" anchor="b"/>
                </a:tc>
                <a:tc>
                  <a:txBody>
                    <a:bodyPr/>
                    <a:lstStyle/>
                    <a:p>
                      <a:pPr algn="ctr" fontAlgn="b"/>
                      <a:r>
                        <a:rPr lang="en-US" sz="1100" u="none" strike="noStrike">
                          <a:effectLst/>
                        </a:rPr>
                        <a:t>4</a:t>
                      </a:r>
                      <a:endParaRPr lang="en-US" sz="1100" b="0" i="0" u="none" strike="noStrike">
                        <a:solidFill>
                          <a:srgbClr val="000000"/>
                        </a:solidFill>
                        <a:effectLst/>
                        <a:latin typeface="Aptos Narrow" panose="020B0004020202020204" pitchFamily="34" charset="0"/>
                      </a:endParaRPr>
                    </a:p>
                  </a:txBody>
                  <a:tcPr marL="9525" marR="9525" marT="9525" marB="0" anchor="b"/>
                </a:tc>
                <a:tc>
                  <a:txBody>
                    <a:bodyPr/>
                    <a:lstStyle/>
                    <a:p>
                      <a:pPr algn="ctr" fontAlgn="b"/>
                      <a:r>
                        <a:rPr lang="en-US" sz="1100" u="none" strike="noStrike">
                          <a:effectLst/>
                        </a:rPr>
                        <a:t>4</a:t>
                      </a:r>
                      <a:endParaRPr lang="en-US" sz="1100" b="0" i="0" u="none" strike="noStrike">
                        <a:solidFill>
                          <a:srgbClr val="000000"/>
                        </a:solidFill>
                        <a:effectLst/>
                        <a:latin typeface="Aptos Narrow" panose="020B0004020202020204" pitchFamily="34" charset="0"/>
                      </a:endParaRPr>
                    </a:p>
                  </a:txBody>
                  <a:tcPr marL="9525" marR="9525" marT="9525" marB="0" anchor="b"/>
                </a:tc>
                <a:tc>
                  <a:txBody>
                    <a:bodyPr/>
                    <a:lstStyle/>
                    <a:p>
                      <a:pPr algn="ctr" fontAlgn="b"/>
                      <a:r>
                        <a:rPr lang="en-US" sz="1100" u="none" strike="noStrike">
                          <a:effectLst/>
                        </a:rPr>
                        <a:t>3</a:t>
                      </a:r>
                      <a:endParaRPr lang="en-US" sz="1100" b="0" i="0" u="none" strike="noStrike">
                        <a:solidFill>
                          <a:srgbClr val="000000"/>
                        </a:solidFill>
                        <a:effectLst/>
                        <a:latin typeface="Aptos Narrow" panose="020B0004020202020204" pitchFamily="34" charset="0"/>
                      </a:endParaRPr>
                    </a:p>
                  </a:txBody>
                  <a:tcPr marL="9525" marR="9525" marT="9525" marB="0" anchor="b"/>
                </a:tc>
                <a:extLst>
                  <a:ext uri="{0D108BD9-81ED-4DB2-BD59-A6C34878D82A}">
                    <a16:rowId xmlns:a16="http://schemas.microsoft.com/office/drawing/2014/main" val="3571193364"/>
                  </a:ext>
                </a:extLst>
              </a:tr>
              <a:tr h="163446">
                <a:tc>
                  <a:txBody>
                    <a:bodyPr/>
                    <a:lstStyle/>
                    <a:p>
                      <a:pPr algn="ctr" fontAlgn="b"/>
                      <a:r>
                        <a:rPr lang="en-US" sz="1100" u="none" strike="noStrike" dirty="0">
                          <a:effectLst/>
                        </a:rPr>
                        <a:t>3</a:t>
                      </a:r>
                      <a:endParaRPr lang="en-US" sz="1100" b="0" i="0" u="none" strike="noStrike" dirty="0">
                        <a:solidFill>
                          <a:srgbClr val="000000"/>
                        </a:solidFill>
                        <a:effectLst/>
                        <a:latin typeface="Aptos Narrow" panose="020B0004020202020204" pitchFamily="34" charset="0"/>
                      </a:endParaRPr>
                    </a:p>
                  </a:txBody>
                  <a:tcPr marL="9525" marR="9525" marT="9525" marB="0" anchor="b"/>
                </a:tc>
                <a:tc>
                  <a:txBody>
                    <a:bodyPr/>
                    <a:lstStyle/>
                    <a:p>
                      <a:pPr algn="ctr" fontAlgn="b"/>
                      <a:r>
                        <a:rPr lang="en-US" sz="1100" u="none" strike="noStrike">
                          <a:effectLst/>
                        </a:rPr>
                        <a:t>2</a:t>
                      </a:r>
                      <a:endParaRPr lang="en-US" sz="1100" b="0" i="0" u="none" strike="noStrike">
                        <a:solidFill>
                          <a:srgbClr val="000000"/>
                        </a:solidFill>
                        <a:effectLst/>
                        <a:latin typeface="Aptos Narrow" panose="020B0004020202020204" pitchFamily="34" charset="0"/>
                      </a:endParaRPr>
                    </a:p>
                  </a:txBody>
                  <a:tcPr marL="9525" marR="9525" marT="9525" marB="0" anchor="b"/>
                </a:tc>
                <a:tc>
                  <a:txBody>
                    <a:bodyPr/>
                    <a:lstStyle/>
                    <a:p>
                      <a:pPr algn="ctr" fontAlgn="b"/>
                      <a:r>
                        <a:rPr lang="en-US" sz="1100" u="none" strike="noStrike">
                          <a:effectLst/>
                        </a:rPr>
                        <a:t>4</a:t>
                      </a:r>
                      <a:endParaRPr lang="en-US" sz="1100" b="0" i="0" u="none" strike="noStrike">
                        <a:solidFill>
                          <a:srgbClr val="000000"/>
                        </a:solidFill>
                        <a:effectLst/>
                        <a:latin typeface="Aptos Narrow" panose="020B0004020202020204" pitchFamily="34" charset="0"/>
                      </a:endParaRPr>
                    </a:p>
                  </a:txBody>
                  <a:tcPr marL="9525" marR="9525" marT="9525" marB="0" anchor="b"/>
                </a:tc>
                <a:tc>
                  <a:txBody>
                    <a:bodyPr/>
                    <a:lstStyle/>
                    <a:p>
                      <a:pPr algn="ctr" fontAlgn="b"/>
                      <a:r>
                        <a:rPr lang="en-US" sz="1100" u="none" strike="noStrike">
                          <a:effectLst/>
                        </a:rPr>
                        <a:t>4</a:t>
                      </a:r>
                      <a:endParaRPr lang="en-US" sz="1100" b="0" i="0" u="none" strike="noStrike">
                        <a:solidFill>
                          <a:srgbClr val="000000"/>
                        </a:solidFill>
                        <a:effectLst/>
                        <a:latin typeface="Aptos Narrow" panose="020B0004020202020204" pitchFamily="34" charset="0"/>
                      </a:endParaRPr>
                    </a:p>
                  </a:txBody>
                  <a:tcPr marL="9525" marR="9525" marT="9525" marB="0" anchor="b"/>
                </a:tc>
                <a:extLst>
                  <a:ext uri="{0D108BD9-81ED-4DB2-BD59-A6C34878D82A}">
                    <a16:rowId xmlns:a16="http://schemas.microsoft.com/office/drawing/2014/main" val="993215219"/>
                  </a:ext>
                </a:extLst>
              </a:tr>
              <a:tr h="163446">
                <a:tc>
                  <a:txBody>
                    <a:bodyPr/>
                    <a:lstStyle/>
                    <a:p>
                      <a:pPr algn="ctr" fontAlgn="b"/>
                      <a:r>
                        <a:rPr lang="en-US" sz="1100" u="none" strike="noStrike" dirty="0">
                          <a:effectLst/>
                        </a:rPr>
                        <a:t>4</a:t>
                      </a:r>
                      <a:endParaRPr lang="en-US" sz="1100" b="0" i="0" u="none" strike="noStrike" dirty="0">
                        <a:solidFill>
                          <a:srgbClr val="000000"/>
                        </a:solidFill>
                        <a:effectLst/>
                        <a:latin typeface="Aptos Narrow" panose="020B0004020202020204" pitchFamily="34" charset="0"/>
                      </a:endParaRPr>
                    </a:p>
                  </a:txBody>
                  <a:tcPr marL="9525" marR="9525" marT="9525" marB="0" anchor="b"/>
                </a:tc>
                <a:tc>
                  <a:txBody>
                    <a:bodyPr/>
                    <a:lstStyle/>
                    <a:p>
                      <a:pPr algn="ctr" fontAlgn="b"/>
                      <a:r>
                        <a:rPr lang="en-US" sz="1100" u="none" strike="noStrike" dirty="0">
                          <a:effectLst/>
                        </a:rPr>
                        <a:t>2</a:t>
                      </a:r>
                      <a:endParaRPr lang="en-US" sz="1100" b="0" i="0" u="none" strike="noStrike" dirty="0">
                        <a:solidFill>
                          <a:srgbClr val="000000"/>
                        </a:solidFill>
                        <a:effectLst/>
                        <a:latin typeface="Aptos Narrow" panose="020B0004020202020204" pitchFamily="34" charset="0"/>
                      </a:endParaRPr>
                    </a:p>
                  </a:txBody>
                  <a:tcPr marL="9525" marR="9525" marT="9525" marB="0" anchor="b"/>
                </a:tc>
                <a:tc>
                  <a:txBody>
                    <a:bodyPr/>
                    <a:lstStyle/>
                    <a:p>
                      <a:pPr algn="ctr" fontAlgn="b"/>
                      <a:r>
                        <a:rPr lang="en-US" sz="1100" u="none" strike="noStrike">
                          <a:effectLst/>
                        </a:rPr>
                        <a:t>1</a:t>
                      </a:r>
                      <a:endParaRPr lang="en-US" sz="1100" b="0" i="0" u="none" strike="noStrike">
                        <a:solidFill>
                          <a:srgbClr val="000000"/>
                        </a:solidFill>
                        <a:effectLst/>
                        <a:latin typeface="Aptos Narrow" panose="020B0004020202020204" pitchFamily="34" charset="0"/>
                      </a:endParaRPr>
                    </a:p>
                  </a:txBody>
                  <a:tcPr marL="9525" marR="9525" marT="9525" marB="0" anchor="b"/>
                </a:tc>
                <a:tc>
                  <a:txBody>
                    <a:bodyPr/>
                    <a:lstStyle/>
                    <a:p>
                      <a:pPr algn="ctr" fontAlgn="b"/>
                      <a:r>
                        <a:rPr lang="en-US" sz="1100" u="none" strike="noStrike">
                          <a:effectLst/>
                        </a:rPr>
                        <a:t>3</a:t>
                      </a:r>
                      <a:endParaRPr lang="en-US" sz="1100" b="0" i="0" u="none" strike="noStrike">
                        <a:solidFill>
                          <a:srgbClr val="000000"/>
                        </a:solidFill>
                        <a:effectLst/>
                        <a:latin typeface="Aptos Narrow" panose="020B0004020202020204" pitchFamily="34" charset="0"/>
                      </a:endParaRPr>
                    </a:p>
                  </a:txBody>
                  <a:tcPr marL="9525" marR="9525" marT="9525" marB="0" anchor="b"/>
                </a:tc>
                <a:extLst>
                  <a:ext uri="{0D108BD9-81ED-4DB2-BD59-A6C34878D82A}">
                    <a16:rowId xmlns:a16="http://schemas.microsoft.com/office/drawing/2014/main" val="3953996763"/>
                  </a:ext>
                </a:extLst>
              </a:tr>
              <a:tr h="163446">
                <a:tc>
                  <a:txBody>
                    <a:bodyPr/>
                    <a:lstStyle/>
                    <a:p>
                      <a:pPr algn="ctr" fontAlgn="b"/>
                      <a:r>
                        <a:rPr lang="en-US" sz="1100" u="none" strike="noStrike" dirty="0">
                          <a:effectLst/>
                        </a:rPr>
                        <a:t>2</a:t>
                      </a:r>
                      <a:endParaRPr lang="en-US" sz="1100" b="0" i="0" u="none" strike="noStrike" dirty="0">
                        <a:solidFill>
                          <a:srgbClr val="000000"/>
                        </a:solidFill>
                        <a:effectLst/>
                        <a:latin typeface="Aptos Narrow" panose="020B0004020202020204" pitchFamily="34" charset="0"/>
                      </a:endParaRPr>
                    </a:p>
                  </a:txBody>
                  <a:tcPr marL="9525" marR="9525" marT="9525" marB="0" anchor="b"/>
                </a:tc>
                <a:tc>
                  <a:txBody>
                    <a:bodyPr/>
                    <a:lstStyle/>
                    <a:p>
                      <a:pPr algn="ctr" fontAlgn="b"/>
                      <a:r>
                        <a:rPr lang="en-US" sz="1100" u="none" strike="noStrike">
                          <a:effectLst/>
                        </a:rPr>
                        <a:t>3</a:t>
                      </a:r>
                      <a:endParaRPr lang="en-US" sz="1100" b="0" i="0" u="none" strike="noStrike">
                        <a:solidFill>
                          <a:srgbClr val="000000"/>
                        </a:solidFill>
                        <a:effectLst/>
                        <a:latin typeface="Aptos Narrow" panose="020B0004020202020204" pitchFamily="34" charset="0"/>
                      </a:endParaRPr>
                    </a:p>
                  </a:txBody>
                  <a:tcPr marL="9525" marR="9525" marT="9525" marB="0" anchor="b"/>
                </a:tc>
                <a:tc>
                  <a:txBody>
                    <a:bodyPr/>
                    <a:lstStyle/>
                    <a:p>
                      <a:pPr algn="ctr" fontAlgn="b"/>
                      <a:r>
                        <a:rPr lang="en-US" sz="1100" u="none" strike="noStrike">
                          <a:effectLst/>
                        </a:rPr>
                        <a:t>3</a:t>
                      </a:r>
                      <a:endParaRPr lang="en-US" sz="1100" b="0" i="0" u="none" strike="noStrike">
                        <a:solidFill>
                          <a:srgbClr val="000000"/>
                        </a:solidFill>
                        <a:effectLst/>
                        <a:latin typeface="Aptos Narrow" panose="020B0004020202020204" pitchFamily="34" charset="0"/>
                      </a:endParaRPr>
                    </a:p>
                  </a:txBody>
                  <a:tcPr marL="9525" marR="9525" marT="9525" marB="0" anchor="b"/>
                </a:tc>
                <a:tc>
                  <a:txBody>
                    <a:bodyPr/>
                    <a:lstStyle/>
                    <a:p>
                      <a:pPr algn="ctr" fontAlgn="b"/>
                      <a:r>
                        <a:rPr lang="en-US" sz="1100" u="none" strike="noStrike">
                          <a:effectLst/>
                        </a:rPr>
                        <a:t>3</a:t>
                      </a:r>
                      <a:endParaRPr lang="en-US" sz="1100" b="0" i="0" u="none" strike="noStrike">
                        <a:solidFill>
                          <a:srgbClr val="000000"/>
                        </a:solidFill>
                        <a:effectLst/>
                        <a:latin typeface="Aptos Narrow" panose="020B0004020202020204" pitchFamily="34" charset="0"/>
                      </a:endParaRPr>
                    </a:p>
                  </a:txBody>
                  <a:tcPr marL="9525" marR="9525" marT="9525" marB="0" anchor="b"/>
                </a:tc>
                <a:extLst>
                  <a:ext uri="{0D108BD9-81ED-4DB2-BD59-A6C34878D82A}">
                    <a16:rowId xmlns:a16="http://schemas.microsoft.com/office/drawing/2014/main" val="2106060707"/>
                  </a:ext>
                </a:extLst>
              </a:tr>
              <a:tr h="163446">
                <a:tc>
                  <a:txBody>
                    <a:bodyPr/>
                    <a:lstStyle/>
                    <a:p>
                      <a:pPr algn="ctr" fontAlgn="b"/>
                      <a:r>
                        <a:rPr lang="en-US" sz="1100" u="none" strike="noStrike" dirty="0">
                          <a:effectLst/>
                        </a:rPr>
                        <a:t>5</a:t>
                      </a:r>
                      <a:endParaRPr lang="en-US" sz="1100" b="0" i="0" u="none" strike="noStrike" dirty="0">
                        <a:solidFill>
                          <a:srgbClr val="000000"/>
                        </a:solidFill>
                        <a:effectLst/>
                        <a:latin typeface="Aptos Narrow" panose="020B0004020202020204" pitchFamily="34" charset="0"/>
                      </a:endParaRPr>
                    </a:p>
                  </a:txBody>
                  <a:tcPr marL="9525" marR="9525" marT="9525" marB="0" anchor="b"/>
                </a:tc>
                <a:tc>
                  <a:txBody>
                    <a:bodyPr/>
                    <a:lstStyle/>
                    <a:p>
                      <a:pPr algn="ctr" fontAlgn="b"/>
                      <a:r>
                        <a:rPr lang="en-US" sz="1100" u="none" strike="noStrike" dirty="0">
                          <a:effectLst/>
                        </a:rPr>
                        <a:t>4</a:t>
                      </a:r>
                      <a:endParaRPr lang="en-US" sz="1100" b="0" i="0" u="none" strike="noStrike" dirty="0">
                        <a:solidFill>
                          <a:srgbClr val="000000"/>
                        </a:solidFill>
                        <a:effectLst/>
                        <a:latin typeface="Aptos Narrow" panose="020B0004020202020204" pitchFamily="34" charset="0"/>
                      </a:endParaRPr>
                    </a:p>
                  </a:txBody>
                  <a:tcPr marL="9525" marR="9525" marT="9525" marB="0" anchor="b"/>
                </a:tc>
                <a:tc>
                  <a:txBody>
                    <a:bodyPr/>
                    <a:lstStyle/>
                    <a:p>
                      <a:pPr algn="ctr" fontAlgn="b"/>
                      <a:r>
                        <a:rPr lang="en-US" sz="1100" u="none" strike="noStrike">
                          <a:effectLst/>
                        </a:rPr>
                        <a:t>6</a:t>
                      </a:r>
                      <a:endParaRPr lang="en-US" sz="1100" b="0" i="0" u="none" strike="noStrike">
                        <a:solidFill>
                          <a:srgbClr val="000000"/>
                        </a:solidFill>
                        <a:effectLst/>
                        <a:latin typeface="Aptos Narrow" panose="020B0004020202020204" pitchFamily="34" charset="0"/>
                      </a:endParaRPr>
                    </a:p>
                  </a:txBody>
                  <a:tcPr marL="9525" marR="9525" marT="9525" marB="0" anchor="b"/>
                </a:tc>
                <a:tc>
                  <a:txBody>
                    <a:bodyPr/>
                    <a:lstStyle/>
                    <a:p>
                      <a:pPr algn="ctr" fontAlgn="b"/>
                      <a:r>
                        <a:rPr lang="en-US" sz="1100" u="none" strike="noStrike">
                          <a:effectLst/>
                        </a:rPr>
                        <a:t>5</a:t>
                      </a:r>
                      <a:endParaRPr lang="en-US" sz="1100" b="0" i="0" u="none" strike="noStrike">
                        <a:solidFill>
                          <a:srgbClr val="000000"/>
                        </a:solidFill>
                        <a:effectLst/>
                        <a:latin typeface="Aptos Narrow" panose="020B0004020202020204" pitchFamily="34" charset="0"/>
                      </a:endParaRPr>
                    </a:p>
                  </a:txBody>
                  <a:tcPr marL="9525" marR="9525" marT="9525" marB="0" anchor="b"/>
                </a:tc>
                <a:extLst>
                  <a:ext uri="{0D108BD9-81ED-4DB2-BD59-A6C34878D82A}">
                    <a16:rowId xmlns:a16="http://schemas.microsoft.com/office/drawing/2014/main" val="4261991109"/>
                  </a:ext>
                </a:extLst>
              </a:tr>
              <a:tr h="163446">
                <a:tc>
                  <a:txBody>
                    <a:bodyPr/>
                    <a:lstStyle/>
                    <a:p>
                      <a:pPr algn="ctr" fontAlgn="b"/>
                      <a:r>
                        <a:rPr lang="en-US" sz="1100" u="none" strike="noStrike" dirty="0">
                          <a:effectLst/>
                        </a:rPr>
                        <a:t>3</a:t>
                      </a:r>
                      <a:endParaRPr lang="en-US" sz="1100" b="0" i="0" u="none" strike="noStrike" dirty="0">
                        <a:solidFill>
                          <a:srgbClr val="000000"/>
                        </a:solidFill>
                        <a:effectLst/>
                        <a:latin typeface="Aptos Narrow" panose="020B0004020202020204" pitchFamily="34" charset="0"/>
                      </a:endParaRPr>
                    </a:p>
                  </a:txBody>
                  <a:tcPr marL="9525" marR="9525" marT="9525" marB="0" anchor="b"/>
                </a:tc>
                <a:tc>
                  <a:txBody>
                    <a:bodyPr/>
                    <a:lstStyle/>
                    <a:p>
                      <a:pPr algn="ctr" fontAlgn="b"/>
                      <a:r>
                        <a:rPr lang="en-US" sz="1100" u="none" strike="noStrike">
                          <a:effectLst/>
                        </a:rPr>
                        <a:t>5</a:t>
                      </a:r>
                      <a:endParaRPr lang="en-US" sz="1100" b="0" i="0" u="none" strike="noStrike">
                        <a:solidFill>
                          <a:srgbClr val="000000"/>
                        </a:solidFill>
                        <a:effectLst/>
                        <a:latin typeface="Aptos Narrow" panose="020B0004020202020204" pitchFamily="34" charset="0"/>
                      </a:endParaRPr>
                    </a:p>
                  </a:txBody>
                  <a:tcPr marL="9525" marR="9525" marT="9525" marB="0" anchor="b"/>
                </a:tc>
                <a:tc>
                  <a:txBody>
                    <a:bodyPr/>
                    <a:lstStyle/>
                    <a:p>
                      <a:pPr algn="ctr" fontAlgn="b"/>
                      <a:r>
                        <a:rPr lang="en-US" sz="1100" u="none" strike="noStrike" dirty="0">
                          <a:effectLst/>
                        </a:rPr>
                        <a:t>2</a:t>
                      </a:r>
                      <a:endParaRPr lang="en-US" sz="1100" b="0" i="0" u="none" strike="noStrike" dirty="0">
                        <a:solidFill>
                          <a:srgbClr val="000000"/>
                        </a:solidFill>
                        <a:effectLst/>
                        <a:latin typeface="Aptos Narrow" panose="020B0004020202020204" pitchFamily="34" charset="0"/>
                      </a:endParaRPr>
                    </a:p>
                  </a:txBody>
                  <a:tcPr marL="9525" marR="9525" marT="9525" marB="0" anchor="b"/>
                </a:tc>
                <a:tc>
                  <a:txBody>
                    <a:bodyPr/>
                    <a:lstStyle/>
                    <a:p>
                      <a:pPr algn="ctr" fontAlgn="b"/>
                      <a:r>
                        <a:rPr lang="en-US" sz="1100" u="none" strike="noStrike" dirty="0">
                          <a:effectLst/>
                        </a:rPr>
                        <a:t>4</a:t>
                      </a:r>
                      <a:endParaRPr lang="en-US" sz="1100" b="0" i="0" u="none" strike="noStrike" dirty="0">
                        <a:solidFill>
                          <a:srgbClr val="000000"/>
                        </a:solidFill>
                        <a:effectLst/>
                        <a:latin typeface="Aptos Narrow" panose="020B0004020202020204" pitchFamily="34" charset="0"/>
                      </a:endParaRPr>
                    </a:p>
                  </a:txBody>
                  <a:tcPr marL="9525" marR="9525" marT="9525" marB="0" anchor="b"/>
                </a:tc>
                <a:extLst>
                  <a:ext uri="{0D108BD9-81ED-4DB2-BD59-A6C34878D82A}">
                    <a16:rowId xmlns:a16="http://schemas.microsoft.com/office/drawing/2014/main" val="1406544233"/>
                  </a:ext>
                </a:extLst>
              </a:tr>
              <a:tr h="163446">
                <a:tc>
                  <a:txBody>
                    <a:bodyPr/>
                    <a:lstStyle/>
                    <a:p>
                      <a:pPr algn="ctr" fontAlgn="b"/>
                      <a:r>
                        <a:rPr lang="en-US" sz="1100" u="none" strike="noStrike" dirty="0">
                          <a:effectLst/>
                        </a:rPr>
                        <a:t>6</a:t>
                      </a:r>
                      <a:endParaRPr lang="en-US" sz="1100" b="0" i="0" u="none" strike="noStrike" dirty="0">
                        <a:solidFill>
                          <a:srgbClr val="000000"/>
                        </a:solidFill>
                        <a:effectLst/>
                        <a:latin typeface="Aptos Narrow" panose="020B0004020202020204" pitchFamily="34" charset="0"/>
                      </a:endParaRPr>
                    </a:p>
                  </a:txBody>
                  <a:tcPr marL="9525" marR="9525" marT="9525" marB="0" anchor="b"/>
                </a:tc>
                <a:tc>
                  <a:txBody>
                    <a:bodyPr/>
                    <a:lstStyle/>
                    <a:p>
                      <a:pPr algn="ctr" fontAlgn="b"/>
                      <a:r>
                        <a:rPr lang="en-US" sz="1100" u="none" strike="noStrike">
                          <a:effectLst/>
                        </a:rPr>
                        <a:t>2</a:t>
                      </a:r>
                      <a:endParaRPr lang="en-US" sz="1100" b="0" i="0" u="none" strike="noStrike">
                        <a:solidFill>
                          <a:srgbClr val="000000"/>
                        </a:solidFill>
                        <a:effectLst/>
                        <a:latin typeface="Aptos Narrow" panose="020B0004020202020204" pitchFamily="34" charset="0"/>
                      </a:endParaRPr>
                    </a:p>
                  </a:txBody>
                  <a:tcPr marL="9525" marR="9525" marT="9525" marB="0" anchor="b"/>
                </a:tc>
                <a:tc>
                  <a:txBody>
                    <a:bodyPr/>
                    <a:lstStyle/>
                    <a:p>
                      <a:pPr algn="ctr" fontAlgn="b"/>
                      <a:r>
                        <a:rPr lang="en-US" sz="1100" u="none" strike="noStrike">
                          <a:effectLst/>
                        </a:rPr>
                        <a:t>4</a:t>
                      </a:r>
                      <a:endParaRPr lang="en-US" sz="1100" b="0" i="0" u="none" strike="noStrike">
                        <a:solidFill>
                          <a:srgbClr val="000000"/>
                        </a:solidFill>
                        <a:effectLst/>
                        <a:latin typeface="Aptos Narrow" panose="020B0004020202020204" pitchFamily="34" charset="0"/>
                      </a:endParaRPr>
                    </a:p>
                  </a:txBody>
                  <a:tcPr marL="9525" marR="9525" marT="9525" marB="0" anchor="b"/>
                </a:tc>
                <a:tc>
                  <a:txBody>
                    <a:bodyPr/>
                    <a:lstStyle/>
                    <a:p>
                      <a:pPr algn="ctr" fontAlgn="b"/>
                      <a:r>
                        <a:rPr lang="en-US" sz="1100" u="none" strike="noStrike" dirty="0">
                          <a:effectLst/>
                        </a:rPr>
                        <a:t>5</a:t>
                      </a:r>
                      <a:endParaRPr lang="en-US" sz="1100" b="0" i="0" u="none" strike="noStrike" dirty="0">
                        <a:solidFill>
                          <a:srgbClr val="000000"/>
                        </a:solidFill>
                        <a:effectLst/>
                        <a:latin typeface="Aptos Narrow" panose="020B0004020202020204" pitchFamily="34" charset="0"/>
                      </a:endParaRPr>
                    </a:p>
                  </a:txBody>
                  <a:tcPr marL="9525" marR="9525" marT="9525" marB="0" anchor="b"/>
                </a:tc>
                <a:extLst>
                  <a:ext uri="{0D108BD9-81ED-4DB2-BD59-A6C34878D82A}">
                    <a16:rowId xmlns:a16="http://schemas.microsoft.com/office/drawing/2014/main" val="2111454266"/>
                  </a:ext>
                </a:extLst>
              </a:tr>
            </a:tbl>
          </a:graphicData>
        </a:graphic>
      </p:graphicFrame>
    </p:spTree>
    <p:extLst>
      <p:ext uri="{BB962C8B-B14F-4D97-AF65-F5344CB8AC3E}">
        <p14:creationId xmlns:p14="http://schemas.microsoft.com/office/powerpoint/2010/main" val="648783378"/>
      </p:ext>
    </p:extLst>
  </p:cSld>
  <p:clrMapOvr>
    <a:masterClrMapping/>
  </p:clrMapOvr>
  <p:transition spd="med">
    <p:pull/>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2">
            <a:extLst>
              <a:ext uri="{FF2B5EF4-FFF2-40B4-BE49-F238E27FC236}">
                <a16:creationId xmlns:a16="http://schemas.microsoft.com/office/drawing/2014/main" id="{EA448C5F-50FF-2B4D-35FF-87E60942CAC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589334" y="1994279"/>
            <a:ext cx="4017218" cy="2869441"/>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2D738B1D-455A-EFDD-8028-2039298BBAB2}"/>
              </a:ext>
            </a:extLst>
          </p:cNvPr>
          <p:cNvSpPr>
            <a:spLocks noGrp="1"/>
          </p:cNvSpPr>
          <p:nvPr>
            <p:ph type="title"/>
          </p:nvPr>
        </p:nvSpPr>
        <p:spPr/>
        <p:txBody>
          <a:bodyPr>
            <a:normAutofit/>
          </a:bodyPr>
          <a:lstStyle/>
          <a:p>
            <a:r>
              <a:rPr lang="en-US" dirty="0"/>
              <a:t>One Sample – One Tail Test – Upper Tail</a:t>
            </a:r>
          </a:p>
        </p:txBody>
      </p:sp>
      <p:sp>
        <p:nvSpPr>
          <p:cNvPr id="3" name="Content Placeholder 2">
            <a:extLst>
              <a:ext uri="{FF2B5EF4-FFF2-40B4-BE49-F238E27FC236}">
                <a16:creationId xmlns:a16="http://schemas.microsoft.com/office/drawing/2014/main" id="{3D43BD14-0F98-6340-9897-C8611AC256CB}"/>
              </a:ext>
            </a:extLst>
          </p:cNvPr>
          <p:cNvSpPr>
            <a:spLocks noGrp="1"/>
          </p:cNvSpPr>
          <p:nvPr>
            <p:ph idx="1"/>
          </p:nvPr>
        </p:nvSpPr>
        <p:spPr>
          <a:xfrm>
            <a:off x="838199" y="1706007"/>
            <a:ext cx="6946557" cy="4991039"/>
          </a:xfrm>
        </p:spPr>
        <p:txBody>
          <a:bodyPr>
            <a:normAutofit/>
          </a:bodyPr>
          <a:lstStyle/>
          <a:p>
            <a:r>
              <a:rPr lang="en-US" sz="2000" b="1" dirty="0"/>
              <a:t>Business Context:</a:t>
            </a:r>
            <a:br>
              <a:rPr lang="en-US" sz="2000" dirty="0"/>
            </a:br>
            <a:r>
              <a:rPr lang="en-US" sz="2000" dirty="0"/>
              <a:t>A manufacturing company believes that its daily production output is larger than 500 units. </a:t>
            </a:r>
          </a:p>
          <a:p>
            <a:r>
              <a:rPr lang="en-US" sz="2000" dirty="0"/>
              <a:t>The company collect sample outputs for 30 days.</a:t>
            </a:r>
          </a:p>
          <a:p>
            <a:pPr marL="0" indent="0">
              <a:buNone/>
            </a:pPr>
            <a:r>
              <a:rPr lang="en-US" sz="2000" b="1" dirty="0"/>
              <a:t>Hypothesis Formulation:</a:t>
            </a:r>
            <a:endParaRPr lang="en-US" sz="2000" dirty="0"/>
          </a:p>
          <a:p>
            <a:pPr indent="0">
              <a:buNone/>
            </a:pPr>
            <a:r>
              <a:rPr lang="en-US" sz="2000" dirty="0">
                <a:solidFill>
                  <a:srgbClr val="0070C0"/>
                </a:solidFill>
              </a:rPr>
              <a:t>Null Hypothesis (H₀): μ ≤ 500 (Baseline)</a:t>
            </a:r>
          </a:p>
          <a:p>
            <a:pPr indent="0">
              <a:buNone/>
            </a:pPr>
            <a:r>
              <a:rPr lang="en-US" sz="2000" dirty="0">
                <a:solidFill>
                  <a:srgbClr val="0070C0"/>
                </a:solidFill>
              </a:rPr>
              <a:t>Alternative Hypothesis (H₁): μ &gt; 500 (Output is larger)</a:t>
            </a:r>
          </a:p>
          <a:p>
            <a:r>
              <a:rPr lang="en-US" sz="2000" dirty="0"/>
              <a:t>This setup calls for a </a:t>
            </a:r>
            <a:r>
              <a:rPr lang="en-US" sz="2000" b="1" dirty="0"/>
              <a:t>one-tailed (upper-tailed) t-test</a:t>
            </a:r>
            <a:r>
              <a:rPr lang="en-US" sz="2000" dirty="0"/>
              <a:t>, as the interest lies specifically in detecting an increase in the mean output.</a:t>
            </a:r>
          </a:p>
          <a:p>
            <a:endParaRPr lang="en-US" sz="2000" dirty="0"/>
          </a:p>
        </p:txBody>
      </p:sp>
    </p:spTree>
    <p:extLst>
      <p:ext uri="{BB962C8B-B14F-4D97-AF65-F5344CB8AC3E}">
        <p14:creationId xmlns:p14="http://schemas.microsoft.com/office/powerpoint/2010/main" val="3329565247"/>
      </p:ext>
    </p:extLst>
  </p:cSld>
  <p:clrMapOvr>
    <a:masterClrMapping/>
  </p:clrMapOvr>
  <p:transition spd="med">
    <p:pull/>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957566-63D9-D9F4-91EC-F37E85F7045B}"/>
              </a:ext>
            </a:extLst>
          </p:cNvPr>
          <p:cNvSpPr>
            <a:spLocks noGrp="1"/>
          </p:cNvSpPr>
          <p:nvPr>
            <p:ph type="title"/>
          </p:nvPr>
        </p:nvSpPr>
        <p:spPr/>
        <p:txBody>
          <a:bodyPr/>
          <a:lstStyle/>
          <a:p>
            <a:r>
              <a:rPr lang="en-US" dirty="0"/>
              <a:t>Implement the Test Using Excel Data Analysis Add In</a:t>
            </a:r>
          </a:p>
        </p:txBody>
      </p:sp>
      <p:graphicFrame>
        <p:nvGraphicFramePr>
          <p:cNvPr id="11" name="Content Placeholder 10">
            <a:extLst>
              <a:ext uri="{FF2B5EF4-FFF2-40B4-BE49-F238E27FC236}">
                <a16:creationId xmlns:a16="http://schemas.microsoft.com/office/drawing/2014/main" id="{421C8CE6-0300-1C7E-EE85-9965E95F81EB}"/>
              </a:ext>
            </a:extLst>
          </p:cNvPr>
          <p:cNvGraphicFramePr>
            <a:graphicFrameLocks noGrp="1"/>
          </p:cNvGraphicFramePr>
          <p:nvPr>
            <p:ph idx="1"/>
            <p:extLst>
              <p:ext uri="{D42A27DB-BD31-4B8C-83A1-F6EECF244321}">
                <p14:modId xmlns:p14="http://schemas.microsoft.com/office/powerpoint/2010/main" val="1049377455"/>
              </p:ext>
            </p:extLst>
          </p:nvPr>
        </p:nvGraphicFramePr>
        <p:xfrm>
          <a:off x="7549978" y="1741791"/>
          <a:ext cx="3803822" cy="2649855"/>
        </p:xfrm>
        <a:graphic>
          <a:graphicData uri="http://schemas.openxmlformats.org/drawingml/2006/table">
            <a:tbl>
              <a:tblPr>
                <a:tableStyleId>{616DA210-FB5B-4158-B5E0-FEB733F419BA}</a:tableStyleId>
              </a:tblPr>
              <a:tblGrid>
                <a:gridCol w="1314196">
                  <a:extLst>
                    <a:ext uri="{9D8B030D-6E8A-4147-A177-3AD203B41FA5}">
                      <a16:colId xmlns:a16="http://schemas.microsoft.com/office/drawing/2014/main" val="120805153"/>
                    </a:ext>
                  </a:extLst>
                </a:gridCol>
                <a:gridCol w="1575403">
                  <a:extLst>
                    <a:ext uri="{9D8B030D-6E8A-4147-A177-3AD203B41FA5}">
                      <a16:colId xmlns:a16="http://schemas.microsoft.com/office/drawing/2014/main" val="2070850983"/>
                    </a:ext>
                  </a:extLst>
                </a:gridCol>
                <a:gridCol w="914223">
                  <a:extLst>
                    <a:ext uri="{9D8B030D-6E8A-4147-A177-3AD203B41FA5}">
                      <a16:colId xmlns:a16="http://schemas.microsoft.com/office/drawing/2014/main" val="1874229018"/>
                    </a:ext>
                  </a:extLst>
                </a:gridCol>
              </a:tblGrid>
              <a:tr h="190500">
                <a:tc gridSpan="2">
                  <a:txBody>
                    <a:bodyPr/>
                    <a:lstStyle/>
                    <a:p>
                      <a:pPr algn="ctr" fontAlgn="b"/>
                      <a:r>
                        <a:rPr lang="en-US" sz="1100" u="none" strike="noStrike">
                          <a:effectLst/>
                        </a:rPr>
                        <a:t>t-Test: Two-Sample Assuming Unequal Variances</a:t>
                      </a:r>
                      <a:endParaRPr lang="en-US" sz="1100" b="0" i="0" u="none" strike="noStrike">
                        <a:solidFill>
                          <a:srgbClr val="000000"/>
                        </a:solidFill>
                        <a:effectLst/>
                        <a:latin typeface="Aptos Narrow" panose="020B0004020202020204" pitchFamily="34" charset="0"/>
                      </a:endParaRPr>
                    </a:p>
                  </a:txBody>
                  <a:tcPr marL="9525" marR="9525" marT="9525" marB="0" anchor="b"/>
                </a:tc>
                <a:tc hMerge="1">
                  <a:txBody>
                    <a:bodyPr/>
                    <a:lstStyle/>
                    <a:p>
                      <a:endParaRPr lang="en-US"/>
                    </a:p>
                  </a:txBody>
                  <a:tcPr/>
                </a:tc>
                <a:tc>
                  <a:txBody>
                    <a:bodyPr/>
                    <a:lstStyle/>
                    <a:p>
                      <a:pPr algn="ctr" fontAlgn="b"/>
                      <a:endParaRPr lang="en-US" sz="1100" b="0" i="0" u="none" strike="noStrike">
                        <a:solidFill>
                          <a:srgbClr val="000000"/>
                        </a:solidFill>
                        <a:effectLst/>
                        <a:latin typeface="Aptos Narrow" panose="020B0004020202020204" pitchFamily="34" charset="0"/>
                      </a:endParaRPr>
                    </a:p>
                  </a:txBody>
                  <a:tcPr marL="9525" marR="9525" marT="9525" marB="0" anchor="b"/>
                </a:tc>
                <a:extLst>
                  <a:ext uri="{0D108BD9-81ED-4DB2-BD59-A6C34878D82A}">
                    <a16:rowId xmlns:a16="http://schemas.microsoft.com/office/drawing/2014/main" val="2387408334"/>
                  </a:ext>
                </a:extLst>
              </a:tr>
              <a:tr h="200025">
                <a:tc>
                  <a:txBody>
                    <a:bodyPr/>
                    <a:lstStyle/>
                    <a:p>
                      <a:pPr algn="ctr" fontAlgn="b"/>
                      <a:endParaRPr lang="en-US" sz="1100" b="0" i="0" u="none" strike="noStrike">
                        <a:solidFill>
                          <a:srgbClr val="000000"/>
                        </a:solidFill>
                        <a:effectLst/>
                        <a:latin typeface="Aptos Narrow" panose="020B0004020202020204" pitchFamily="34" charset="0"/>
                      </a:endParaRPr>
                    </a:p>
                  </a:txBody>
                  <a:tcPr marL="9525" marR="9525" marT="9525" marB="0" anchor="b"/>
                </a:tc>
                <a:tc>
                  <a:txBody>
                    <a:bodyPr/>
                    <a:lstStyle/>
                    <a:p>
                      <a:pPr algn="ctr" fontAlgn="b"/>
                      <a:endParaRPr lang="en-US" sz="1100" b="0" i="0" u="none" strike="noStrike">
                        <a:solidFill>
                          <a:srgbClr val="000000"/>
                        </a:solidFill>
                        <a:effectLst/>
                        <a:latin typeface="Aptos Narrow" panose="020B0004020202020204" pitchFamily="34" charset="0"/>
                      </a:endParaRPr>
                    </a:p>
                  </a:txBody>
                  <a:tcPr marL="9525" marR="9525" marT="9525" marB="0" anchor="b"/>
                </a:tc>
                <a:tc>
                  <a:txBody>
                    <a:bodyPr/>
                    <a:lstStyle/>
                    <a:p>
                      <a:pPr algn="ctr" fontAlgn="b"/>
                      <a:endParaRPr lang="en-US" sz="1100" b="0" i="0" u="none" strike="noStrike">
                        <a:solidFill>
                          <a:srgbClr val="000000"/>
                        </a:solidFill>
                        <a:effectLst/>
                        <a:latin typeface="Aptos Narrow" panose="020B0004020202020204" pitchFamily="34" charset="0"/>
                      </a:endParaRPr>
                    </a:p>
                  </a:txBody>
                  <a:tcPr marL="9525" marR="9525" marT="9525" marB="0" anchor="b"/>
                </a:tc>
                <a:extLst>
                  <a:ext uri="{0D108BD9-81ED-4DB2-BD59-A6C34878D82A}">
                    <a16:rowId xmlns:a16="http://schemas.microsoft.com/office/drawing/2014/main" val="1039146899"/>
                  </a:ext>
                </a:extLst>
              </a:tr>
              <a:tr h="190500">
                <a:tc>
                  <a:txBody>
                    <a:bodyPr/>
                    <a:lstStyle/>
                    <a:p>
                      <a:pPr algn="ctr" fontAlgn="b"/>
                      <a:r>
                        <a:rPr lang="en-US" sz="1100" u="none" strike="noStrike">
                          <a:effectLst/>
                        </a:rPr>
                        <a:t> </a:t>
                      </a:r>
                      <a:endParaRPr lang="en-US" sz="1100" b="0" i="1" u="none" strike="noStrike">
                        <a:solidFill>
                          <a:srgbClr val="000000"/>
                        </a:solidFill>
                        <a:effectLst/>
                        <a:latin typeface="Aptos Narrow" panose="020B0004020202020204" pitchFamily="34" charset="0"/>
                      </a:endParaRPr>
                    </a:p>
                  </a:txBody>
                  <a:tcPr marL="9525" marR="9525" marT="9525" marB="0" anchor="b"/>
                </a:tc>
                <a:tc>
                  <a:txBody>
                    <a:bodyPr/>
                    <a:lstStyle/>
                    <a:p>
                      <a:pPr algn="ctr" fontAlgn="b"/>
                      <a:r>
                        <a:rPr lang="en-US" sz="1100" u="none" strike="noStrike">
                          <a:effectLst/>
                        </a:rPr>
                        <a:t>Daily Output</a:t>
                      </a:r>
                      <a:endParaRPr lang="en-US" sz="1100" b="0" i="1" u="none" strike="noStrike">
                        <a:solidFill>
                          <a:srgbClr val="000000"/>
                        </a:solidFill>
                        <a:effectLst/>
                        <a:latin typeface="Aptos Narrow" panose="020B0004020202020204" pitchFamily="34" charset="0"/>
                      </a:endParaRPr>
                    </a:p>
                  </a:txBody>
                  <a:tcPr marL="9525" marR="9525" marT="9525" marB="0" anchor="b"/>
                </a:tc>
                <a:tc>
                  <a:txBody>
                    <a:bodyPr/>
                    <a:lstStyle/>
                    <a:p>
                      <a:pPr algn="ctr" fontAlgn="b"/>
                      <a:r>
                        <a:rPr lang="en-US" sz="1100" u="none" strike="noStrike">
                          <a:effectLst/>
                        </a:rPr>
                        <a:t>Dummy</a:t>
                      </a:r>
                      <a:endParaRPr lang="en-US" sz="1100" b="0" i="1" u="none" strike="noStrike">
                        <a:solidFill>
                          <a:srgbClr val="000000"/>
                        </a:solidFill>
                        <a:effectLst/>
                        <a:latin typeface="Aptos Narrow" panose="020B0004020202020204" pitchFamily="34" charset="0"/>
                      </a:endParaRPr>
                    </a:p>
                  </a:txBody>
                  <a:tcPr marL="9525" marR="9525" marT="9525" marB="0" anchor="b"/>
                </a:tc>
                <a:extLst>
                  <a:ext uri="{0D108BD9-81ED-4DB2-BD59-A6C34878D82A}">
                    <a16:rowId xmlns:a16="http://schemas.microsoft.com/office/drawing/2014/main" val="55650051"/>
                  </a:ext>
                </a:extLst>
              </a:tr>
              <a:tr h="190500">
                <a:tc>
                  <a:txBody>
                    <a:bodyPr/>
                    <a:lstStyle/>
                    <a:p>
                      <a:pPr algn="ctr" fontAlgn="b"/>
                      <a:r>
                        <a:rPr lang="en-US" sz="1100" u="none" strike="noStrike">
                          <a:effectLst/>
                        </a:rPr>
                        <a:t>Mean</a:t>
                      </a:r>
                      <a:endParaRPr lang="en-US" sz="1100" b="0" i="0" u="none" strike="noStrike">
                        <a:solidFill>
                          <a:srgbClr val="000000"/>
                        </a:solidFill>
                        <a:effectLst/>
                        <a:latin typeface="Aptos Narrow" panose="020B0004020202020204" pitchFamily="34" charset="0"/>
                      </a:endParaRPr>
                    </a:p>
                  </a:txBody>
                  <a:tcPr marL="9525" marR="9525" marT="9525" marB="0" anchor="b"/>
                </a:tc>
                <a:tc>
                  <a:txBody>
                    <a:bodyPr/>
                    <a:lstStyle/>
                    <a:p>
                      <a:pPr algn="ctr" fontAlgn="b"/>
                      <a:r>
                        <a:rPr lang="en-US" sz="1100" u="none" strike="noStrike">
                          <a:effectLst/>
                        </a:rPr>
                        <a:t>520</a:t>
                      </a:r>
                      <a:endParaRPr lang="en-US" sz="1100" b="0" i="0" u="none" strike="noStrike">
                        <a:solidFill>
                          <a:srgbClr val="000000"/>
                        </a:solidFill>
                        <a:effectLst/>
                        <a:latin typeface="Aptos Narrow" panose="020B0004020202020204" pitchFamily="34" charset="0"/>
                      </a:endParaRPr>
                    </a:p>
                  </a:txBody>
                  <a:tcPr marL="9525" marR="9525" marT="9525" marB="0" anchor="b"/>
                </a:tc>
                <a:tc>
                  <a:txBody>
                    <a:bodyPr/>
                    <a:lstStyle/>
                    <a:p>
                      <a:pPr algn="ctr" fontAlgn="b"/>
                      <a:r>
                        <a:rPr lang="en-US" sz="1100" u="none" strike="noStrike">
                          <a:effectLst/>
                        </a:rPr>
                        <a:t>500</a:t>
                      </a:r>
                      <a:endParaRPr lang="en-US" sz="1100" b="0" i="0" u="none" strike="noStrike">
                        <a:solidFill>
                          <a:srgbClr val="000000"/>
                        </a:solidFill>
                        <a:effectLst/>
                        <a:latin typeface="Aptos Narrow" panose="020B0004020202020204" pitchFamily="34" charset="0"/>
                      </a:endParaRPr>
                    </a:p>
                  </a:txBody>
                  <a:tcPr marL="9525" marR="9525" marT="9525" marB="0" anchor="b"/>
                </a:tc>
                <a:extLst>
                  <a:ext uri="{0D108BD9-81ED-4DB2-BD59-A6C34878D82A}">
                    <a16:rowId xmlns:a16="http://schemas.microsoft.com/office/drawing/2014/main" val="2004873305"/>
                  </a:ext>
                </a:extLst>
              </a:tr>
              <a:tr h="190500">
                <a:tc>
                  <a:txBody>
                    <a:bodyPr/>
                    <a:lstStyle/>
                    <a:p>
                      <a:pPr algn="ctr" fontAlgn="b"/>
                      <a:r>
                        <a:rPr lang="en-US" sz="1100" u="none" strike="noStrike" dirty="0">
                          <a:effectLst/>
                        </a:rPr>
                        <a:t>Variance</a:t>
                      </a:r>
                      <a:endParaRPr lang="en-US" sz="1100" b="0" i="0" u="none" strike="noStrike" dirty="0">
                        <a:solidFill>
                          <a:srgbClr val="000000"/>
                        </a:solidFill>
                        <a:effectLst/>
                        <a:latin typeface="Aptos Narrow" panose="020B0004020202020204" pitchFamily="34" charset="0"/>
                      </a:endParaRPr>
                    </a:p>
                  </a:txBody>
                  <a:tcPr marL="9525" marR="9525" marT="9525" marB="0" anchor="b"/>
                </a:tc>
                <a:tc>
                  <a:txBody>
                    <a:bodyPr/>
                    <a:lstStyle/>
                    <a:p>
                      <a:pPr algn="ctr" fontAlgn="b"/>
                      <a:r>
                        <a:rPr lang="en-US" sz="1100" u="none" strike="noStrike">
                          <a:effectLst/>
                        </a:rPr>
                        <a:t>340.0689655</a:t>
                      </a:r>
                      <a:endParaRPr lang="en-US" sz="1100" b="0" i="0" u="none" strike="noStrike">
                        <a:solidFill>
                          <a:srgbClr val="000000"/>
                        </a:solidFill>
                        <a:effectLst/>
                        <a:latin typeface="Aptos Narrow" panose="020B0004020202020204" pitchFamily="34" charset="0"/>
                      </a:endParaRPr>
                    </a:p>
                  </a:txBody>
                  <a:tcPr marL="9525" marR="9525" marT="9525" marB="0" anchor="b"/>
                </a:tc>
                <a:tc>
                  <a:txBody>
                    <a:bodyPr/>
                    <a:lstStyle/>
                    <a:p>
                      <a:pPr algn="ctr" fontAlgn="b"/>
                      <a:r>
                        <a:rPr lang="en-US" sz="1100" u="none" strike="noStrike">
                          <a:effectLst/>
                        </a:rPr>
                        <a:t>0</a:t>
                      </a:r>
                      <a:endParaRPr lang="en-US" sz="1100" b="0" i="0" u="none" strike="noStrike">
                        <a:solidFill>
                          <a:srgbClr val="000000"/>
                        </a:solidFill>
                        <a:effectLst/>
                        <a:latin typeface="Aptos Narrow" panose="020B0004020202020204" pitchFamily="34" charset="0"/>
                      </a:endParaRPr>
                    </a:p>
                  </a:txBody>
                  <a:tcPr marL="9525" marR="9525" marT="9525" marB="0" anchor="b"/>
                </a:tc>
                <a:extLst>
                  <a:ext uri="{0D108BD9-81ED-4DB2-BD59-A6C34878D82A}">
                    <a16:rowId xmlns:a16="http://schemas.microsoft.com/office/drawing/2014/main" val="900922012"/>
                  </a:ext>
                </a:extLst>
              </a:tr>
              <a:tr h="190500">
                <a:tc>
                  <a:txBody>
                    <a:bodyPr/>
                    <a:lstStyle/>
                    <a:p>
                      <a:pPr algn="ctr" fontAlgn="b"/>
                      <a:r>
                        <a:rPr lang="en-US" sz="1100" u="none" strike="noStrike">
                          <a:effectLst/>
                        </a:rPr>
                        <a:t>Observations</a:t>
                      </a:r>
                      <a:endParaRPr lang="en-US" sz="1100" b="0" i="0" u="none" strike="noStrike">
                        <a:solidFill>
                          <a:srgbClr val="000000"/>
                        </a:solidFill>
                        <a:effectLst/>
                        <a:latin typeface="Aptos Narrow" panose="020B0004020202020204" pitchFamily="34" charset="0"/>
                      </a:endParaRPr>
                    </a:p>
                  </a:txBody>
                  <a:tcPr marL="9525" marR="9525" marT="9525" marB="0" anchor="b"/>
                </a:tc>
                <a:tc>
                  <a:txBody>
                    <a:bodyPr/>
                    <a:lstStyle/>
                    <a:p>
                      <a:pPr algn="ctr" fontAlgn="b"/>
                      <a:r>
                        <a:rPr lang="en-US" sz="1100" u="none" strike="noStrike">
                          <a:effectLst/>
                        </a:rPr>
                        <a:t>30</a:t>
                      </a:r>
                      <a:endParaRPr lang="en-US" sz="1100" b="0" i="0" u="none" strike="noStrike">
                        <a:solidFill>
                          <a:srgbClr val="000000"/>
                        </a:solidFill>
                        <a:effectLst/>
                        <a:latin typeface="Aptos Narrow" panose="020B0004020202020204" pitchFamily="34" charset="0"/>
                      </a:endParaRPr>
                    </a:p>
                  </a:txBody>
                  <a:tcPr marL="9525" marR="9525" marT="9525" marB="0" anchor="b"/>
                </a:tc>
                <a:tc>
                  <a:txBody>
                    <a:bodyPr/>
                    <a:lstStyle/>
                    <a:p>
                      <a:pPr algn="ctr" fontAlgn="b"/>
                      <a:r>
                        <a:rPr lang="en-US" sz="1100" u="none" strike="noStrike">
                          <a:effectLst/>
                        </a:rPr>
                        <a:t>4</a:t>
                      </a:r>
                      <a:endParaRPr lang="en-US" sz="1100" b="0" i="0" u="none" strike="noStrike">
                        <a:solidFill>
                          <a:srgbClr val="000000"/>
                        </a:solidFill>
                        <a:effectLst/>
                        <a:latin typeface="Aptos Narrow" panose="020B0004020202020204" pitchFamily="34" charset="0"/>
                      </a:endParaRPr>
                    </a:p>
                  </a:txBody>
                  <a:tcPr marL="9525" marR="9525" marT="9525" marB="0" anchor="b"/>
                </a:tc>
                <a:extLst>
                  <a:ext uri="{0D108BD9-81ED-4DB2-BD59-A6C34878D82A}">
                    <a16:rowId xmlns:a16="http://schemas.microsoft.com/office/drawing/2014/main" val="1976663985"/>
                  </a:ext>
                </a:extLst>
              </a:tr>
              <a:tr h="190500">
                <a:tc>
                  <a:txBody>
                    <a:bodyPr/>
                    <a:lstStyle/>
                    <a:p>
                      <a:pPr algn="ctr" fontAlgn="b"/>
                      <a:r>
                        <a:rPr lang="en-US" sz="1100" u="none" strike="noStrike" dirty="0">
                          <a:effectLst/>
                        </a:rPr>
                        <a:t>Hypothesized Mean Difference</a:t>
                      </a:r>
                      <a:endParaRPr lang="en-US" sz="1100" b="0" i="0" u="none" strike="noStrike" dirty="0">
                        <a:solidFill>
                          <a:srgbClr val="000000"/>
                        </a:solidFill>
                        <a:effectLst/>
                        <a:latin typeface="Aptos Narrow" panose="020B0004020202020204" pitchFamily="34" charset="0"/>
                      </a:endParaRPr>
                    </a:p>
                  </a:txBody>
                  <a:tcPr marL="9525" marR="9525" marT="9525" marB="0" anchor="b"/>
                </a:tc>
                <a:tc>
                  <a:txBody>
                    <a:bodyPr/>
                    <a:lstStyle/>
                    <a:p>
                      <a:pPr algn="ctr" fontAlgn="b"/>
                      <a:r>
                        <a:rPr lang="en-US" sz="1100" u="none" strike="noStrike">
                          <a:effectLst/>
                        </a:rPr>
                        <a:t>0</a:t>
                      </a:r>
                      <a:endParaRPr lang="en-US" sz="1100" b="0" i="0" u="none" strike="noStrike">
                        <a:solidFill>
                          <a:srgbClr val="000000"/>
                        </a:solidFill>
                        <a:effectLst/>
                        <a:latin typeface="Aptos Narrow" panose="020B0004020202020204" pitchFamily="34" charset="0"/>
                      </a:endParaRPr>
                    </a:p>
                  </a:txBody>
                  <a:tcPr marL="9525" marR="9525" marT="9525" marB="0" anchor="b"/>
                </a:tc>
                <a:tc>
                  <a:txBody>
                    <a:bodyPr/>
                    <a:lstStyle/>
                    <a:p>
                      <a:pPr algn="ctr" fontAlgn="b"/>
                      <a:endParaRPr lang="en-US" sz="1100" b="0" i="0" u="none" strike="noStrike">
                        <a:solidFill>
                          <a:srgbClr val="000000"/>
                        </a:solidFill>
                        <a:effectLst/>
                        <a:latin typeface="Aptos Narrow" panose="020B0004020202020204" pitchFamily="34" charset="0"/>
                      </a:endParaRPr>
                    </a:p>
                  </a:txBody>
                  <a:tcPr marL="9525" marR="9525" marT="9525" marB="0" anchor="b"/>
                </a:tc>
                <a:extLst>
                  <a:ext uri="{0D108BD9-81ED-4DB2-BD59-A6C34878D82A}">
                    <a16:rowId xmlns:a16="http://schemas.microsoft.com/office/drawing/2014/main" val="1246502375"/>
                  </a:ext>
                </a:extLst>
              </a:tr>
              <a:tr h="190500">
                <a:tc>
                  <a:txBody>
                    <a:bodyPr/>
                    <a:lstStyle/>
                    <a:p>
                      <a:pPr algn="ctr" fontAlgn="b"/>
                      <a:r>
                        <a:rPr lang="en-US" sz="1100" u="none" strike="noStrike">
                          <a:effectLst/>
                        </a:rPr>
                        <a:t>df</a:t>
                      </a:r>
                      <a:endParaRPr lang="en-US" sz="1100" b="0" i="0" u="none" strike="noStrike">
                        <a:solidFill>
                          <a:srgbClr val="000000"/>
                        </a:solidFill>
                        <a:effectLst/>
                        <a:latin typeface="Aptos Narrow" panose="020B0004020202020204" pitchFamily="34" charset="0"/>
                      </a:endParaRPr>
                    </a:p>
                  </a:txBody>
                  <a:tcPr marL="9525" marR="9525" marT="9525" marB="0" anchor="b"/>
                </a:tc>
                <a:tc>
                  <a:txBody>
                    <a:bodyPr/>
                    <a:lstStyle/>
                    <a:p>
                      <a:pPr algn="ctr" fontAlgn="b"/>
                      <a:r>
                        <a:rPr lang="en-US" sz="1100" u="none" strike="noStrike">
                          <a:effectLst/>
                        </a:rPr>
                        <a:t>29</a:t>
                      </a:r>
                      <a:endParaRPr lang="en-US" sz="1100" b="0" i="0" u="none" strike="noStrike">
                        <a:solidFill>
                          <a:srgbClr val="000000"/>
                        </a:solidFill>
                        <a:effectLst/>
                        <a:latin typeface="Aptos Narrow" panose="020B0004020202020204" pitchFamily="34" charset="0"/>
                      </a:endParaRPr>
                    </a:p>
                  </a:txBody>
                  <a:tcPr marL="9525" marR="9525" marT="9525" marB="0" anchor="b"/>
                </a:tc>
                <a:tc>
                  <a:txBody>
                    <a:bodyPr/>
                    <a:lstStyle/>
                    <a:p>
                      <a:pPr algn="ctr" fontAlgn="b"/>
                      <a:endParaRPr lang="en-US" sz="1100" b="0" i="0" u="none" strike="noStrike">
                        <a:solidFill>
                          <a:srgbClr val="000000"/>
                        </a:solidFill>
                        <a:effectLst/>
                        <a:latin typeface="Aptos Narrow" panose="020B0004020202020204" pitchFamily="34" charset="0"/>
                      </a:endParaRPr>
                    </a:p>
                  </a:txBody>
                  <a:tcPr marL="9525" marR="9525" marT="9525" marB="0" anchor="b"/>
                </a:tc>
                <a:extLst>
                  <a:ext uri="{0D108BD9-81ED-4DB2-BD59-A6C34878D82A}">
                    <a16:rowId xmlns:a16="http://schemas.microsoft.com/office/drawing/2014/main" val="3335000321"/>
                  </a:ext>
                </a:extLst>
              </a:tr>
              <a:tr h="190500">
                <a:tc>
                  <a:txBody>
                    <a:bodyPr/>
                    <a:lstStyle/>
                    <a:p>
                      <a:pPr algn="ctr" fontAlgn="b"/>
                      <a:r>
                        <a:rPr lang="en-US" sz="1100" u="none" strike="noStrike">
                          <a:solidFill>
                            <a:srgbClr val="FF0000"/>
                          </a:solidFill>
                          <a:effectLst/>
                        </a:rPr>
                        <a:t>t Stat</a:t>
                      </a:r>
                      <a:endParaRPr lang="en-US" sz="1100" b="0" i="0" u="none" strike="noStrike">
                        <a:solidFill>
                          <a:srgbClr val="FF0000"/>
                        </a:solidFill>
                        <a:effectLst/>
                        <a:latin typeface="Aptos Narrow" panose="020B0004020202020204" pitchFamily="34" charset="0"/>
                      </a:endParaRPr>
                    </a:p>
                  </a:txBody>
                  <a:tcPr marL="9525" marR="9525" marT="9525" marB="0" anchor="b"/>
                </a:tc>
                <a:tc>
                  <a:txBody>
                    <a:bodyPr/>
                    <a:lstStyle/>
                    <a:p>
                      <a:pPr algn="ctr" fontAlgn="b"/>
                      <a:r>
                        <a:rPr lang="en-US" sz="1100" u="none" strike="noStrike" dirty="0">
                          <a:solidFill>
                            <a:srgbClr val="FF0000"/>
                          </a:solidFill>
                          <a:effectLst/>
                        </a:rPr>
                        <a:t>5.940282826</a:t>
                      </a:r>
                      <a:endParaRPr lang="en-US" sz="1100" b="0" i="0" u="none" strike="noStrike" dirty="0">
                        <a:solidFill>
                          <a:srgbClr val="FF0000"/>
                        </a:solidFill>
                        <a:effectLst/>
                        <a:latin typeface="Aptos Narrow" panose="020B0004020202020204" pitchFamily="34" charset="0"/>
                      </a:endParaRPr>
                    </a:p>
                  </a:txBody>
                  <a:tcPr marL="9525" marR="9525" marT="9525" marB="0" anchor="b"/>
                </a:tc>
                <a:tc>
                  <a:txBody>
                    <a:bodyPr/>
                    <a:lstStyle/>
                    <a:p>
                      <a:pPr algn="ctr" fontAlgn="b"/>
                      <a:endParaRPr lang="en-US" sz="1100" b="0" i="0" u="none" strike="noStrike">
                        <a:solidFill>
                          <a:srgbClr val="000000"/>
                        </a:solidFill>
                        <a:effectLst/>
                        <a:latin typeface="Aptos Narrow" panose="020B0004020202020204" pitchFamily="34" charset="0"/>
                      </a:endParaRPr>
                    </a:p>
                  </a:txBody>
                  <a:tcPr marL="9525" marR="9525" marT="9525" marB="0" anchor="b"/>
                </a:tc>
                <a:extLst>
                  <a:ext uri="{0D108BD9-81ED-4DB2-BD59-A6C34878D82A}">
                    <a16:rowId xmlns:a16="http://schemas.microsoft.com/office/drawing/2014/main" val="3329196905"/>
                  </a:ext>
                </a:extLst>
              </a:tr>
              <a:tr h="190500">
                <a:tc>
                  <a:txBody>
                    <a:bodyPr/>
                    <a:lstStyle/>
                    <a:p>
                      <a:pPr algn="ctr" fontAlgn="b"/>
                      <a:r>
                        <a:rPr lang="en-US" sz="1100" u="none" strike="noStrike">
                          <a:solidFill>
                            <a:srgbClr val="FF0000"/>
                          </a:solidFill>
                          <a:effectLst/>
                        </a:rPr>
                        <a:t>P(T&lt;=t) one-tail</a:t>
                      </a:r>
                      <a:endParaRPr lang="en-US" sz="1100" b="0" i="0" u="none" strike="noStrike">
                        <a:solidFill>
                          <a:srgbClr val="FF0000"/>
                        </a:solidFill>
                        <a:effectLst/>
                        <a:latin typeface="Aptos Narrow" panose="020B0004020202020204" pitchFamily="34" charset="0"/>
                      </a:endParaRPr>
                    </a:p>
                  </a:txBody>
                  <a:tcPr marL="9525" marR="9525" marT="9525" marB="0" anchor="b"/>
                </a:tc>
                <a:tc>
                  <a:txBody>
                    <a:bodyPr/>
                    <a:lstStyle/>
                    <a:p>
                      <a:pPr algn="ctr" fontAlgn="b"/>
                      <a:r>
                        <a:rPr lang="en-US" sz="1100" u="none" strike="noStrike" dirty="0">
                          <a:solidFill>
                            <a:srgbClr val="FF0000"/>
                          </a:solidFill>
                          <a:effectLst/>
                        </a:rPr>
                        <a:t>9.38286E-07</a:t>
                      </a:r>
                      <a:endParaRPr lang="en-US" sz="1100" b="0" i="0" u="none" strike="noStrike" dirty="0">
                        <a:solidFill>
                          <a:srgbClr val="FF0000"/>
                        </a:solidFill>
                        <a:effectLst/>
                        <a:latin typeface="Aptos Narrow" panose="020B0004020202020204" pitchFamily="34" charset="0"/>
                      </a:endParaRPr>
                    </a:p>
                  </a:txBody>
                  <a:tcPr marL="9525" marR="9525" marT="9525" marB="0" anchor="b"/>
                </a:tc>
                <a:tc>
                  <a:txBody>
                    <a:bodyPr/>
                    <a:lstStyle/>
                    <a:p>
                      <a:pPr algn="ctr" fontAlgn="b"/>
                      <a:endParaRPr lang="en-US" sz="1100" b="0" i="0" u="none" strike="noStrike">
                        <a:solidFill>
                          <a:srgbClr val="000000"/>
                        </a:solidFill>
                        <a:effectLst/>
                        <a:latin typeface="Aptos Narrow" panose="020B0004020202020204" pitchFamily="34" charset="0"/>
                      </a:endParaRPr>
                    </a:p>
                  </a:txBody>
                  <a:tcPr marL="9525" marR="9525" marT="9525" marB="0" anchor="b"/>
                </a:tc>
                <a:extLst>
                  <a:ext uri="{0D108BD9-81ED-4DB2-BD59-A6C34878D82A}">
                    <a16:rowId xmlns:a16="http://schemas.microsoft.com/office/drawing/2014/main" val="2083776349"/>
                  </a:ext>
                </a:extLst>
              </a:tr>
              <a:tr h="190500">
                <a:tc>
                  <a:txBody>
                    <a:bodyPr/>
                    <a:lstStyle/>
                    <a:p>
                      <a:pPr algn="ctr" fontAlgn="b"/>
                      <a:r>
                        <a:rPr lang="en-US" sz="1100" u="none" strike="noStrike">
                          <a:solidFill>
                            <a:srgbClr val="FF0000"/>
                          </a:solidFill>
                          <a:effectLst/>
                        </a:rPr>
                        <a:t>t Critical one-tail</a:t>
                      </a:r>
                      <a:endParaRPr lang="en-US" sz="1100" b="0" i="0" u="none" strike="noStrike">
                        <a:solidFill>
                          <a:srgbClr val="FF0000"/>
                        </a:solidFill>
                        <a:effectLst/>
                        <a:latin typeface="Aptos Narrow" panose="020B0004020202020204" pitchFamily="34" charset="0"/>
                      </a:endParaRPr>
                    </a:p>
                  </a:txBody>
                  <a:tcPr marL="9525" marR="9525" marT="9525" marB="0" anchor="b"/>
                </a:tc>
                <a:tc>
                  <a:txBody>
                    <a:bodyPr/>
                    <a:lstStyle/>
                    <a:p>
                      <a:pPr algn="ctr" fontAlgn="b"/>
                      <a:r>
                        <a:rPr lang="en-US" sz="1100" u="none" strike="noStrike" dirty="0">
                          <a:solidFill>
                            <a:srgbClr val="FF0000"/>
                          </a:solidFill>
                          <a:effectLst/>
                        </a:rPr>
                        <a:t>1.699127027</a:t>
                      </a:r>
                      <a:endParaRPr lang="en-US" sz="1100" b="0" i="0" u="none" strike="noStrike" dirty="0">
                        <a:solidFill>
                          <a:srgbClr val="FF0000"/>
                        </a:solidFill>
                        <a:effectLst/>
                        <a:latin typeface="Aptos Narrow" panose="020B0004020202020204" pitchFamily="34" charset="0"/>
                      </a:endParaRPr>
                    </a:p>
                  </a:txBody>
                  <a:tcPr marL="9525" marR="9525" marT="9525" marB="0" anchor="b"/>
                </a:tc>
                <a:tc>
                  <a:txBody>
                    <a:bodyPr/>
                    <a:lstStyle/>
                    <a:p>
                      <a:pPr algn="ctr" fontAlgn="b"/>
                      <a:endParaRPr lang="en-US" sz="1100" b="0" i="0" u="none" strike="noStrike">
                        <a:solidFill>
                          <a:srgbClr val="000000"/>
                        </a:solidFill>
                        <a:effectLst/>
                        <a:latin typeface="Aptos Narrow" panose="020B0004020202020204" pitchFamily="34" charset="0"/>
                      </a:endParaRPr>
                    </a:p>
                  </a:txBody>
                  <a:tcPr marL="9525" marR="9525" marT="9525" marB="0" anchor="b"/>
                </a:tc>
                <a:extLst>
                  <a:ext uri="{0D108BD9-81ED-4DB2-BD59-A6C34878D82A}">
                    <a16:rowId xmlns:a16="http://schemas.microsoft.com/office/drawing/2014/main" val="1794671157"/>
                  </a:ext>
                </a:extLst>
              </a:tr>
              <a:tr h="190500">
                <a:tc>
                  <a:txBody>
                    <a:bodyPr/>
                    <a:lstStyle/>
                    <a:p>
                      <a:pPr algn="ctr" fontAlgn="b"/>
                      <a:r>
                        <a:rPr lang="en-US" sz="1100" u="none" strike="noStrike">
                          <a:effectLst/>
                        </a:rPr>
                        <a:t>P(T&lt;=t) two-tail</a:t>
                      </a:r>
                      <a:endParaRPr lang="en-US" sz="1100" b="0" i="0" u="none" strike="noStrike">
                        <a:solidFill>
                          <a:srgbClr val="000000"/>
                        </a:solidFill>
                        <a:effectLst/>
                        <a:latin typeface="Aptos Narrow" panose="020B0004020202020204" pitchFamily="34" charset="0"/>
                      </a:endParaRPr>
                    </a:p>
                  </a:txBody>
                  <a:tcPr marL="9525" marR="9525" marT="9525" marB="0" anchor="b"/>
                </a:tc>
                <a:tc>
                  <a:txBody>
                    <a:bodyPr/>
                    <a:lstStyle/>
                    <a:p>
                      <a:pPr algn="ctr" fontAlgn="b"/>
                      <a:r>
                        <a:rPr lang="en-US" sz="1100" u="none" strike="noStrike">
                          <a:effectLst/>
                        </a:rPr>
                        <a:t>1.87657E-06</a:t>
                      </a:r>
                      <a:endParaRPr lang="en-US" sz="1100" b="0" i="0" u="none" strike="noStrike">
                        <a:solidFill>
                          <a:srgbClr val="000000"/>
                        </a:solidFill>
                        <a:effectLst/>
                        <a:latin typeface="Aptos Narrow" panose="020B0004020202020204" pitchFamily="34" charset="0"/>
                      </a:endParaRPr>
                    </a:p>
                  </a:txBody>
                  <a:tcPr marL="9525" marR="9525" marT="9525" marB="0" anchor="b"/>
                </a:tc>
                <a:tc>
                  <a:txBody>
                    <a:bodyPr/>
                    <a:lstStyle/>
                    <a:p>
                      <a:pPr algn="ctr" fontAlgn="b"/>
                      <a:endParaRPr lang="en-US" sz="1100" b="0" i="0" u="none" strike="noStrike">
                        <a:solidFill>
                          <a:srgbClr val="000000"/>
                        </a:solidFill>
                        <a:effectLst/>
                        <a:latin typeface="Aptos Narrow" panose="020B0004020202020204" pitchFamily="34" charset="0"/>
                      </a:endParaRPr>
                    </a:p>
                  </a:txBody>
                  <a:tcPr marL="9525" marR="9525" marT="9525" marB="0" anchor="b"/>
                </a:tc>
                <a:extLst>
                  <a:ext uri="{0D108BD9-81ED-4DB2-BD59-A6C34878D82A}">
                    <a16:rowId xmlns:a16="http://schemas.microsoft.com/office/drawing/2014/main" val="1184334988"/>
                  </a:ext>
                </a:extLst>
              </a:tr>
              <a:tr h="200025">
                <a:tc>
                  <a:txBody>
                    <a:bodyPr/>
                    <a:lstStyle/>
                    <a:p>
                      <a:pPr algn="ctr" fontAlgn="b"/>
                      <a:r>
                        <a:rPr lang="en-US" sz="1100" u="none" strike="noStrike">
                          <a:effectLst/>
                        </a:rPr>
                        <a:t>t Critical two-tail</a:t>
                      </a:r>
                      <a:endParaRPr lang="en-US" sz="1100" b="0" i="0" u="none" strike="noStrike">
                        <a:solidFill>
                          <a:srgbClr val="000000"/>
                        </a:solidFill>
                        <a:effectLst/>
                        <a:latin typeface="Aptos Narrow" panose="020B0004020202020204" pitchFamily="34" charset="0"/>
                      </a:endParaRPr>
                    </a:p>
                  </a:txBody>
                  <a:tcPr marL="9525" marR="9525" marT="9525" marB="0" anchor="b"/>
                </a:tc>
                <a:tc>
                  <a:txBody>
                    <a:bodyPr/>
                    <a:lstStyle/>
                    <a:p>
                      <a:pPr algn="ctr" fontAlgn="b"/>
                      <a:r>
                        <a:rPr lang="en-US" sz="1100" u="none" strike="noStrike">
                          <a:effectLst/>
                        </a:rPr>
                        <a:t>2.045229642</a:t>
                      </a:r>
                      <a:endParaRPr lang="en-US" sz="1100" b="0" i="0" u="none" strike="noStrike">
                        <a:solidFill>
                          <a:srgbClr val="000000"/>
                        </a:solidFill>
                        <a:effectLst/>
                        <a:latin typeface="Aptos Narrow" panose="020B0004020202020204" pitchFamily="34" charset="0"/>
                      </a:endParaRPr>
                    </a:p>
                  </a:txBody>
                  <a:tcPr marL="9525" marR="9525" marT="9525" marB="0" anchor="b"/>
                </a:tc>
                <a:tc>
                  <a:txBody>
                    <a:bodyPr/>
                    <a:lstStyle/>
                    <a:p>
                      <a:pPr algn="ctr" fontAlgn="b"/>
                      <a:r>
                        <a:rPr lang="en-US" sz="1100" u="none" strike="noStrike" dirty="0">
                          <a:effectLst/>
                        </a:rPr>
                        <a:t> </a:t>
                      </a:r>
                      <a:endParaRPr lang="en-US" sz="1100" b="0" i="0" u="none" strike="noStrike" dirty="0">
                        <a:solidFill>
                          <a:srgbClr val="000000"/>
                        </a:solidFill>
                        <a:effectLst/>
                        <a:latin typeface="Aptos Narrow" panose="020B0004020202020204" pitchFamily="34" charset="0"/>
                      </a:endParaRPr>
                    </a:p>
                  </a:txBody>
                  <a:tcPr marL="9525" marR="9525" marT="9525" marB="0" anchor="b"/>
                </a:tc>
                <a:extLst>
                  <a:ext uri="{0D108BD9-81ED-4DB2-BD59-A6C34878D82A}">
                    <a16:rowId xmlns:a16="http://schemas.microsoft.com/office/drawing/2014/main" val="793475323"/>
                  </a:ext>
                </a:extLst>
              </a:tr>
            </a:tbl>
          </a:graphicData>
        </a:graphic>
      </p:graphicFrame>
      <p:pic>
        <p:nvPicPr>
          <p:cNvPr id="13" name="Picture 12">
            <a:extLst>
              <a:ext uri="{FF2B5EF4-FFF2-40B4-BE49-F238E27FC236}">
                <a16:creationId xmlns:a16="http://schemas.microsoft.com/office/drawing/2014/main" id="{532E29DB-97EE-4888-BC00-234ED623336D}"/>
              </a:ext>
            </a:extLst>
          </p:cNvPr>
          <p:cNvPicPr>
            <a:picLocks noChangeAspect="1"/>
          </p:cNvPicPr>
          <p:nvPr/>
        </p:nvPicPr>
        <p:blipFill>
          <a:blip r:embed="rId2"/>
          <a:stretch>
            <a:fillRect/>
          </a:stretch>
        </p:blipFill>
        <p:spPr>
          <a:xfrm>
            <a:off x="838200" y="1653268"/>
            <a:ext cx="4445000" cy="5204732"/>
          </a:xfrm>
          <a:prstGeom prst="rect">
            <a:avLst/>
          </a:prstGeom>
        </p:spPr>
      </p:pic>
      <p:sp>
        <p:nvSpPr>
          <p:cNvPr id="14" name="Content Placeholder 2">
            <a:extLst>
              <a:ext uri="{FF2B5EF4-FFF2-40B4-BE49-F238E27FC236}">
                <a16:creationId xmlns:a16="http://schemas.microsoft.com/office/drawing/2014/main" id="{6F667731-C99E-4B7D-700E-A8BEF01529DE}"/>
              </a:ext>
            </a:extLst>
          </p:cNvPr>
          <p:cNvSpPr txBox="1">
            <a:spLocks/>
          </p:cNvSpPr>
          <p:nvPr/>
        </p:nvSpPr>
        <p:spPr>
          <a:xfrm>
            <a:off x="7549977" y="4480876"/>
            <a:ext cx="3803823" cy="90230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600" dirty="0"/>
              <a:t>T statistic is above the critical value and P-Value is very small &lt; alpha, therefore we reject the null hypothesis</a:t>
            </a:r>
          </a:p>
        </p:txBody>
      </p:sp>
      <p:graphicFrame>
        <p:nvGraphicFramePr>
          <p:cNvPr id="15" name="Table 14">
            <a:extLst>
              <a:ext uri="{FF2B5EF4-FFF2-40B4-BE49-F238E27FC236}">
                <a16:creationId xmlns:a16="http://schemas.microsoft.com/office/drawing/2014/main" id="{3C72DF0E-44C7-1313-FEDE-0078F10C4523}"/>
              </a:ext>
            </a:extLst>
          </p:cNvPr>
          <p:cNvGraphicFramePr>
            <a:graphicFrameLocks noGrp="1"/>
          </p:cNvGraphicFramePr>
          <p:nvPr>
            <p:extLst>
              <p:ext uri="{D42A27DB-BD31-4B8C-83A1-F6EECF244321}">
                <p14:modId xmlns:p14="http://schemas.microsoft.com/office/powerpoint/2010/main" val="1189346169"/>
              </p:ext>
            </p:extLst>
          </p:nvPr>
        </p:nvGraphicFramePr>
        <p:xfrm>
          <a:off x="5432854" y="1677470"/>
          <a:ext cx="1758778" cy="3501088"/>
        </p:xfrm>
        <a:graphic>
          <a:graphicData uri="http://schemas.openxmlformats.org/drawingml/2006/table">
            <a:tbl>
              <a:tblPr>
                <a:tableStyleId>{3C2FFA5D-87B4-456A-9821-1D502468CF0F}</a:tableStyleId>
              </a:tblPr>
              <a:tblGrid>
                <a:gridCol w="879389">
                  <a:extLst>
                    <a:ext uri="{9D8B030D-6E8A-4147-A177-3AD203B41FA5}">
                      <a16:colId xmlns:a16="http://schemas.microsoft.com/office/drawing/2014/main" val="2571671585"/>
                    </a:ext>
                  </a:extLst>
                </a:gridCol>
                <a:gridCol w="879389">
                  <a:extLst>
                    <a:ext uri="{9D8B030D-6E8A-4147-A177-3AD203B41FA5}">
                      <a16:colId xmlns:a16="http://schemas.microsoft.com/office/drawing/2014/main" val="3854013500"/>
                    </a:ext>
                  </a:extLst>
                </a:gridCol>
              </a:tblGrid>
              <a:tr h="218818">
                <a:tc gridSpan="2">
                  <a:txBody>
                    <a:bodyPr/>
                    <a:lstStyle/>
                    <a:p>
                      <a:pPr algn="ctr" fontAlgn="b"/>
                      <a:r>
                        <a:rPr lang="en-US" sz="1100" b="0" u="none" strike="noStrike" dirty="0">
                          <a:solidFill>
                            <a:srgbClr val="000000"/>
                          </a:solidFill>
                          <a:effectLst/>
                        </a:rPr>
                        <a:t>Collect Daily Output Data</a:t>
                      </a:r>
                      <a:endParaRPr lang="en-US" sz="1100" b="0" i="0" u="none" strike="noStrike" dirty="0">
                        <a:solidFill>
                          <a:srgbClr val="000000"/>
                        </a:solidFill>
                        <a:effectLst/>
                        <a:latin typeface="Aptos Narrow" panose="020B0004020202020204" pitchFamily="34" charset="0"/>
                      </a:endParaRPr>
                    </a:p>
                  </a:txBody>
                  <a:tcPr marL="9525" marR="9525" marT="9525" marB="0" anchor="b"/>
                </a:tc>
                <a:tc hMerge="1">
                  <a:txBody>
                    <a:bodyPr/>
                    <a:lstStyle/>
                    <a:p>
                      <a:pPr algn="ctr" fontAlgn="b"/>
                      <a:endParaRPr lang="en-US" sz="1100" b="0" i="0" u="none" strike="noStrike" dirty="0">
                        <a:solidFill>
                          <a:srgbClr val="000000"/>
                        </a:solidFill>
                        <a:effectLst/>
                        <a:latin typeface="Aptos Narrow" panose="020B0004020202020204" pitchFamily="34" charset="0"/>
                      </a:endParaRPr>
                    </a:p>
                  </a:txBody>
                  <a:tcPr marL="9525" marR="9525" marT="9525" marB="0" anchor="b"/>
                </a:tc>
                <a:extLst>
                  <a:ext uri="{0D108BD9-81ED-4DB2-BD59-A6C34878D82A}">
                    <a16:rowId xmlns:a16="http://schemas.microsoft.com/office/drawing/2014/main" val="3679326916"/>
                  </a:ext>
                </a:extLst>
              </a:tr>
              <a:tr h="218818">
                <a:tc>
                  <a:txBody>
                    <a:bodyPr/>
                    <a:lstStyle/>
                    <a:p>
                      <a:pPr algn="ctr" fontAlgn="b"/>
                      <a:r>
                        <a:rPr lang="en-US" sz="1100" b="0" u="none" strike="noStrike" dirty="0">
                          <a:solidFill>
                            <a:srgbClr val="000000"/>
                          </a:solidFill>
                          <a:effectLst/>
                        </a:rPr>
                        <a:t>517</a:t>
                      </a:r>
                      <a:endParaRPr lang="en-US" sz="1100" b="0" i="0" u="none" strike="noStrike" dirty="0">
                        <a:solidFill>
                          <a:srgbClr val="000000"/>
                        </a:solidFill>
                        <a:effectLst/>
                        <a:latin typeface="Aptos Narrow" panose="020B0004020202020204" pitchFamily="34" charset="0"/>
                      </a:endParaRPr>
                    </a:p>
                  </a:txBody>
                  <a:tcPr marL="9525" marR="9525" marT="9525" marB="0" anchor="b"/>
                </a:tc>
                <a:tc>
                  <a:txBody>
                    <a:bodyPr/>
                    <a:lstStyle/>
                    <a:p>
                      <a:pPr algn="ctr" fontAlgn="b"/>
                      <a:r>
                        <a:rPr lang="en-US" sz="1100" b="0" u="none" strike="noStrike">
                          <a:solidFill>
                            <a:srgbClr val="000000"/>
                          </a:solidFill>
                          <a:effectLst/>
                        </a:rPr>
                        <a:t>534</a:t>
                      </a:r>
                      <a:endParaRPr lang="en-US" sz="1100" b="0" i="0" u="none" strike="noStrike">
                        <a:solidFill>
                          <a:srgbClr val="000000"/>
                        </a:solidFill>
                        <a:effectLst/>
                        <a:latin typeface="Aptos Narrow" panose="020B0004020202020204" pitchFamily="34" charset="0"/>
                      </a:endParaRPr>
                    </a:p>
                  </a:txBody>
                  <a:tcPr marL="9525" marR="9525" marT="9525" marB="0" anchor="b"/>
                </a:tc>
                <a:extLst>
                  <a:ext uri="{0D108BD9-81ED-4DB2-BD59-A6C34878D82A}">
                    <a16:rowId xmlns:a16="http://schemas.microsoft.com/office/drawing/2014/main" val="2282648306"/>
                  </a:ext>
                </a:extLst>
              </a:tr>
              <a:tr h="218818">
                <a:tc>
                  <a:txBody>
                    <a:bodyPr/>
                    <a:lstStyle/>
                    <a:p>
                      <a:pPr algn="ctr" fontAlgn="b"/>
                      <a:r>
                        <a:rPr lang="en-US" sz="1100" b="0" u="none" strike="noStrike">
                          <a:solidFill>
                            <a:srgbClr val="000000"/>
                          </a:solidFill>
                          <a:effectLst/>
                        </a:rPr>
                        <a:t>528</a:t>
                      </a:r>
                      <a:endParaRPr lang="en-US" sz="1100" b="0" i="0" u="none" strike="noStrike">
                        <a:solidFill>
                          <a:srgbClr val="000000"/>
                        </a:solidFill>
                        <a:effectLst/>
                        <a:latin typeface="Aptos Narrow" panose="020B0004020202020204" pitchFamily="34" charset="0"/>
                      </a:endParaRPr>
                    </a:p>
                  </a:txBody>
                  <a:tcPr marL="9525" marR="9525" marT="9525" marB="0" anchor="b"/>
                </a:tc>
                <a:tc>
                  <a:txBody>
                    <a:bodyPr/>
                    <a:lstStyle/>
                    <a:p>
                      <a:pPr algn="ctr" fontAlgn="b"/>
                      <a:r>
                        <a:rPr lang="en-US" sz="1100" b="0" u="none" strike="noStrike">
                          <a:solidFill>
                            <a:srgbClr val="000000"/>
                          </a:solidFill>
                          <a:effectLst/>
                        </a:rPr>
                        <a:t>483</a:t>
                      </a:r>
                      <a:endParaRPr lang="en-US" sz="1100" b="0" i="0" u="none" strike="noStrike">
                        <a:solidFill>
                          <a:srgbClr val="000000"/>
                        </a:solidFill>
                        <a:effectLst/>
                        <a:latin typeface="Aptos Narrow" panose="020B0004020202020204" pitchFamily="34" charset="0"/>
                      </a:endParaRPr>
                    </a:p>
                  </a:txBody>
                  <a:tcPr marL="9525" marR="9525" marT="9525" marB="0" anchor="b"/>
                </a:tc>
                <a:extLst>
                  <a:ext uri="{0D108BD9-81ED-4DB2-BD59-A6C34878D82A}">
                    <a16:rowId xmlns:a16="http://schemas.microsoft.com/office/drawing/2014/main" val="2901317447"/>
                  </a:ext>
                </a:extLst>
              </a:tr>
              <a:tr h="218818">
                <a:tc>
                  <a:txBody>
                    <a:bodyPr/>
                    <a:lstStyle/>
                    <a:p>
                      <a:pPr algn="ctr" fontAlgn="b"/>
                      <a:r>
                        <a:rPr lang="en-US" sz="1100" b="0" u="none" strike="noStrike">
                          <a:solidFill>
                            <a:srgbClr val="000000"/>
                          </a:solidFill>
                          <a:effectLst/>
                        </a:rPr>
                        <a:t>517</a:t>
                      </a:r>
                      <a:endParaRPr lang="en-US" sz="1100" b="0" i="0" u="none" strike="noStrike">
                        <a:solidFill>
                          <a:srgbClr val="000000"/>
                        </a:solidFill>
                        <a:effectLst/>
                        <a:latin typeface="Aptos Narrow" panose="020B0004020202020204" pitchFamily="34" charset="0"/>
                      </a:endParaRPr>
                    </a:p>
                  </a:txBody>
                  <a:tcPr marL="9525" marR="9525" marT="9525" marB="0" anchor="b"/>
                </a:tc>
                <a:tc>
                  <a:txBody>
                    <a:bodyPr/>
                    <a:lstStyle/>
                    <a:p>
                      <a:pPr algn="ctr" fontAlgn="b"/>
                      <a:r>
                        <a:rPr lang="en-US" sz="1100" b="0" u="none" strike="noStrike">
                          <a:solidFill>
                            <a:srgbClr val="000000"/>
                          </a:solidFill>
                          <a:effectLst/>
                        </a:rPr>
                        <a:t>520</a:t>
                      </a:r>
                      <a:endParaRPr lang="en-US" sz="1100" b="0" i="0" u="none" strike="noStrike">
                        <a:solidFill>
                          <a:srgbClr val="000000"/>
                        </a:solidFill>
                        <a:effectLst/>
                        <a:latin typeface="Aptos Narrow" panose="020B0004020202020204" pitchFamily="34" charset="0"/>
                      </a:endParaRPr>
                    </a:p>
                  </a:txBody>
                  <a:tcPr marL="9525" marR="9525" marT="9525" marB="0" anchor="b"/>
                </a:tc>
                <a:extLst>
                  <a:ext uri="{0D108BD9-81ED-4DB2-BD59-A6C34878D82A}">
                    <a16:rowId xmlns:a16="http://schemas.microsoft.com/office/drawing/2014/main" val="2668792162"/>
                  </a:ext>
                </a:extLst>
              </a:tr>
              <a:tr h="218818">
                <a:tc>
                  <a:txBody>
                    <a:bodyPr/>
                    <a:lstStyle/>
                    <a:p>
                      <a:pPr algn="ctr" fontAlgn="b"/>
                      <a:r>
                        <a:rPr lang="en-US" sz="1100" b="0" u="none" strike="noStrike">
                          <a:solidFill>
                            <a:srgbClr val="000000"/>
                          </a:solidFill>
                          <a:effectLst/>
                        </a:rPr>
                        <a:t>494</a:t>
                      </a:r>
                      <a:endParaRPr lang="en-US" sz="1100" b="0" i="0" u="none" strike="noStrike">
                        <a:solidFill>
                          <a:srgbClr val="000000"/>
                        </a:solidFill>
                        <a:effectLst/>
                        <a:latin typeface="Aptos Narrow" panose="020B0004020202020204" pitchFamily="34" charset="0"/>
                      </a:endParaRPr>
                    </a:p>
                  </a:txBody>
                  <a:tcPr marL="9525" marR="9525" marT="9525" marB="0" anchor="b"/>
                </a:tc>
                <a:tc>
                  <a:txBody>
                    <a:bodyPr/>
                    <a:lstStyle/>
                    <a:p>
                      <a:pPr algn="ctr" fontAlgn="b"/>
                      <a:r>
                        <a:rPr lang="en-US" sz="1100" b="0" u="none" strike="noStrike">
                          <a:solidFill>
                            <a:srgbClr val="000000"/>
                          </a:solidFill>
                          <a:effectLst/>
                        </a:rPr>
                        <a:t>539</a:t>
                      </a:r>
                      <a:endParaRPr lang="en-US" sz="1100" b="0" i="0" u="none" strike="noStrike">
                        <a:solidFill>
                          <a:srgbClr val="000000"/>
                        </a:solidFill>
                        <a:effectLst/>
                        <a:latin typeface="Aptos Narrow" panose="020B0004020202020204" pitchFamily="34" charset="0"/>
                      </a:endParaRPr>
                    </a:p>
                  </a:txBody>
                  <a:tcPr marL="9525" marR="9525" marT="9525" marB="0" anchor="b"/>
                </a:tc>
                <a:extLst>
                  <a:ext uri="{0D108BD9-81ED-4DB2-BD59-A6C34878D82A}">
                    <a16:rowId xmlns:a16="http://schemas.microsoft.com/office/drawing/2014/main" val="3268491474"/>
                  </a:ext>
                </a:extLst>
              </a:tr>
              <a:tr h="218818">
                <a:tc>
                  <a:txBody>
                    <a:bodyPr/>
                    <a:lstStyle/>
                    <a:p>
                      <a:pPr algn="ctr" fontAlgn="b"/>
                      <a:r>
                        <a:rPr lang="en-US" sz="1100" b="0" u="none" strike="noStrike">
                          <a:solidFill>
                            <a:srgbClr val="000000"/>
                          </a:solidFill>
                          <a:effectLst/>
                        </a:rPr>
                        <a:t>537</a:t>
                      </a:r>
                      <a:endParaRPr lang="en-US" sz="1100" b="0" i="0" u="none" strike="noStrike">
                        <a:solidFill>
                          <a:srgbClr val="000000"/>
                        </a:solidFill>
                        <a:effectLst/>
                        <a:latin typeface="Aptos Narrow" panose="020B0004020202020204" pitchFamily="34" charset="0"/>
                      </a:endParaRPr>
                    </a:p>
                  </a:txBody>
                  <a:tcPr marL="9525" marR="9525" marT="9525" marB="0" anchor="b"/>
                </a:tc>
                <a:tc>
                  <a:txBody>
                    <a:bodyPr/>
                    <a:lstStyle/>
                    <a:p>
                      <a:pPr algn="ctr" fontAlgn="b"/>
                      <a:r>
                        <a:rPr lang="en-US" sz="1100" b="0" u="none" strike="noStrike">
                          <a:solidFill>
                            <a:srgbClr val="000000"/>
                          </a:solidFill>
                          <a:effectLst/>
                        </a:rPr>
                        <a:t>530</a:t>
                      </a:r>
                      <a:endParaRPr lang="en-US" sz="1100" b="0" i="0" u="none" strike="noStrike">
                        <a:solidFill>
                          <a:srgbClr val="000000"/>
                        </a:solidFill>
                        <a:effectLst/>
                        <a:latin typeface="Aptos Narrow" panose="020B0004020202020204" pitchFamily="34" charset="0"/>
                      </a:endParaRPr>
                    </a:p>
                  </a:txBody>
                  <a:tcPr marL="9525" marR="9525" marT="9525" marB="0" anchor="b"/>
                </a:tc>
                <a:extLst>
                  <a:ext uri="{0D108BD9-81ED-4DB2-BD59-A6C34878D82A}">
                    <a16:rowId xmlns:a16="http://schemas.microsoft.com/office/drawing/2014/main" val="889825508"/>
                  </a:ext>
                </a:extLst>
              </a:tr>
              <a:tr h="218818">
                <a:tc>
                  <a:txBody>
                    <a:bodyPr/>
                    <a:lstStyle/>
                    <a:p>
                      <a:pPr algn="ctr" fontAlgn="b"/>
                      <a:r>
                        <a:rPr lang="en-US" sz="1100" b="0" u="none" strike="noStrike">
                          <a:solidFill>
                            <a:srgbClr val="000000"/>
                          </a:solidFill>
                          <a:effectLst/>
                        </a:rPr>
                        <a:t>486</a:t>
                      </a:r>
                      <a:endParaRPr lang="en-US" sz="1100" b="0" i="0" u="none" strike="noStrike">
                        <a:solidFill>
                          <a:srgbClr val="000000"/>
                        </a:solidFill>
                        <a:effectLst/>
                        <a:latin typeface="Aptos Narrow" panose="020B0004020202020204" pitchFamily="34" charset="0"/>
                      </a:endParaRPr>
                    </a:p>
                  </a:txBody>
                  <a:tcPr marL="9525" marR="9525" marT="9525" marB="0" anchor="b"/>
                </a:tc>
                <a:tc>
                  <a:txBody>
                    <a:bodyPr/>
                    <a:lstStyle/>
                    <a:p>
                      <a:pPr algn="ctr" fontAlgn="b"/>
                      <a:r>
                        <a:rPr lang="en-US" sz="1100" b="0" u="none" strike="noStrike">
                          <a:solidFill>
                            <a:srgbClr val="000000"/>
                          </a:solidFill>
                          <a:effectLst/>
                        </a:rPr>
                        <a:t>509</a:t>
                      </a:r>
                      <a:endParaRPr lang="en-US" sz="1100" b="0" i="0" u="none" strike="noStrike">
                        <a:solidFill>
                          <a:srgbClr val="000000"/>
                        </a:solidFill>
                        <a:effectLst/>
                        <a:latin typeface="Aptos Narrow" panose="020B0004020202020204" pitchFamily="34" charset="0"/>
                      </a:endParaRPr>
                    </a:p>
                  </a:txBody>
                  <a:tcPr marL="9525" marR="9525" marT="9525" marB="0" anchor="b"/>
                </a:tc>
                <a:extLst>
                  <a:ext uri="{0D108BD9-81ED-4DB2-BD59-A6C34878D82A}">
                    <a16:rowId xmlns:a16="http://schemas.microsoft.com/office/drawing/2014/main" val="1716105912"/>
                  </a:ext>
                </a:extLst>
              </a:tr>
              <a:tr h="218818">
                <a:tc>
                  <a:txBody>
                    <a:bodyPr/>
                    <a:lstStyle/>
                    <a:p>
                      <a:pPr algn="ctr" fontAlgn="b"/>
                      <a:r>
                        <a:rPr lang="en-US" sz="1100" b="0" u="none" strike="noStrike">
                          <a:solidFill>
                            <a:srgbClr val="000000"/>
                          </a:solidFill>
                          <a:effectLst/>
                        </a:rPr>
                        <a:t>515</a:t>
                      </a:r>
                      <a:endParaRPr lang="en-US" sz="1100" b="0" i="0" u="none" strike="noStrike">
                        <a:solidFill>
                          <a:srgbClr val="000000"/>
                        </a:solidFill>
                        <a:effectLst/>
                        <a:latin typeface="Aptos Narrow" panose="020B0004020202020204" pitchFamily="34" charset="0"/>
                      </a:endParaRPr>
                    </a:p>
                  </a:txBody>
                  <a:tcPr marL="9525" marR="9525" marT="9525" marB="0" anchor="b"/>
                </a:tc>
                <a:tc>
                  <a:txBody>
                    <a:bodyPr/>
                    <a:lstStyle/>
                    <a:p>
                      <a:pPr algn="ctr" fontAlgn="b"/>
                      <a:r>
                        <a:rPr lang="en-US" sz="1100" b="0" u="none" strike="noStrike">
                          <a:solidFill>
                            <a:srgbClr val="000000"/>
                          </a:solidFill>
                          <a:effectLst/>
                        </a:rPr>
                        <a:t>547</a:t>
                      </a:r>
                      <a:endParaRPr lang="en-US" sz="1100" b="0" i="0" u="none" strike="noStrike">
                        <a:solidFill>
                          <a:srgbClr val="000000"/>
                        </a:solidFill>
                        <a:effectLst/>
                        <a:latin typeface="Aptos Narrow" panose="020B0004020202020204" pitchFamily="34" charset="0"/>
                      </a:endParaRPr>
                    </a:p>
                  </a:txBody>
                  <a:tcPr marL="9525" marR="9525" marT="9525" marB="0" anchor="b"/>
                </a:tc>
                <a:extLst>
                  <a:ext uri="{0D108BD9-81ED-4DB2-BD59-A6C34878D82A}">
                    <a16:rowId xmlns:a16="http://schemas.microsoft.com/office/drawing/2014/main" val="3383592704"/>
                  </a:ext>
                </a:extLst>
              </a:tr>
              <a:tr h="218818">
                <a:tc>
                  <a:txBody>
                    <a:bodyPr/>
                    <a:lstStyle/>
                    <a:p>
                      <a:pPr algn="ctr" fontAlgn="b"/>
                      <a:r>
                        <a:rPr lang="en-US" sz="1100" b="0" u="none" strike="noStrike" dirty="0">
                          <a:solidFill>
                            <a:srgbClr val="000000"/>
                          </a:solidFill>
                          <a:effectLst/>
                        </a:rPr>
                        <a:t>528</a:t>
                      </a:r>
                      <a:endParaRPr lang="en-US" sz="1100" b="0" i="0" u="none" strike="noStrike" dirty="0">
                        <a:solidFill>
                          <a:srgbClr val="000000"/>
                        </a:solidFill>
                        <a:effectLst/>
                        <a:latin typeface="Aptos Narrow" panose="020B0004020202020204" pitchFamily="34" charset="0"/>
                      </a:endParaRPr>
                    </a:p>
                  </a:txBody>
                  <a:tcPr marL="9525" marR="9525" marT="9525" marB="0" anchor="b"/>
                </a:tc>
                <a:tc>
                  <a:txBody>
                    <a:bodyPr/>
                    <a:lstStyle/>
                    <a:p>
                      <a:pPr algn="ctr" fontAlgn="b"/>
                      <a:r>
                        <a:rPr lang="en-US" sz="1100" b="0" u="none" strike="noStrike">
                          <a:solidFill>
                            <a:srgbClr val="000000"/>
                          </a:solidFill>
                          <a:effectLst/>
                        </a:rPr>
                        <a:t>526</a:t>
                      </a:r>
                      <a:endParaRPr lang="en-US" sz="1100" b="0" i="0" u="none" strike="noStrike">
                        <a:solidFill>
                          <a:srgbClr val="000000"/>
                        </a:solidFill>
                        <a:effectLst/>
                        <a:latin typeface="Aptos Narrow" panose="020B0004020202020204" pitchFamily="34" charset="0"/>
                      </a:endParaRPr>
                    </a:p>
                  </a:txBody>
                  <a:tcPr marL="9525" marR="9525" marT="9525" marB="0" anchor="b"/>
                </a:tc>
                <a:extLst>
                  <a:ext uri="{0D108BD9-81ED-4DB2-BD59-A6C34878D82A}">
                    <a16:rowId xmlns:a16="http://schemas.microsoft.com/office/drawing/2014/main" val="1400568280"/>
                  </a:ext>
                </a:extLst>
              </a:tr>
              <a:tr h="218818">
                <a:tc>
                  <a:txBody>
                    <a:bodyPr/>
                    <a:lstStyle/>
                    <a:p>
                      <a:pPr algn="ctr" fontAlgn="b"/>
                      <a:r>
                        <a:rPr lang="en-US" sz="1100" b="0" u="none" strike="noStrike">
                          <a:solidFill>
                            <a:srgbClr val="000000"/>
                          </a:solidFill>
                          <a:effectLst/>
                        </a:rPr>
                        <a:t>500</a:t>
                      </a:r>
                      <a:endParaRPr lang="en-US" sz="1100" b="0" i="0" u="none" strike="noStrike">
                        <a:solidFill>
                          <a:srgbClr val="000000"/>
                        </a:solidFill>
                        <a:effectLst/>
                        <a:latin typeface="Aptos Narrow" panose="020B0004020202020204" pitchFamily="34" charset="0"/>
                      </a:endParaRPr>
                    </a:p>
                  </a:txBody>
                  <a:tcPr marL="9525" marR="9525" marT="9525" marB="0" anchor="b"/>
                </a:tc>
                <a:tc>
                  <a:txBody>
                    <a:bodyPr/>
                    <a:lstStyle/>
                    <a:p>
                      <a:pPr algn="ctr" fontAlgn="b"/>
                      <a:r>
                        <a:rPr lang="en-US" sz="1100" b="0" u="none" strike="noStrike">
                          <a:solidFill>
                            <a:srgbClr val="000000"/>
                          </a:solidFill>
                          <a:effectLst/>
                        </a:rPr>
                        <a:t>538</a:t>
                      </a:r>
                      <a:endParaRPr lang="en-US" sz="1100" b="0" i="0" u="none" strike="noStrike">
                        <a:solidFill>
                          <a:srgbClr val="000000"/>
                        </a:solidFill>
                        <a:effectLst/>
                        <a:latin typeface="Aptos Narrow" panose="020B0004020202020204" pitchFamily="34" charset="0"/>
                      </a:endParaRPr>
                    </a:p>
                  </a:txBody>
                  <a:tcPr marL="9525" marR="9525" marT="9525" marB="0" anchor="b"/>
                </a:tc>
                <a:extLst>
                  <a:ext uri="{0D108BD9-81ED-4DB2-BD59-A6C34878D82A}">
                    <a16:rowId xmlns:a16="http://schemas.microsoft.com/office/drawing/2014/main" val="3035320051"/>
                  </a:ext>
                </a:extLst>
              </a:tr>
              <a:tr h="218818">
                <a:tc>
                  <a:txBody>
                    <a:bodyPr/>
                    <a:lstStyle/>
                    <a:p>
                      <a:pPr algn="ctr" fontAlgn="b"/>
                      <a:r>
                        <a:rPr lang="en-US" sz="1100" b="0" u="none" strike="noStrike">
                          <a:solidFill>
                            <a:srgbClr val="000000"/>
                          </a:solidFill>
                          <a:effectLst/>
                        </a:rPr>
                        <a:t>564</a:t>
                      </a:r>
                      <a:endParaRPr lang="en-US" sz="1100" b="0" i="0" u="none" strike="noStrike">
                        <a:solidFill>
                          <a:srgbClr val="000000"/>
                        </a:solidFill>
                        <a:effectLst/>
                        <a:latin typeface="Aptos Narrow" panose="020B0004020202020204" pitchFamily="34" charset="0"/>
                      </a:endParaRPr>
                    </a:p>
                  </a:txBody>
                  <a:tcPr marL="9525" marR="9525" marT="9525" marB="0" anchor="b"/>
                </a:tc>
                <a:tc>
                  <a:txBody>
                    <a:bodyPr/>
                    <a:lstStyle/>
                    <a:p>
                      <a:pPr algn="ctr" fontAlgn="b"/>
                      <a:r>
                        <a:rPr lang="en-US" sz="1100" b="0" u="none" strike="noStrike">
                          <a:solidFill>
                            <a:srgbClr val="000000"/>
                          </a:solidFill>
                          <a:effectLst/>
                        </a:rPr>
                        <a:t>531</a:t>
                      </a:r>
                      <a:endParaRPr lang="en-US" sz="1100" b="0" i="0" u="none" strike="noStrike">
                        <a:solidFill>
                          <a:srgbClr val="000000"/>
                        </a:solidFill>
                        <a:effectLst/>
                        <a:latin typeface="Aptos Narrow" panose="020B0004020202020204" pitchFamily="34" charset="0"/>
                      </a:endParaRPr>
                    </a:p>
                  </a:txBody>
                  <a:tcPr marL="9525" marR="9525" marT="9525" marB="0" anchor="b"/>
                </a:tc>
                <a:extLst>
                  <a:ext uri="{0D108BD9-81ED-4DB2-BD59-A6C34878D82A}">
                    <a16:rowId xmlns:a16="http://schemas.microsoft.com/office/drawing/2014/main" val="145967824"/>
                  </a:ext>
                </a:extLst>
              </a:tr>
              <a:tr h="218818">
                <a:tc>
                  <a:txBody>
                    <a:bodyPr/>
                    <a:lstStyle/>
                    <a:p>
                      <a:pPr algn="ctr" fontAlgn="b"/>
                      <a:r>
                        <a:rPr lang="en-US" sz="1100" b="0" u="none" strike="noStrike">
                          <a:solidFill>
                            <a:srgbClr val="000000"/>
                          </a:solidFill>
                          <a:effectLst/>
                        </a:rPr>
                        <a:t>521</a:t>
                      </a:r>
                      <a:endParaRPr lang="en-US" sz="1100" b="0" i="0" u="none" strike="noStrike">
                        <a:solidFill>
                          <a:srgbClr val="000000"/>
                        </a:solidFill>
                        <a:effectLst/>
                        <a:latin typeface="Aptos Narrow" panose="020B0004020202020204" pitchFamily="34" charset="0"/>
                      </a:endParaRPr>
                    </a:p>
                  </a:txBody>
                  <a:tcPr marL="9525" marR="9525" marT="9525" marB="0" anchor="b"/>
                </a:tc>
                <a:tc>
                  <a:txBody>
                    <a:bodyPr/>
                    <a:lstStyle/>
                    <a:p>
                      <a:pPr algn="ctr" fontAlgn="b"/>
                      <a:r>
                        <a:rPr lang="en-US" sz="1100" b="0" u="none" strike="noStrike">
                          <a:solidFill>
                            <a:srgbClr val="000000"/>
                          </a:solidFill>
                          <a:effectLst/>
                        </a:rPr>
                        <a:t>509</a:t>
                      </a:r>
                      <a:endParaRPr lang="en-US" sz="1100" b="0" i="0" u="none" strike="noStrike">
                        <a:solidFill>
                          <a:srgbClr val="000000"/>
                        </a:solidFill>
                        <a:effectLst/>
                        <a:latin typeface="Aptos Narrow" panose="020B0004020202020204" pitchFamily="34" charset="0"/>
                      </a:endParaRPr>
                    </a:p>
                  </a:txBody>
                  <a:tcPr marL="9525" marR="9525" marT="9525" marB="0" anchor="b"/>
                </a:tc>
                <a:extLst>
                  <a:ext uri="{0D108BD9-81ED-4DB2-BD59-A6C34878D82A}">
                    <a16:rowId xmlns:a16="http://schemas.microsoft.com/office/drawing/2014/main" val="514703922"/>
                  </a:ext>
                </a:extLst>
              </a:tr>
              <a:tr h="218818">
                <a:tc>
                  <a:txBody>
                    <a:bodyPr/>
                    <a:lstStyle/>
                    <a:p>
                      <a:pPr algn="ctr" fontAlgn="b"/>
                      <a:r>
                        <a:rPr lang="en-US" sz="1100" b="0" u="none" strike="noStrike">
                          <a:solidFill>
                            <a:srgbClr val="000000"/>
                          </a:solidFill>
                          <a:effectLst/>
                        </a:rPr>
                        <a:t>510</a:t>
                      </a:r>
                      <a:endParaRPr lang="en-US" sz="1100" b="0" i="0" u="none" strike="noStrike">
                        <a:solidFill>
                          <a:srgbClr val="000000"/>
                        </a:solidFill>
                        <a:effectLst/>
                        <a:latin typeface="Aptos Narrow" panose="020B0004020202020204" pitchFamily="34" charset="0"/>
                      </a:endParaRPr>
                    </a:p>
                  </a:txBody>
                  <a:tcPr marL="9525" marR="9525" marT="9525" marB="0" anchor="b"/>
                </a:tc>
                <a:tc>
                  <a:txBody>
                    <a:bodyPr/>
                    <a:lstStyle/>
                    <a:p>
                      <a:pPr algn="ctr" fontAlgn="b"/>
                      <a:r>
                        <a:rPr lang="en-US" sz="1100" b="0" u="none" strike="noStrike">
                          <a:solidFill>
                            <a:srgbClr val="000000"/>
                          </a:solidFill>
                          <a:effectLst/>
                        </a:rPr>
                        <a:t>538</a:t>
                      </a:r>
                      <a:endParaRPr lang="en-US" sz="1100" b="0" i="0" u="none" strike="noStrike">
                        <a:solidFill>
                          <a:srgbClr val="000000"/>
                        </a:solidFill>
                        <a:effectLst/>
                        <a:latin typeface="Aptos Narrow" panose="020B0004020202020204" pitchFamily="34" charset="0"/>
                      </a:endParaRPr>
                    </a:p>
                  </a:txBody>
                  <a:tcPr marL="9525" marR="9525" marT="9525" marB="0" anchor="b"/>
                </a:tc>
                <a:extLst>
                  <a:ext uri="{0D108BD9-81ED-4DB2-BD59-A6C34878D82A}">
                    <a16:rowId xmlns:a16="http://schemas.microsoft.com/office/drawing/2014/main" val="2896362702"/>
                  </a:ext>
                </a:extLst>
              </a:tr>
              <a:tr h="218818">
                <a:tc>
                  <a:txBody>
                    <a:bodyPr/>
                    <a:lstStyle/>
                    <a:p>
                      <a:pPr algn="ctr" fontAlgn="b"/>
                      <a:r>
                        <a:rPr lang="en-US" sz="1100" b="0" u="none" strike="noStrike">
                          <a:solidFill>
                            <a:srgbClr val="000000"/>
                          </a:solidFill>
                          <a:effectLst/>
                        </a:rPr>
                        <a:t>512</a:t>
                      </a:r>
                      <a:endParaRPr lang="en-US" sz="1100" b="0" i="0" u="none" strike="noStrike">
                        <a:solidFill>
                          <a:srgbClr val="000000"/>
                        </a:solidFill>
                        <a:effectLst/>
                        <a:latin typeface="Aptos Narrow" panose="020B0004020202020204" pitchFamily="34" charset="0"/>
                      </a:endParaRPr>
                    </a:p>
                  </a:txBody>
                  <a:tcPr marL="9525" marR="9525" marT="9525" marB="0" anchor="b"/>
                </a:tc>
                <a:tc>
                  <a:txBody>
                    <a:bodyPr/>
                    <a:lstStyle/>
                    <a:p>
                      <a:pPr algn="ctr" fontAlgn="b"/>
                      <a:r>
                        <a:rPr lang="en-US" sz="1100" b="0" u="none" strike="noStrike">
                          <a:solidFill>
                            <a:srgbClr val="000000"/>
                          </a:solidFill>
                          <a:effectLst/>
                        </a:rPr>
                        <a:t>491</a:t>
                      </a:r>
                      <a:endParaRPr lang="en-US" sz="1100" b="0" i="0" u="none" strike="noStrike">
                        <a:solidFill>
                          <a:srgbClr val="000000"/>
                        </a:solidFill>
                        <a:effectLst/>
                        <a:latin typeface="Aptos Narrow" panose="020B0004020202020204" pitchFamily="34" charset="0"/>
                      </a:endParaRPr>
                    </a:p>
                  </a:txBody>
                  <a:tcPr marL="9525" marR="9525" marT="9525" marB="0" anchor="b"/>
                </a:tc>
                <a:extLst>
                  <a:ext uri="{0D108BD9-81ED-4DB2-BD59-A6C34878D82A}">
                    <a16:rowId xmlns:a16="http://schemas.microsoft.com/office/drawing/2014/main" val="1766324375"/>
                  </a:ext>
                </a:extLst>
              </a:tr>
              <a:tr h="218818">
                <a:tc>
                  <a:txBody>
                    <a:bodyPr/>
                    <a:lstStyle/>
                    <a:p>
                      <a:pPr algn="ctr" fontAlgn="b"/>
                      <a:r>
                        <a:rPr lang="en-US" sz="1100" b="0" u="none" strike="noStrike">
                          <a:solidFill>
                            <a:srgbClr val="000000"/>
                          </a:solidFill>
                          <a:effectLst/>
                        </a:rPr>
                        <a:t>519</a:t>
                      </a:r>
                      <a:endParaRPr lang="en-US" sz="1100" b="0" i="0" u="none" strike="noStrike">
                        <a:solidFill>
                          <a:srgbClr val="000000"/>
                        </a:solidFill>
                        <a:effectLst/>
                        <a:latin typeface="Aptos Narrow" panose="020B0004020202020204" pitchFamily="34" charset="0"/>
                      </a:endParaRPr>
                    </a:p>
                  </a:txBody>
                  <a:tcPr marL="9525" marR="9525" marT="9525" marB="0" anchor="b"/>
                </a:tc>
                <a:tc>
                  <a:txBody>
                    <a:bodyPr/>
                    <a:lstStyle/>
                    <a:p>
                      <a:pPr algn="ctr" fontAlgn="b"/>
                      <a:r>
                        <a:rPr lang="en-US" sz="1100" b="0" u="none" strike="noStrike">
                          <a:solidFill>
                            <a:srgbClr val="000000"/>
                          </a:solidFill>
                          <a:effectLst/>
                        </a:rPr>
                        <a:t>505</a:t>
                      </a:r>
                      <a:endParaRPr lang="en-US" sz="1100" b="0" i="0" u="none" strike="noStrike">
                        <a:solidFill>
                          <a:srgbClr val="000000"/>
                        </a:solidFill>
                        <a:effectLst/>
                        <a:latin typeface="Aptos Narrow" panose="020B0004020202020204" pitchFamily="34" charset="0"/>
                      </a:endParaRPr>
                    </a:p>
                  </a:txBody>
                  <a:tcPr marL="9525" marR="9525" marT="9525" marB="0" anchor="b"/>
                </a:tc>
                <a:extLst>
                  <a:ext uri="{0D108BD9-81ED-4DB2-BD59-A6C34878D82A}">
                    <a16:rowId xmlns:a16="http://schemas.microsoft.com/office/drawing/2014/main" val="4245618558"/>
                  </a:ext>
                </a:extLst>
              </a:tr>
              <a:tr h="218818">
                <a:tc>
                  <a:txBody>
                    <a:bodyPr/>
                    <a:lstStyle/>
                    <a:p>
                      <a:pPr algn="ctr" fontAlgn="b"/>
                      <a:r>
                        <a:rPr lang="en-US" sz="1100" b="0" u="none" strike="noStrike" dirty="0">
                          <a:solidFill>
                            <a:srgbClr val="000000"/>
                          </a:solidFill>
                          <a:effectLst/>
                        </a:rPr>
                        <a:t>518</a:t>
                      </a:r>
                      <a:endParaRPr lang="en-US" sz="1100" b="0" i="0" u="none" strike="noStrike" dirty="0">
                        <a:solidFill>
                          <a:srgbClr val="000000"/>
                        </a:solidFill>
                        <a:effectLst/>
                        <a:latin typeface="Aptos Narrow" panose="020B0004020202020204" pitchFamily="34" charset="0"/>
                      </a:endParaRPr>
                    </a:p>
                  </a:txBody>
                  <a:tcPr marL="9525" marR="9525" marT="9525" marB="0" anchor="b"/>
                </a:tc>
                <a:tc>
                  <a:txBody>
                    <a:bodyPr/>
                    <a:lstStyle/>
                    <a:p>
                      <a:pPr algn="ctr" fontAlgn="b"/>
                      <a:r>
                        <a:rPr lang="en-US" sz="1100" b="0" u="none" strike="noStrike" dirty="0">
                          <a:solidFill>
                            <a:srgbClr val="000000"/>
                          </a:solidFill>
                          <a:effectLst/>
                        </a:rPr>
                        <a:t>534</a:t>
                      </a:r>
                      <a:endParaRPr lang="en-US" sz="1100" b="0" i="0" u="none" strike="noStrike" dirty="0">
                        <a:solidFill>
                          <a:srgbClr val="000000"/>
                        </a:solidFill>
                        <a:effectLst/>
                        <a:latin typeface="Aptos Narrow" panose="020B0004020202020204" pitchFamily="34" charset="0"/>
                      </a:endParaRPr>
                    </a:p>
                  </a:txBody>
                  <a:tcPr marL="9525" marR="9525" marT="9525" marB="0" anchor="b"/>
                </a:tc>
                <a:extLst>
                  <a:ext uri="{0D108BD9-81ED-4DB2-BD59-A6C34878D82A}">
                    <a16:rowId xmlns:a16="http://schemas.microsoft.com/office/drawing/2014/main" val="2726009032"/>
                  </a:ext>
                </a:extLst>
              </a:tr>
            </a:tbl>
          </a:graphicData>
        </a:graphic>
      </p:graphicFrame>
      <p:sp>
        <p:nvSpPr>
          <p:cNvPr id="16" name="Oval 15">
            <a:extLst>
              <a:ext uri="{FF2B5EF4-FFF2-40B4-BE49-F238E27FC236}">
                <a16:creationId xmlns:a16="http://schemas.microsoft.com/office/drawing/2014/main" id="{ED95AD79-C055-0EEB-A34A-C4A2185F9F6C}"/>
              </a:ext>
            </a:extLst>
          </p:cNvPr>
          <p:cNvSpPr/>
          <p:nvPr/>
        </p:nvSpPr>
        <p:spPr>
          <a:xfrm>
            <a:off x="2408320" y="3009036"/>
            <a:ext cx="395531" cy="419964"/>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1</a:t>
            </a:r>
          </a:p>
        </p:txBody>
      </p:sp>
      <p:sp>
        <p:nvSpPr>
          <p:cNvPr id="17" name="Oval 16">
            <a:extLst>
              <a:ext uri="{FF2B5EF4-FFF2-40B4-BE49-F238E27FC236}">
                <a16:creationId xmlns:a16="http://schemas.microsoft.com/office/drawing/2014/main" id="{F375F2CD-59AB-FDBB-9BDA-359206F3D4E3}"/>
              </a:ext>
            </a:extLst>
          </p:cNvPr>
          <p:cNvSpPr/>
          <p:nvPr/>
        </p:nvSpPr>
        <p:spPr>
          <a:xfrm>
            <a:off x="2525147" y="4784768"/>
            <a:ext cx="395531" cy="419964"/>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2</a:t>
            </a:r>
          </a:p>
        </p:txBody>
      </p:sp>
    </p:spTree>
    <p:extLst>
      <p:ext uri="{BB962C8B-B14F-4D97-AF65-F5344CB8AC3E}">
        <p14:creationId xmlns:p14="http://schemas.microsoft.com/office/powerpoint/2010/main" val="2855282205"/>
      </p:ext>
    </p:extLst>
  </p:cSld>
  <p:clrMapOvr>
    <a:masterClrMapping/>
  </p:clrMapOvr>
  <p:transition spd="med">
    <p:pull/>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367D14-6CB8-1246-DB7E-6CDD674FABFB}"/>
              </a:ext>
            </a:extLst>
          </p:cNvPr>
          <p:cNvSpPr>
            <a:spLocks noGrp="1"/>
          </p:cNvSpPr>
          <p:nvPr>
            <p:ph type="title"/>
          </p:nvPr>
        </p:nvSpPr>
        <p:spPr/>
        <p:txBody>
          <a:bodyPr/>
          <a:lstStyle/>
          <a:p>
            <a:r>
              <a:rPr lang="en-US" dirty="0"/>
              <a:t>Two Sample T-Tests</a:t>
            </a:r>
          </a:p>
        </p:txBody>
      </p:sp>
      <p:sp>
        <p:nvSpPr>
          <p:cNvPr id="3" name="Content Placeholder 2">
            <a:extLst>
              <a:ext uri="{FF2B5EF4-FFF2-40B4-BE49-F238E27FC236}">
                <a16:creationId xmlns:a16="http://schemas.microsoft.com/office/drawing/2014/main" id="{2B2834A9-8F4D-F5AC-514B-0A5634637DB5}"/>
              </a:ext>
            </a:extLst>
          </p:cNvPr>
          <p:cNvSpPr>
            <a:spLocks noGrp="1"/>
          </p:cNvSpPr>
          <p:nvPr>
            <p:ph idx="1"/>
          </p:nvPr>
        </p:nvSpPr>
        <p:spPr>
          <a:xfrm>
            <a:off x="838200" y="1706007"/>
            <a:ext cx="10515600" cy="4991039"/>
          </a:xfrm>
        </p:spPr>
        <p:txBody>
          <a:bodyPr>
            <a:normAutofit/>
          </a:bodyPr>
          <a:lstStyle/>
          <a:p>
            <a:pPr marL="117475" indent="-342900">
              <a:buFont typeface="+mj-lt"/>
              <a:buAutoNum type="arabicPeriod"/>
            </a:pPr>
            <a:r>
              <a:rPr lang="en-US" sz="1800" dirty="0"/>
              <a:t>Two-sample t-test: Compares the means of two dependent groups (Paired t test).</a:t>
            </a:r>
          </a:p>
          <a:p>
            <a:pPr marL="117475" indent="-342900">
              <a:buFont typeface="+mj-lt"/>
              <a:buAutoNum type="arabicPeriod"/>
            </a:pPr>
            <a:r>
              <a:rPr lang="en-US" sz="1800" dirty="0"/>
              <a:t>Two-sample t-test: Compares the means of two independent groups (variance assumed to be equal).</a:t>
            </a:r>
          </a:p>
          <a:p>
            <a:pPr marL="117475" indent="-342900">
              <a:buFont typeface="+mj-lt"/>
              <a:buAutoNum type="arabicPeriod"/>
            </a:pPr>
            <a:r>
              <a:rPr lang="en-US" sz="1800" dirty="0"/>
              <a:t>Two-sample t-test: Compares the means of two independent groups (variance assumed to be not equal).</a:t>
            </a:r>
          </a:p>
        </p:txBody>
      </p:sp>
    </p:spTree>
    <p:extLst>
      <p:ext uri="{BB962C8B-B14F-4D97-AF65-F5344CB8AC3E}">
        <p14:creationId xmlns:p14="http://schemas.microsoft.com/office/powerpoint/2010/main" val="3585687456"/>
      </p:ext>
    </p:extLst>
  </p:cSld>
  <p:clrMapOvr>
    <a:masterClrMapping/>
  </p:clrMapOvr>
  <p:transition spd="med">
    <p:pull/>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1B4821-12CC-C73F-FEEF-457E351A61EF}"/>
              </a:ext>
            </a:extLst>
          </p:cNvPr>
          <p:cNvSpPr>
            <a:spLocks noGrp="1"/>
          </p:cNvSpPr>
          <p:nvPr>
            <p:ph type="title"/>
          </p:nvPr>
        </p:nvSpPr>
        <p:spPr/>
        <p:txBody>
          <a:bodyPr>
            <a:normAutofit/>
          </a:bodyPr>
          <a:lstStyle/>
          <a:p>
            <a:r>
              <a:rPr lang="en-US" dirty="0"/>
              <a:t>Two Samples T-Test – Testing Dependent Groups (Paired T Test)</a:t>
            </a:r>
          </a:p>
        </p:txBody>
      </p:sp>
      <p:sp>
        <p:nvSpPr>
          <p:cNvPr id="3" name="Content Placeholder 2">
            <a:extLst>
              <a:ext uri="{FF2B5EF4-FFF2-40B4-BE49-F238E27FC236}">
                <a16:creationId xmlns:a16="http://schemas.microsoft.com/office/drawing/2014/main" id="{DDB8F6FE-FF12-0BA5-D224-71F068E4DF88}"/>
              </a:ext>
            </a:extLst>
          </p:cNvPr>
          <p:cNvSpPr>
            <a:spLocks noGrp="1"/>
          </p:cNvSpPr>
          <p:nvPr>
            <p:ph idx="1"/>
          </p:nvPr>
        </p:nvSpPr>
        <p:spPr>
          <a:xfrm>
            <a:off x="838200" y="1706007"/>
            <a:ext cx="8182583" cy="3449653"/>
          </a:xfrm>
        </p:spPr>
        <p:txBody>
          <a:bodyPr>
            <a:normAutofit fontScale="77500" lnSpcReduction="20000"/>
          </a:bodyPr>
          <a:lstStyle/>
          <a:p>
            <a:r>
              <a:rPr lang="en-US" dirty="0"/>
              <a:t>The dependent samples T-test (or paired samples t-test) is a statistical test that determines whether there is a difference between two dependent groups or samples.</a:t>
            </a:r>
          </a:p>
          <a:p>
            <a:r>
              <a:rPr lang="en-US" dirty="0"/>
              <a:t>We need the paired t-test whenever we survey the same group or sample at two points in time. </a:t>
            </a:r>
          </a:p>
          <a:p>
            <a:r>
              <a:rPr lang="en-US" dirty="0"/>
              <a:t>This can be the case, for example, </a:t>
            </a:r>
            <a:r>
              <a:rPr lang="en-US" dirty="0">
                <a:solidFill>
                  <a:srgbClr val="FF0000"/>
                </a:solidFill>
              </a:rPr>
              <a:t>in longitudinal studies </a:t>
            </a:r>
            <a:r>
              <a:rPr lang="en-US" dirty="0"/>
              <a:t>with several measurement points (time series analyses) or in intervention studies with experimental designs (before-after measurement).</a:t>
            </a:r>
          </a:p>
          <a:p>
            <a:r>
              <a:rPr lang="en-US" dirty="0"/>
              <a:t>An example of dependent sampling is when the weight of a group of people is measured at two points in time (before and after going into a diet).</a:t>
            </a:r>
          </a:p>
          <a:p>
            <a:r>
              <a:rPr lang="en-US" dirty="0"/>
              <a:t>The weight of a person can be measured individually before and after going into the diet, and the difference in the measured values can be calculated in each case.</a:t>
            </a:r>
          </a:p>
        </p:txBody>
      </p:sp>
      <p:pic>
        <p:nvPicPr>
          <p:cNvPr id="5" name="Picture 4">
            <a:extLst>
              <a:ext uri="{FF2B5EF4-FFF2-40B4-BE49-F238E27FC236}">
                <a16:creationId xmlns:a16="http://schemas.microsoft.com/office/drawing/2014/main" id="{B4E1DA40-A19D-9F47-330A-D0DB22B72CA1}"/>
              </a:ext>
            </a:extLst>
          </p:cNvPr>
          <p:cNvPicPr>
            <a:picLocks noChangeAspect="1"/>
          </p:cNvPicPr>
          <p:nvPr/>
        </p:nvPicPr>
        <p:blipFill>
          <a:blip r:embed="rId2"/>
          <a:stretch>
            <a:fillRect/>
          </a:stretch>
        </p:blipFill>
        <p:spPr>
          <a:xfrm>
            <a:off x="9234634" y="1778598"/>
            <a:ext cx="1976674" cy="2696125"/>
          </a:xfrm>
          <a:prstGeom prst="rect">
            <a:avLst/>
          </a:prstGeom>
        </p:spPr>
      </p:pic>
      <p:pic>
        <p:nvPicPr>
          <p:cNvPr id="7" name="Picture 6">
            <a:extLst>
              <a:ext uri="{FF2B5EF4-FFF2-40B4-BE49-F238E27FC236}">
                <a16:creationId xmlns:a16="http://schemas.microsoft.com/office/drawing/2014/main" id="{9CEB6021-AC97-0221-8C41-21F645A15AFA}"/>
              </a:ext>
            </a:extLst>
          </p:cNvPr>
          <p:cNvPicPr>
            <a:picLocks noChangeAspect="1"/>
          </p:cNvPicPr>
          <p:nvPr/>
        </p:nvPicPr>
        <p:blipFill>
          <a:blip r:embed="rId3"/>
          <a:stretch>
            <a:fillRect/>
          </a:stretch>
        </p:blipFill>
        <p:spPr>
          <a:xfrm>
            <a:off x="3012960" y="5281055"/>
            <a:ext cx="4416722" cy="1558843"/>
          </a:xfrm>
          <a:prstGeom prst="rect">
            <a:avLst/>
          </a:prstGeom>
        </p:spPr>
      </p:pic>
      <p:pic>
        <p:nvPicPr>
          <p:cNvPr id="8" name="Picture 6" descr="References">
            <a:hlinkClick r:id="rId4"/>
            <a:extLst>
              <a:ext uri="{FF2B5EF4-FFF2-40B4-BE49-F238E27FC236}">
                <a16:creationId xmlns:a16="http://schemas.microsoft.com/office/drawing/2014/main" id="{A234D96B-EB0A-B103-4FB0-0A3C61FDED76}"/>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1177204" y="6266743"/>
            <a:ext cx="856068" cy="54788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92622100"/>
      </p:ext>
    </p:extLst>
  </p:cSld>
  <p:clrMapOvr>
    <a:masterClrMapping/>
  </p:clrMapOvr>
  <p:transition spd="med">
    <p:pull/>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1B4821-12CC-C73F-FEEF-457E351A61EF}"/>
              </a:ext>
            </a:extLst>
          </p:cNvPr>
          <p:cNvSpPr>
            <a:spLocks noGrp="1"/>
          </p:cNvSpPr>
          <p:nvPr>
            <p:ph type="title"/>
          </p:nvPr>
        </p:nvSpPr>
        <p:spPr/>
        <p:txBody>
          <a:bodyPr>
            <a:normAutofit/>
          </a:bodyPr>
          <a:lstStyle/>
          <a:p>
            <a:r>
              <a:rPr lang="en-US" dirty="0"/>
              <a:t>Two Samples T-Test – Testing Dependent Groups (Paired T Test)</a:t>
            </a:r>
          </a:p>
        </p:txBody>
      </p:sp>
      <p:sp>
        <p:nvSpPr>
          <p:cNvPr id="9" name="Content Placeholder 8">
            <a:extLst>
              <a:ext uri="{FF2B5EF4-FFF2-40B4-BE49-F238E27FC236}">
                <a16:creationId xmlns:a16="http://schemas.microsoft.com/office/drawing/2014/main" id="{33559B29-4771-A9F7-E7CA-D37CB72E62CF}"/>
              </a:ext>
            </a:extLst>
          </p:cNvPr>
          <p:cNvSpPr>
            <a:spLocks noGrp="1"/>
          </p:cNvSpPr>
          <p:nvPr>
            <p:ph idx="1"/>
          </p:nvPr>
        </p:nvSpPr>
        <p:spPr>
          <a:xfrm>
            <a:off x="838200" y="1706007"/>
            <a:ext cx="8610600" cy="4020342"/>
          </a:xfrm>
        </p:spPr>
        <p:txBody>
          <a:bodyPr>
            <a:normAutofit fontScale="77500" lnSpcReduction="20000"/>
          </a:bodyPr>
          <a:lstStyle/>
          <a:p>
            <a:r>
              <a:rPr lang="en-US" dirty="0"/>
              <a:t>We are interested in the question whether an online statistics learning tutorial helps students improve their grades. </a:t>
            </a:r>
          </a:p>
          <a:p>
            <a:r>
              <a:rPr lang="en-US" dirty="0"/>
              <a:t>There are three variables of interest in the student's data set (score1, score2 and </a:t>
            </a:r>
            <a:r>
              <a:rPr lang="en-US" dirty="0" err="1"/>
              <a:t>online.tutorial</a:t>
            </a:r>
            <a:r>
              <a:rPr lang="en-US" dirty="0"/>
              <a:t>).</a:t>
            </a:r>
          </a:p>
          <a:p>
            <a:r>
              <a:rPr lang="en-US" dirty="0"/>
              <a:t>The variables score1 and score2 show the grades (0-100) for two exams on mathematics after </a:t>
            </a:r>
            <a:r>
              <a:rPr lang="en-US"/>
              <a:t>attending online training. </a:t>
            </a:r>
            <a:r>
              <a:rPr lang="en-US" dirty="0"/>
              <a:t>The higher the value the better the student performed. </a:t>
            </a:r>
          </a:p>
          <a:p>
            <a:r>
              <a:rPr lang="en-US" dirty="0"/>
              <a:t>The variable </a:t>
            </a:r>
            <a:r>
              <a:rPr lang="en-US" dirty="0" err="1"/>
              <a:t>online.tutorial</a:t>
            </a:r>
            <a:r>
              <a:rPr lang="en-US" dirty="0"/>
              <a:t> is a binary variable, which is 1  if the student completed the online statistics learning tutorial, or 0  otherwise. </a:t>
            </a:r>
          </a:p>
          <a:p>
            <a:r>
              <a:rPr lang="en-US" dirty="0"/>
              <a:t>The first exam takes place before the students attended the online statistics learning tutorial. </a:t>
            </a:r>
          </a:p>
          <a:p>
            <a:r>
              <a:rPr lang="en-US" dirty="0"/>
              <a:t>The participation in the online statistics learning tutorial is not mandatory, however the two exams are obligatory for all students. </a:t>
            </a:r>
          </a:p>
          <a:p>
            <a:r>
              <a:rPr lang="en-US" dirty="0"/>
              <a:t>We want to examine if the group of students, which attended the online statistics learning tutorial, performs better on the second exam compared to the first exam.</a:t>
            </a:r>
          </a:p>
        </p:txBody>
      </p:sp>
      <p:pic>
        <p:nvPicPr>
          <p:cNvPr id="8" name="Picture 6" descr="References">
            <a:hlinkClick r:id="rId2"/>
            <a:extLst>
              <a:ext uri="{FF2B5EF4-FFF2-40B4-BE49-F238E27FC236}">
                <a16:creationId xmlns:a16="http://schemas.microsoft.com/office/drawing/2014/main" id="{A234D96B-EB0A-B103-4FB0-0A3C61FDED7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177204" y="6266743"/>
            <a:ext cx="856068" cy="547884"/>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xmlns:a14="http://schemas.microsoft.com/office/drawing/2010/main">
        <mc:Choice Requires="a14">
          <p:graphicFrame>
            <p:nvGraphicFramePr>
              <p:cNvPr id="10" name="Table 9">
                <a:extLst>
                  <a:ext uri="{FF2B5EF4-FFF2-40B4-BE49-F238E27FC236}">
                    <a16:creationId xmlns:a16="http://schemas.microsoft.com/office/drawing/2014/main" id="{AF2B2F69-36B9-0282-9A80-7396BC6F6ECF}"/>
                  </a:ext>
                </a:extLst>
              </p:cNvPr>
              <p:cNvGraphicFramePr>
                <a:graphicFrameLocks noGrp="1"/>
              </p:cNvGraphicFramePr>
              <p:nvPr>
                <p:extLst>
                  <p:ext uri="{D42A27DB-BD31-4B8C-83A1-F6EECF244321}">
                    <p14:modId xmlns:p14="http://schemas.microsoft.com/office/powerpoint/2010/main" val="2060035054"/>
                  </p:ext>
                </p:extLst>
              </p:nvPr>
            </p:nvGraphicFramePr>
            <p:xfrm>
              <a:off x="1862306" y="5726349"/>
              <a:ext cx="8467388" cy="741680"/>
            </p:xfrm>
            <a:graphic>
              <a:graphicData uri="http://schemas.openxmlformats.org/drawingml/2006/table">
                <a:tbl>
                  <a:tblPr firstRow="1" bandRow="1">
                    <a:tableStyleId>{2D5ABB26-0587-4C30-8999-92F81FD0307C}</a:tableStyleId>
                  </a:tblPr>
                  <a:tblGrid>
                    <a:gridCol w="3051412">
                      <a:extLst>
                        <a:ext uri="{9D8B030D-6E8A-4147-A177-3AD203B41FA5}">
                          <a16:colId xmlns:a16="http://schemas.microsoft.com/office/drawing/2014/main" val="1634309218"/>
                        </a:ext>
                      </a:extLst>
                    </a:gridCol>
                    <a:gridCol w="5415976">
                      <a:extLst>
                        <a:ext uri="{9D8B030D-6E8A-4147-A177-3AD203B41FA5}">
                          <a16:colId xmlns:a16="http://schemas.microsoft.com/office/drawing/2014/main" val="2145643364"/>
                        </a:ext>
                      </a:extLst>
                    </a:gridCol>
                  </a:tblGrid>
                  <a:tr h="370840">
                    <a:tc>
                      <a:txBody>
                        <a:bodyPr/>
                        <a:lstStyle/>
                        <a:p>
                          <a:pPr/>
                          <a14:m>
                            <m:oMathPara xmlns:m="http://schemas.openxmlformats.org/officeDocument/2006/math">
                              <m:oMathParaPr>
                                <m:jc m:val="centerGroup"/>
                              </m:oMathParaPr>
                              <m:oMath xmlns:m="http://schemas.openxmlformats.org/officeDocument/2006/math">
                                <m:sSub>
                                  <m:sSubPr>
                                    <m:ctrlPr>
                                      <a:rPr lang="pt-BR" sz="1800" i="1" smtClean="0">
                                        <a:solidFill>
                                          <a:srgbClr val="002060"/>
                                        </a:solidFill>
                                        <a:latin typeface="Cambria Math" panose="02040503050406030204" pitchFamily="18" charset="0"/>
                                      </a:rPr>
                                    </m:ctrlPr>
                                  </m:sSubPr>
                                  <m:e>
                                    <m:r>
                                      <a:rPr lang="en-US" sz="1800" b="0" smtClean="0">
                                        <a:solidFill>
                                          <a:srgbClr val="002060"/>
                                        </a:solidFill>
                                        <a:latin typeface="Cambria Math" panose="02040503050406030204" pitchFamily="18" charset="0"/>
                                      </a:rPr>
                                      <m:t>𝐻</m:t>
                                    </m:r>
                                  </m:e>
                                  <m:sub>
                                    <m:r>
                                      <a:rPr lang="pt-BR" sz="1800" smtClean="0">
                                        <a:solidFill>
                                          <a:srgbClr val="002060"/>
                                        </a:solidFill>
                                        <a:latin typeface="Cambria Math" panose="02040503050406030204" pitchFamily="18" charset="0"/>
                                      </a:rPr>
                                      <m:t>0</m:t>
                                    </m:r>
                                  </m:sub>
                                </m:sSub>
                                <m:r>
                                  <a:rPr lang="en-US" sz="1800" b="0" smtClean="0">
                                    <a:solidFill>
                                      <a:srgbClr val="002060"/>
                                    </a:solidFill>
                                    <a:latin typeface="Cambria Math" panose="02040503050406030204" pitchFamily="18" charset="0"/>
                                  </a:rPr>
                                  <m:t>:</m:t>
                                </m:r>
                                <m:sSub>
                                  <m:sSubPr>
                                    <m:ctrlPr>
                                      <a:rPr lang="pt-BR" sz="1800" i="1">
                                        <a:solidFill>
                                          <a:srgbClr val="002060"/>
                                        </a:solidFill>
                                        <a:latin typeface="Cambria Math" panose="02040503050406030204" pitchFamily="18" charset="0"/>
                                      </a:rPr>
                                    </m:ctrlPr>
                                  </m:sSubPr>
                                  <m:e>
                                    <m:r>
                                      <m:rPr>
                                        <m:nor/>
                                      </m:rPr>
                                      <a:rPr lang="en-US" sz="1800" dirty="0">
                                        <a:solidFill>
                                          <a:srgbClr val="002060"/>
                                        </a:solidFill>
                                      </a:rPr>
                                      <m:t>µ</m:t>
                                    </m:r>
                                  </m:e>
                                  <m:sub>
                                    <m:r>
                                      <a:rPr lang="en-US" sz="1800" b="0" dirty="0" smtClean="0">
                                        <a:solidFill>
                                          <a:srgbClr val="002060"/>
                                        </a:solidFill>
                                        <a:latin typeface="Cambria Math" panose="02040503050406030204" pitchFamily="18" charset="0"/>
                                      </a:rPr>
                                      <m:t>𝑠𝑐𝑜𝑟𝑒</m:t>
                                    </m:r>
                                    <m:r>
                                      <a:rPr lang="en-US" sz="1800" b="0" dirty="0" smtClean="0">
                                        <a:solidFill>
                                          <a:srgbClr val="002060"/>
                                        </a:solidFill>
                                        <a:latin typeface="Cambria Math" panose="02040503050406030204" pitchFamily="18" charset="0"/>
                                      </a:rPr>
                                      <m:t>2</m:t>
                                    </m:r>
                                  </m:sub>
                                </m:sSub>
                                <m:r>
                                  <a:rPr lang="en-US" sz="1800" dirty="0">
                                    <a:solidFill>
                                      <a:srgbClr val="002060"/>
                                    </a:solidFill>
                                    <a:latin typeface="Cambria Math" panose="02040503050406030204" pitchFamily="18" charset="0"/>
                                  </a:rPr>
                                  <m:t>≤</m:t>
                                </m:r>
                                <m:sSub>
                                  <m:sSubPr>
                                    <m:ctrlPr>
                                      <a:rPr lang="pt-BR" sz="1800" i="1">
                                        <a:solidFill>
                                          <a:srgbClr val="002060"/>
                                        </a:solidFill>
                                        <a:latin typeface="Cambria Math" panose="02040503050406030204" pitchFamily="18" charset="0"/>
                                      </a:rPr>
                                    </m:ctrlPr>
                                  </m:sSubPr>
                                  <m:e>
                                    <m:r>
                                      <m:rPr>
                                        <m:nor/>
                                      </m:rPr>
                                      <a:rPr lang="en-US" sz="1800" dirty="0">
                                        <a:solidFill>
                                          <a:srgbClr val="002060"/>
                                        </a:solidFill>
                                      </a:rPr>
                                      <m:t>µ</m:t>
                                    </m:r>
                                  </m:e>
                                  <m:sub>
                                    <m:r>
                                      <a:rPr lang="en-US" sz="1800" b="0" dirty="0" smtClean="0">
                                        <a:solidFill>
                                          <a:srgbClr val="002060"/>
                                        </a:solidFill>
                                        <a:latin typeface="Cambria Math" panose="02040503050406030204" pitchFamily="18" charset="0"/>
                                      </a:rPr>
                                      <m:t>𝑠𝑐𝑜𝑟𝑒</m:t>
                                    </m:r>
                                    <m:r>
                                      <a:rPr lang="en-US" sz="1800" b="0" dirty="0" smtClean="0">
                                        <a:solidFill>
                                          <a:srgbClr val="002060"/>
                                        </a:solidFill>
                                        <a:latin typeface="Cambria Math" panose="02040503050406030204" pitchFamily="18" charset="0"/>
                                      </a:rPr>
                                      <m:t>1</m:t>
                                    </m:r>
                                  </m:sub>
                                </m:sSub>
                              </m:oMath>
                            </m:oMathPara>
                          </a14:m>
                          <a:endParaRPr lang="en-US" dirty="0"/>
                        </a:p>
                      </a:txBody>
                      <a:tcPr/>
                    </a:tc>
                    <a:tc>
                      <a:txBody>
                        <a:bodyPr/>
                        <a:lstStyle/>
                        <a:p>
                          <a:r>
                            <a:rPr lang="en-US" sz="1400" b="0" i="1" dirty="0">
                              <a:solidFill>
                                <a:srgbClr val="002060"/>
                              </a:solidFill>
                            </a:rPr>
                            <a:t>Null Hypothesis states that there is no effect for the intervention</a:t>
                          </a:r>
                          <a:endParaRPr lang="en-US" sz="1400" i="1" dirty="0"/>
                        </a:p>
                      </a:txBody>
                      <a:tcPr/>
                    </a:tc>
                    <a:extLst>
                      <a:ext uri="{0D108BD9-81ED-4DB2-BD59-A6C34878D82A}">
                        <a16:rowId xmlns:a16="http://schemas.microsoft.com/office/drawing/2014/main" val="4212393107"/>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lang="pt-BR" sz="1800" i="1" smtClean="0">
                                        <a:solidFill>
                                          <a:srgbClr val="002060"/>
                                        </a:solidFill>
                                        <a:latin typeface="Cambria Math" panose="02040503050406030204" pitchFamily="18" charset="0"/>
                                      </a:rPr>
                                    </m:ctrlPr>
                                  </m:sSubPr>
                                  <m:e>
                                    <m:r>
                                      <a:rPr lang="en-US" sz="1800" b="0" smtClean="0">
                                        <a:solidFill>
                                          <a:srgbClr val="002060"/>
                                        </a:solidFill>
                                        <a:latin typeface="Cambria Math" panose="02040503050406030204" pitchFamily="18" charset="0"/>
                                      </a:rPr>
                                      <m:t>𝐻</m:t>
                                    </m:r>
                                  </m:e>
                                  <m:sub>
                                    <m:r>
                                      <a:rPr lang="en-US" sz="1800" b="0" smtClean="0">
                                        <a:solidFill>
                                          <a:srgbClr val="002060"/>
                                        </a:solidFill>
                                        <a:latin typeface="Cambria Math" panose="02040503050406030204" pitchFamily="18" charset="0"/>
                                      </a:rPr>
                                      <m:t>1</m:t>
                                    </m:r>
                                  </m:sub>
                                </m:sSub>
                                <m:r>
                                  <a:rPr lang="en-US" sz="1800" b="0" smtClean="0">
                                    <a:solidFill>
                                      <a:srgbClr val="002060"/>
                                    </a:solidFill>
                                    <a:latin typeface="Cambria Math" panose="02040503050406030204" pitchFamily="18" charset="0"/>
                                  </a:rPr>
                                  <m:t>:</m:t>
                                </m:r>
                                <m:sSub>
                                  <m:sSubPr>
                                    <m:ctrlPr>
                                      <a:rPr lang="pt-BR" sz="1800" i="1" smtClean="0">
                                        <a:solidFill>
                                          <a:srgbClr val="002060"/>
                                        </a:solidFill>
                                        <a:latin typeface="Cambria Math" panose="02040503050406030204" pitchFamily="18" charset="0"/>
                                      </a:rPr>
                                    </m:ctrlPr>
                                  </m:sSubPr>
                                  <m:e>
                                    <m:r>
                                      <m:rPr>
                                        <m:nor/>
                                      </m:rPr>
                                      <a:rPr lang="en-US" sz="1800" dirty="0">
                                        <a:solidFill>
                                          <a:srgbClr val="002060"/>
                                        </a:solidFill>
                                      </a:rPr>
                                      <m:t>µ</m:t>
                                    </m:r>
                                  </m:e>
                                  <m:sub>
                                    <m:r>
                                      <a:rPr lang="en-US" sz="1800" b="0" dirty="0" smtClean="0">
                                        <a:solidFill>
                                          <a:srgbClr val="002060"/>
                                        </a:solidFill>
                                        <a:latin typeface="Cambria Math" panose="02040503050406030204" pitchFamily="18" charset="0"/>
                                      </a:rPr>
                                      <m:t>𝑠𝑐𝑜𝑟𝑒</m:t>
                                    </m:r>
                                    <m:r>
                                      <a:rPr lang="en-US" sz="1800" b="0" dirty="0" smtClean="0">
                                        <a:solidFill>
                                          <a:srgbClr val="002060"/>
                                        </a:solidFill>
                                        <a:latin typeface="Cambria Math" panose="02040503050406030204" pitchFamily="18" charset="0"/>
                                      </a:rPr>
                                      <m:t>2</m:t>
                                    </m:r>
                                    <m:r>
                                      <m:rPr>
                                        <m:nor/>
                                      </m:rPr>
                                      <a:rPr lang="en-US" sz="1800" b="0" dirty="0" smtClean="0">
                                        <a:solidFill>
                                          <a:srgbClr val="002060"/>
                                        </a:solidFill>
                                      </a:rPr>
                                      <m:t> &gt; </m:t>
                                    </m:r>
                                  </m:sub>
                                </m:sSub>
                                <m:sSub>
                                  <m:sSubPr>
                                    <m:ctrlPr>
                                      <a:rPr lang="pt-BR" sz="1800" i="1">
                                        <a:solidFill>
                                          <a:srgbClr val="002060"/>
                                        </a:solidFill>
                                        <a:latin typeface="Cambria Math" panose="02040503050406030204" pitchFamily="18" charset="0"/>
                                      </a:rPr>
                                    </m:ctrlPr>
                                  </m:sSubPr>
                                  <m:e>
                                    <m:r>
                                      <m:rPr>
                                        <m:nor/>
                                      </m:rPr>
                                      <a:rPr lang="en-US" sz="1800" dirty="0">
                                        <a:solidFill>
                                          <a:srgbClr val="002060"/>
                                        </a:solidFill>
                                      </a:rPr>
                                      <m:t>µ</m:t>
                                    </m:r>
                                  </m:e>
                                  <m:sub>
                                    <m:r>
                                      <a:rPr lang="en-US" sz="1800" b="0" dirty="0" smtClean="0">
                                        <a:solidFill>
                                          <a:srgbClr val="002060"/>
                                        </a:solidFill>
                                        <a:latin typeface="Cambria Math" panose="02040503050406030204" pitchFamily="18" charset="0"/>
                                      </a:rPr>
                                      <m:t>𝑠𝑐𝑜𝑟𝑒</m:t>
                                    </m:r>
                                    <m:r>
                                      <a:rPr lang="en-US" sz="1800" b="0" dirty="0" smtClean="0">
                                        <a:solidFill>
                                          <a:srgbClr val="002060"/>
                                        </a:solidFill>
                                        <a:latin typeface="Cambria Math" panose="02040503050406030204" pitchFamily="18" charset="0"/>
                                      </a:rPr>
                                      <m:t>1</m:t>
                                    </m:r>
                                  </m:sub>
                                </m:sSub>
                              </m:oMath>
                            </m:oMathPara>
                          </a14:m>
                          <a:endParaRPr lang="en-US" sz="1800" b="0" i="1" dirty="0">
                            <a:solidFill>
                              <a:srgbClr val="002060"/>
                            </a:solidFill>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b="0" i="1" kern="1200" dirty="0">
                              <a:solidFill>
                                <a:srgbClr val="002060"/>
                              </a:solidFill>
                              <a:latin typeface="+mn-lt"/>
                              <a:ea typeface="+mn-ea"/>
                              <a:cs typeface="+mn-cs"/>
                            </a:rPr>
                            <a:t>Alternative Hypothesis claims that the intervention caused an effect</a:t>
                          </a:r>
                        </a:p>
                      </a:txBody>
                      <a:tcPr/>
                    </a:tc>
                    <a:extLst>
                      <a:ext uri="{0D108BD9-81ED-4DB2-BD59-A6C34878D82A}">
                        <a16:rowId xmlns:a16="http://schemas.microsoft.com/office/drawing/2014/main" val="2273922309"/>
                      </a:ext>
                    </a:extLst>
                  </a:tr>
                </a:tbl>
              </a:graphicData>
            </a:graphic>
          </p:graphicFrame>
        </mc:Choice>
        <mc:Fallback xmlns="">
          <p:graphicFrame>
            <p:nvGraphicFramePr>
              <p:cNvPr id="10" name="Table 9">
                <a:extLst>
                  <a:ext uri="{FF2B5EF4-FFF2-40B4-BE49-F238E27FC236}">
                    <a16:creationId xmlns:a16="http://schemas.microsoft.com/office/drawing/2014/main" id="{AF2B2F69-36B9-0282-9A80-7396BC6F6ECF}"/>
                  </a:ext>
                </a:extLst>
              </p:cNvPr>
              <p:cNvGraphicFramePr>
                <a:graphicFrameLocks noGrp="1"/>
              </p:cNvGraphicFramePr>
              <p:nvPr>
                <p:extLst>
                  <p:ext uri="{D42A27DB-BD31-4B8C-83A1-F6EECF244321}">
                    <p14:modId xmlns:p14="http://schemas.microsoft.com/office/powerpoint/2010/main" val="2060035054"/>
                  </p:ext>
                </p:extLst>
              </p:nvPr>
            </p:nvGraphicFramePr>
            <p:xfrm>
              <a:off x="1862306" y="5726349"/>
              <a:ext cx="8467388" cy="741680"/>
            </p:xfrm>
            <a:graphic>
              <a:graphicData uri="http://schemas.openxmlformats.org/drawingml/2006/table">
                <a:tbl>
                  <a:tblPr firstRow="1" bandRow="1">
                    <a:tableStyleId>{2D5ABB26-0587-4C30-8999-92F81FD0307C}</a:tableStyleId>
                  </a:tblPr>
                  <a:tblGrid>
                    <a:gridCol w="3051412">
                      <a:extLst>
                        <a:ext uri="{9D8B030D-6E8A-4147-A177-3AD203B41FA5}">
                          <a16:colId xmlns:a16="http://schemas.microsoft.com/office/drawing/2014/main" val="1634309218"/>
                        </a:ext>
                      </a:extLst>
                    </a:gridCol>
                    <a:gridCol w="5415976">
                      <a:extLst>
                        <a:ext uri="{9D8B030D-6E8A-4147-A177-3AD203B41FA5}">
                          <a16:colId xmlns:a16="http://schemas.microsoft.com/office/drawing/2014/main" val="2145643364"/>
                        </a:ext>
                      </a:extLst>
                    </a:gridCol>
                  </a:tblGrid>
                  <a:tr h="370840">
                    <a:tc>
                      <a:txBody>
                        <a:bodyPr/>
                        <a:lstStyle/>
                        <a:p>
                          <a:endParaRPr lang="en-US"/>
                        </a:p>
                      </a:txBody>
                      <a:tcPr>
                        <a:blipFill>
                          <a:blip r:embed="rId4"/>
                          <a:stretch>
                            <a:fillRect t="-1613" r="-177445" b="-100000"/>
                          </a:stretch>
                        </a:blipFill>
                      </a:tcPr>
                    </a:tc>
                    <a:tc>
                      <a:txBody>
                        <a:bodyPr/>
                        <a:lstStyle/>
                        <a:p>
                          <a:r>
                            <a:rPr lang="en-US" sz="1400" b="0" i="1" dirty="0">
                              <a:solidFill>
                                <a:srgbClr val="002060"/>
                              </a:solidFill>
                            </a:rPr>
                            <a:t>Null Hypothesis states that there is no effect for the intervention</a:t>
                          </a:r>
                          <a:endParaRPr lang="en-US" sz="1400" i="1" dirty="0"/>
                        </a:p>
                      </a:txBody>
                      <a:tcPr/>
                    </a:tc>
                    <a:extLst>
                      <a:ext uri="{0D108BD9-81ED-4DB2-BD59-A6C34878D82A}">
                        <a16:rowId xmlns:a16="http://schemas.microsoft.com/office/drawing/2014/main" val="4212393107"/>
                      </a:ext>
                    </a:extLst>
                  </a:tr>
                  <a:tr h="370840">
                    <a:tc>
                      <a:txBody>
                        <a:bodyPr/>
                        <a:lstStyle/>
                        <a:p>
                          <a:endParaRPr lang="en-US"/>
                        </a:p>
                      </a:txBody>
                      <a:tcPr>
                        <a:blipFill>
                          <a:blip r:embed="rId4"/>
                          <a:stretch>
                            <a:fillRect t="-103279" r="-177445" b="-1639"/>
                          </a:stretch>
                        </a:blip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b="0" i="1" kern="1200" dirty="0">
                              <a:solidFill>
                                <a:srgbClr val="002060"/>
                              </a:solidFill>
                              <a:latin typeface="+mn-lt"/>
                              <a:ea typeface="+mn-ea"/>
                              <a:cs typeface="+mn-cs"/>
                            </a:rPr>
                            <a:t>Alternative Hypothesis claims that the intervention caused an effect</a:t>
                          </a:r>
                        </a:p>
                      </a:txBody>
                      <a:tcPr/>
                    </a:tc>
                    <a:extLst>
                      <a:ext uri="{0D108BD9-81ED-4DB2-BD59-A6C34878D82A}">
                        <a16:rowId xmlns:a16="http://schemas.microsoft.com/office/drawing/2014/main" val="2273922309"/>
                      </a:ext>
                    </a:extLst>
                  </a:tr>
                </a:tbl>
              </a:graphicData>
            </a:graphic>
          </p:graphicFrame>
        </mc:Fallback>
      </mc:AlternateContent>
      <p:graphicFrame>
        <p:nvGraphicFramePr>
          <p:cNvPr id="12" name="Table 11">
            <a:extLst>
              <a:ext uri="{FF2B5EF4-FFF2-40B4-BE49-F238E27FC236}">
                <a16:creationId xmlns:a16="http://schemas.microsoft.com/office/drawing/2014/main" id="{05D41373-660D-568C-2C82-4FA43E75D4D9}"/>
              </a:ext>
            </a:extLst>
          </p:cNvPr>
          <p:cNvGraphicFramePr>
            <a:graphicFrameLocks noGrp="1"/>
          </p:cNvGraphicFramePr>
          <p:nvPr>
            <p:extLst>
              <p:ext uri="{D42A27DB-BD31-4B8C-83A1-F6EECF244321}">
                <p14:modId xmlns:p14="http://schemas.microsoft.com/office/powerpoint/2010/main" val="1443322844"/>
              </p:ext>
            </p:extLst>
          </p:nvPr>
        </p:nvGraphicFramePr>
        <p:xfrm>
          <a:off x="10091649" y="1744674"/>
          <a:ext cx="1323600" cy="4352515"/>
        </p:xfrm>
        <a:graphic>
          <a:graphicData uri="http://schemas.openxmlformats.org/drawingml/2006/table">
            <a:tbl>
              <a:tblPr>
                <a:tableStyleId>{5C22544A-7EE6-4342-B048-85BDC9FD1C3A}</a:tableStyleId>
              </a:tblPr>
              <a:tblGrid>
                <a:gridCol w="441200">
                  <a:extLst>
                    <a:ext uri="{9D8B030D-6E8A-4147-A177-3AD203B41FA5}">
                      <a16:colId xmlns:a16="http://schemas.microsoft.com/office/drawing/2014/main" val="3752360335"/>
                    </a:ext>
                  </a:extLst>
                </a:gridCol>
                <a:gridCol w="441200">
                  <a:extLst>
                    <a:ext uri="{9D8B030D-6E8A-4147-A177-3AD203B41FA5}">
                      <a16:colId xmlns:a16="http://schemas.microsoft.com/office/drawing/2014/main" val="3648334846"/>
                    </a:ext>
                  </a:extLst>
                </a:gridCol>
                <a:gridCol w="441200">
                  <a:extLst>
                    <a:ext uri="{9D8B030D-6E8A-4147-A177-3AD203B41FA5}">
                      <a16:colId xmlns:a16="http://schemas.microsoft.com/office/drawing/2014/main" val="1539677516"/>
                    </a:ext>
                  </a:extLst>
                </a:gridCol>
              </a:tblGrid>
              <a:tr h="248175">
                <a:tc gridSpan="3">
                  <a:txBody>
                    <a:bodyPr/>
                    <a:lstStyle/>
                    <a:p>
                      <a:pPr algn="l" fontAlgn="b"/>
                      <a:r>
                        <a:rPr lang="en-US" sz="800" u="none" strike="noStrike">
                          <a:effectLst/>
                        </a:rPr>
                        <a:t>Random sample of students who took the online training</a:t>
                      </a:r>
                      <a:endParaRPr lang="en-US" sz="800" b="0" i="0" u="none" strike="noStrike">
                        <a:solidFill>
                          <a:srgbClr val="000000"/>
                        </a:solidFill>
                        <a:effectLst/>
                        <a:latin typeface="Aptos Narrow" panose="020B0004020202020204" pitchFamily="34" charset="0"/>
                      </a:endParaRPr>
                    </a:p>
                  </a:txBody>
                  <a:tcPr marL="5515" marR="5515" marT="5515" marB="0" anchor="b"/>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3951718028"/>
                  </a:ext>
                </a:extLst>
              </a:tr>
              <a:tr h="132360">
                <a:tc>
                  <a:txBody>
                    <a:bodyPr/>
                    <a:lstStyle/>
                    <a:p>
                      <a:pPr algn="ctr" fontAlgn="ctr"/>
                      <a:r>
                        <a:rPr lang="en-US" sz="800" b="0" i="0" u="none" strike="noStrike" dirty="0">
                          <a:solidFill>
                            <a:srgbClr val="000000"/>
                          </a:solidFill>
                          <a:effectLst/>
                          <a:latin typeface="Aptos Narrow" panose="020B0004020202020204" pitchFamily="34" charset="0"/>
                        </a:rPr>
                        <a:t>`</a:t>
                      </a:r>
                    </a:p>
                  </a:txBody>
                  <a:tcPr marL="5515" marR="5515" marT="5515" marB="0" anchor="ctr"/>
                </a:tc>
                <a:tc>
                  <a:txBody>
                    <a:bodyPr/>
                    <a:lstStyle/>
                    <a:p>
                      <a:pPr algn="ctr" fontAlgn="ctr"/>
                      <a:r>
                        <a:rPr lang="en-US" sz="800" u="none" strike="noStrike">
                          <a:effectLst/>
                        </a:rPr>
                        <a:t>Score 1</a:t>
                      </a:r>
                      <a:endParaRPr lang="en-US" sz="800" b="0" i="0" u="none" strike="noStrike">
                        <a:solidFill>
                          <a:srgbClr val="000000"/>
                        </a:solidFill>
                        <a:effectLst/>
                        <a:latin typeface="Aptos Narrow" panose="020B0004020202020204" pitchFamily="34" charset="0"/>
                      </a:endParaRPr>
                    </a:p>
                  </a:txBody>
                  <a:tcPr marL="5515" marR="5515" marT="5515" marB="0" anchor="ctr"/>
                </a:tc>
                <a:tc>
                  <a:txBody>
                    <a:bodyPr/>
                    <a:lstStyle/>
                    <a:p>
                      <a:pPr algn="ctr" fontAlgn="ctr"/>
                      <a:r>
                        <a:rPr lang="en-US" sz="800" u="none" strike="noStrike">
                          <a:effectLst/>
                        </a:rPr>
                        <a:t>Score 2</a:t>
                      </a:r>
                      <a:endParaRPr lang="en-US" sz="800" b="0" i="0" u="none" strike="noStrike">
                        <a:solidFill>
                          <a:srgbClr val="000000"/>
                        </a:solidFill>
                        <a:effectLst/>
                        <a:latin typeface="Aptos Narrow" panose="020B0004020202020204" pitchFamily="34" charset="0"/>
                      </a:endParaRPr>
                    </a:p>
                  </a:txBody>
                  <a:tcPr marL="5515" marR="5515" marT="5515" marB="0" anchor="ctr"/>
                </a:tc>
                <a:extLst>
                  <a:ext uri="{0D108BD9-81ED-4DB2-BD59-A6C34878D82A}">
                    <a16:rowId xmlns:a16="http://schemas.microsoft.com/office/drawing/2014/main" val="3838798111"/>
                  </a:ext>
                </a:extLst>
              </a:tr>
              <a:tr h="132360">
                <a:tc>
                  <a:txBody>
                    <a:bodyPr/>
                    <a:lstStyle/>
                    <a:p>
                      <a:pPr algn="ctr" fontAlgn="ctr"/>
                      <a:r>
                        <a:rPr lang="en-US" sz="800" u="none" strike="noStrike">
                          <a:effectLst/>
                        </a:rPr>
                        <a:t>1</a:t>
                      </a:r>
                      <a:endParaRPr lang="en-US" sz="800" b="0" i="0" u="none" strike="noStrike">
                        <a:solidFill>
                          <a:srgbClr val="000000"/>
                        </a:solidFill>
                        <a:effectLst/>
                        <a:latin typeface="Aptos Narrow" panose="020B0004020202020204" pitchFamily="34" charset="0"/>
                      </a:endParaRPr>
                    </a:p>
                  </a:txBody>
                  <a:tcPr marL="5515" marR="5515" marT="5515" marB="0" anchor="ctr"/>
                </a:tc>
                <a:tc>
                  <a:txBody>
                    <a:bodyPr/>
                    <a:lstStyle/>
                    <a:p>
                      <a:pPr algn="ctr" fontAlgn="ctr"/>
                      <a:r>
                        <a:rPr lang="en-US" sz="800" u="none" strike="noStrike">
                          <a:effectLst/>
                        </a:rPr>
                        <a:t>67</a:t>
                      </a:r>
                      <a:endParaRPr lang="en-US" sz="800" b="0" i="0" u="none" strike="noStrike">
                        <a:solidFill>
                          <a:srgbClr val="000000"/>
                        </a:solidFill>
                        <a:effectLst/>
                        <a:latin typeface="Aptos Narrow" panose="020B0004020202020204" pitchFamily="34" charset="0"/>
                      </a:endParaRPr>
                    </a:p>
                  </a:txBody>
                  <a:tcPr marL="5515" marR="5515" marT="5515" marB="0" anchor="ctr"/>
                </a:tc>
                <a:tc>
                  <a:txBody>
                    <a:bodyPr/>
                    <a:lstStyle/>
                    <a:p>
                      <a:pPr algn="ctr" fontAlgn="ctr"/>
                      <a:r>
                        <a:rPr lang="en-US" sz="800" u="none" strike="noStrike">
                          <a:effectLst/>
                        </a:rPr>
                        <a:t>71</a:t>
                      </a:r>
                      <a:endParaRPr lang="en-US" sz="800" b="0" i="0" u="none" strike="noStrike">
                        <a:solidFill>
                          <a:srgbClr val="000000"/>
                        </a:solidFill>
                        <a:effectLst/>
                        <a:latin typeface="Aptos Narrow" panose="020B0004020202020204" pitchFamily="34" charset="0"/>
                      </a:endParaRPr>
                    </a:p>
                  </a:txBody>
                  <a:tcPr marL="5515" marR="5515" marT="5515" marB="0" anchor="ctr"/>
                </a:tc>
                <a:extLst>
                  <a:ext uri="{0D108BD9-81ED-4DB2-BD59-A6C34878D82A}">
                    <a16:rowId xmlns:a16="http://schemas.microsoft.com/office/drawing/2014/main" val="153375885"/>
                  </a:ext>
                </a:extLst>
              </a:tr>
              <a:tr h="132360">
                <a:tc>
                  <a:txBody>
                    <a:bodyPr/>
                    <a:lstStyle/>
                    <a:p>
                      <a:pPr algn="ctr" fontAlgn="ctr"/>
                      <a:r>
                        <a:rPr lang="en-US" sz="800" u="none" strike="noStrike" dirty="0">
                          <a:effectLst/>
                        </a:rPr>
                        <a:t>2</a:t>
                      </a:r>
                      <a:endParaRPr lang="en-US" sz="800" b="0" i="0" u="none" strike="noStrike" dirty="0">
                        <a:solidFill>
                          <a:srgbClr val="000000"/>
                        </a:solidFill>
                        <a:effectLst/>
                        <a:latin typeface="Aptos Narrow" panose="020B0004020202020204" pitchFamily="34" charset="0"/>
                      </a:endParaRPr>
                    </a:p>
                  </a:txBody>
                  <a:tcPr marL="5515" marR="5515" marT="5515" marB="0" anchor="ctr"/>
                </a:tc>
                <a:tc>
                  <a:txBody>
                    <a:bodyPr/>
                    <a:lstStyle/>
                    <a:p>
                      <a:pPr algn="ctr" fontAlgn="ctr"/>
                      <a:r>
                        <a:rPr lang="en-US" sz="800" u="none" strike="noStrike">
                          <a:effectLst/>
                        </a:rPr>
                        <a:t>62</a:t>
                      </a:r>
                      <a:endParaRPr lang="en-US" sz="800" b="0" i="0" u="none" strike="noStrike">
                        <a:solidFill>
                          <a:srgbClr val="000000"/>
                        </a:solidFill>
                        <a:effectLst/>
                        <a:latin typeface="Aptos Narrow" panose="020B0004020202020204" pitchFamily="34" charset="0"/>
                      </a:endParaRPr>
                    </a:p>
                  </a:txBody>
                  <a:tcPr marL="5515" marR="5515" marT="5515" marB="0" anchor="ctr"/>
                </a:tc>
                <a:tc>
                  <a:txBody>
                    <a:bodyPr/>
                    <a:lstStyle/>
                    <a:p>
                      <a:pPr algn="ctr" fontAlgn="ctr"/>
                      <a:r>
                        <a:rPr lang="en-US" sz="800" u="none" strike="noStrike">
                          <a:effectLst/>
                        </a:rPr>
                        <a:t>64</a:t>
                      </a:r>
                      <a:endParaRPr lang="en-US" sz="800" b="0" i="0" u="none" strike="noStrike">
                        <a:solidFill>
                          <a:srgbClr val="000000"/>
                        </a:solidFill>
                        <a:effectLst/>
                        <a:latin typeface="Aptos Narrow" panose="020B0004020202020204" pitchFamily="34" charset="0"/>
                      </a:endParaRPr>
                    </a:p>
                  </a:txBody>
                  <a:tcPr marL="5515" marR="5515" marT="5515" marB="0" anchor="ctr"/>
                </a:tc>
                <a:extLst>
                  <a:ext uri="{0D108BD9-81ED-4DB2-BD59-A6C34878D82A}">
                    <a16:rowId xmlns:a16="http://schemas.microsoft.com/office/drawing/2014/main" val="3325733353"/>
                  </a:ext>
                </a:extLst>
              </a:tr>
              <a:tr h="132360">
                <a:tc>
                  <a:txBody>
                    <a:bodyPr/>
                    <a:lstStyle/>
                    <a:p>
                      <a:pPr algn="ctr" fontAlgn="ctr"/>
                      <a:r>
                        <a:rPr lang="en-US" sz="800" u="none" strike="noStrike">
                          <a:effectLst/>
                        </a:rPr>
                        <a:t>3</a:t>
                      </a:r>
                      <a:endParaRPr lang="en-US" sz="800" b="0" i="0" u="none" strike="noStrike">
                        <a:solidFill>
                          <a:srgbClr val="000000"/>
                        </a:solidFill>
                        <a:effectLst/>
                        <a:latin typeface="Aptos Narrow" panose="020B0004020202020204" pitchFamily="34" charset="0"/>
                      </a:endParaRPr>
                    </a:p>
                  </a:txBody>
                  <a:tcPr marL="5515" marR="5515" marT="5515" marB="0" anchor="ctr"/>
                </a:tc>
                <a:tc>
                  <a:txBody>
                    <a:bodyPr/>
                    <a:lstStyle/>
                    <a:p>
                      <a:pPr algn="ctr" fontAlgn="ctr"/>
                      <a:r>
                        <a:rPr lang="en-US" sz="800" u="none" strike="noStrike">
                          <a:effectLst/>
                        </a:rPr>
                        <a:t>60</a:t>
                      </a:r>
                      <a:endParaRPr lang="en-US" sz="800" b="0" i="0" u="none" strike="noStrike">
                        <a:solidFill>
                          <a:srgbClr val="000000"/>
                        </a:solidFill>
                        <a:effectLst/>
                        <a:latin typeface="Aptos Narrow" panose="020B0004020202020204" pitchFamily="34" charset="0"/>
                      </a:endParaRPr>
                    </a:p>
                  </a:txBody>
                  <a:tcPr marL="5515" marR="5515" marT="5515" marB="0" anchor="ctr"/>
                </a:tc>
                <a:tc>
                  <a:txBody>
                    <a:bodyPr/>
                    <a:lstStyle/>
                    <a:p>
                      <a:pPr algn="ctr" fontAlgn="ctr"/>
                      <a:r>
                        <a:rPr lang="en-US" sz="800" u="none" strike="noStrike">
                          <a:effectLst/>
                        </a:rPr>
                        <a:t>57</a:t>
                      </a:r>
                      <a:endParaRPr lang="en-US" sz="800" b="0" i="0" u="none" strike="noStrike">
                        <a:solidFill>
                          <a:srgbClr val="000000"/>
                        </a:solidFill>
                        <a:effectLst/>
                        <a:latin typeface="Aptos Narrow" panose="020B0004020202020204" pitchFamily="34" charset="0"/>
                      </a:endParaRPr>
                    </a:p>
                  </a:txBody>
                  <a:tcPr marL="5515" marR="5515" marT="5515" marB="0" anchor="ctr"/>
                </a:tc>
                <a:extLst>
                  <a:ext uri="{0D108BD9-81ED-4DB2-BD59-A6C34878D82A}">
                    <a16:rowId xmlns:a16="http://schemas.microsoft.com/office/drawing/2014/main" val="918219597"/>
                  </a:ext>
                </a:extLst>
              </a:tr>
              <a:tr h="132360">
                <a:tc>
                  <a:txBody>
                    <a:bodyPr/>
                    <a:lstStyle/>
                    <a:p>
                      <a:pPr algn="ctr" fontAlgn="ctr"/>
                      <a:r>
                        <a:rPr lang="en-US" sz="800" u="none" strike="noStrike" dirty="0">
                          <a:effectLst/>
                        </a:rPr>
                        <a:t>4</a:t>
                      </a:r>
                      <a:endParaRPr lang="en-US" sz="800" b="0" i="0" u="none" strike="noStrike" dirty="0">
                        <a:solidFill>
                          <a:srgbClr val="000000"/>
                        </a:solidFill>
                        <a:effectLst/>
                        <a:latin typeface="Aptos Narrow" panose="020B0004020202020204" pitchFamily="34" charset="0"/>
                      </a:endParaRPr>
                    </a:p>
                  </a:txBody>
                  <a:tcPr marL="5515" marR="5515" marT="5515" marB="0" anchor="ctr"/>
                </a:tc>
                <a:tc>
                  <a:txBody>
                    <a:bodyPr/>
                    <a:lstStyle/>
                    <a:p>
                      <a:pPr algn="ctr" fontAlgn="ctr"/>
                      <a:r>
                        <a:rPr lang="en-US" sz="800" u="none" strike="noStrike">
                          <a:effectLst/>
                        </a:rPr>
                        <a:t>53</a:t>
                      </a:r>
                      <a:endParaRPr lang="en-US" sz="800" b="0" i="0" u="none" strike="noStrike">
                        <a:solidFill>
                          <a:srgbClr val="000000"/>
                        </a:solidFill>
                        <a:effectLst/>
                        <a:latin typeface="Aptos Narrow" panose="020B0004020202020204" pitchFamily="34" charset="0"/>
                      </a:endParaRPr>
                    </a:p>
                  </a:txBody>
                  <a:tcPr marL="5515" marR="5515" marT="5515" marB="0" anchor="ctr"/>
                </a:tc>
                <a:tc>
                  <a:txBody>
                    <a:bodyPr/>
                    <a:lstStyle/>
                    <a:p>
                      <a:pPr algn="ctr" fontAlgn="ctr"/>
                      <a:r>
                        <a:rPr lang="en-US" sz="800" u="none" strike="noStrike">
                          <a:effectLst/>
                        </a:rPr>
                        <a:t>52</a:t>
                      </a:r>
                      <a:endParaRPr lang="en-US" sz="800" b="0" i="0" u="none" strike="noStrike">
                        <a:solidFill>
                          <a:srgbClr val="000000"/>
                        </a:solidFill>
                        <a:effectLst/>
                        <a:latin typeface="Aptos Narrow" panose="020B0004020202020204" pitchFamily="34" charset="0"/>
                      </a:endParaRPr>
                    </a:p>
                  </a:txBody>
                  <a:tcPr marL="5515" marR="5515" marT="5515" marB="0" anchor="ctr"/>
                </a:tc>
                <a:extLst>
                  <a:ext uri="{0D108BD9-81ED-4DB2-BD59-A6C34878D82A}">
                    <a16:rowId xmlns:a16="http://schemas.microsoft.com/office/drawing/2014/main" val="48998917"/>
                  </a:ext>
                </a:extLst>
              </a:tr>
              <a:tr h="132360">
                <a:tc>
                  <a:txBody>
                    <a:bodyPr/>
                    <a:lstStyle/>
                    <a:p>
                      <a:pPr algn="ctr" fontAlgn="ctr"/>
                      <a:r>
                        <a:rPr lang="en-US" sz="800" u="none" strike="noStrike">
                          <a:effectLst/>
                        </a:rPr>
                        <a:t>5</a:t>
                      </a:r>
                      <a:endParaRPr lang="en-US" sz="800" b="0" i="0" u="none" strike="noStrike">
                        <a:solidFill>
                          <a:srgbClr val="000000"/>
                        </a:solidFill>
                        <a:effectLst/>
                        <a:latin typeface="Aptos Narrow" panose="020B0004020202020204" pitchFamily="34" charset="0"/>
                      </a:endParaRPr>
                    </a:p>
                  </a:txBody>
                  <a:tcPr marL="5515" marR="5515" marT="5515" marB="0" anchor="ctr"/>
                </a:tc>
                <a:tc>
                  <a:txBody>
                    <a:bodyPr/>
                    <a:lstStyle/>
                    <a:p>
                      <a:pPr algn="ctr" fontAlgn="ctr"/>
                      <a:r>
                        <a:rPr lang="en-US" sz="800" u="none" strike="noStrike" dirty="0">
                          <a:effectLst/>
                        </a:rPr>
                        <a:t>75</a:t>
                      </a:r>
                      <a:endParaRPr lang="en-US" sz="800" b="0" i="0" u="none" strike="noStrike" dirty="0">
                        <a:solidFill>
                          <a:srgbClr val="000000"/>
                        </a:solidFill>
                        <a:effectLst/>
                        <a:latin typeface="Aptos Narrow" panose="020B0004020202020204" pitchFamily="34" charset="0"/>
                      </a:endParaRPr>
                    </a:p>
                  </a:txBody>
                  <a:tcPr marL="5515" marR="5515" marT="5515" marB="0" anchor="ctr"/>
                </a:tc>
                <a:tc>
                  <a:txBody>
                    <a:bodyPr/>
                    <a:lstStyle/>
                    <a:p>
                      <a:pPr algn="ctr" fontAlgn="ctr"/>
                      <a:r>
                        <a:rPr lang="en-US" sz="800" u="none" strike="noStrike">
                          <a:effectLst/>
                        </a:rPr>
                        <a:t>77</a:t>
                      </a:r>
                      <a:endParaRPr lang="en-US" sz="800" b="0" i="0" u="none" strike="noStrike">
                        <a:solidFill>
                          <a:srgbClr val="000000"/>
                        </a:solidFill>
                        <a:effectLst/>
                        <a:latin typeface="Aptos Narrow" panose="020B0004020202020204" pitchFamily="34" charset="0"/>
                      </a:endParaRPr>
                    </a:p>
                  </a:txBody>
                  <a:tcPr marL="5515" marR="5515" marT="5515" marB="0" anchor="ctr"/>
                </a:tc>
                <a:extLst>
                  <a:ext uri="{0D108BD9-81ED-4DB2-BD59-A6C34878D82A}">
                    <a16:rowId xmlns:a16="http://schemas.microsoft.com/office/drawing/2014/main" val="770254716"/>
                  </a:ext>
                </a:extLst>
              </a:tr>
              <a:tr h="132360">
                <a:tc>
                  <a:txBody>
                    <a:bodyPr/>
                    <a:lstStyle/>
                    <a:p>
                      <a:pPr algn="ctr" fontAlgn="ctr"/>
                      <a:r>
                        <a:rPr lang="en-US" sz="800" u="none" strike="noStrike">
                          <a:effectLst/>
                        </a:rPr>
                        <a:t>6</a:t>
                      </a:r>
                      <a:endParaRPr lang="en-US" sz="800" b="0" i="0" u="none" strike="noStrike">
                        <a:solidFill>
                          <a:srgbClr val="000000"/>
                        </a:solidFill>
                        <a:effectLst/>
                        <a:latin typeface="Aptos Narrow" panose="020B0004020202020204" pitchFamily="34" charset="0"/>
                      </a:endParaRPr>
                    </a:p>
                  </a:txBody>
                  <a:tcPr marL="5515" marR="5515" marT="5515" marB="0" anchor="ctr"/>
                </a:tc>
                <a:tc>
                  <a:txBody>
                    <a:bodyPr/>
                    <a:lstStyle/>
                    <a:p>
                      <a:pPr algn="ctr" fontAlgn="ctr"/>
                      <a:r>
                        <a:rPr lang="en-US" sz="800" u="none" strike="noStrike">
                          <a:effectLst/>
                        </a:rPr>
                        <a:t>64</a:t>
                      </a:r>
                      <a:endParaRPr lang="en-US" sz="800" b="0" i="0" u="none" strike="noStrike">
                        <a:solidFill>
                          <a:srgbClr val="000000"/>
                        </a:solidFill>
                        <a:effectLst/>
                        <a:latin typeface="Aptos Narrow" panose="020B0004020202020204" pitchFamily="34" charset="0"/>
                      </a:endParaRPr>
                    </a:p>
                  </a:txBody>
                  <a:tcPr marL="5515" marR="5515" marT="5515" marB="0" anchor="ctr"/>
                </a:tc>
                <a:tc>
                  <a:txBody>
                    <a:bodyPr/>
                    <a:lstStyle/>
                    <a:p>
                      <a:pPr algn="ctr" fontAlgn="ctr"/>
                      <a:r>
                        <a:rPr lang="en-US" sz="800" u="none" strike="noStrike">
                          <a:effectLst/>
                        </a:rPr>
                        <a:t>79</a:t>
                      </a:r>
                      <a:endParaRPr lang="en-US" sz="800" b="0" i="0" u="none" strike="noStrike">
                        <a:solidFill>
                          <a:srgbClr val="000000"/>
                        </a:solidFill>
                        <a:effectLst/>
                        <a:latin typeface="Aptos Narrow" panose="020B0004020202020204" pitchFamily="34" charset="0"/>
                      </a:endParaRPr>
                    </a:p>
                  </a:txBody>
                  <a:tcPr marL="5515" marR="5515" marT="5515" marB="0" anchor="ctr"/>
                </a:tc>
                <a:extLst>
                  <a:ext uri="{0D108BD9-81ED-4DB2-BD59-A6C34878D82A}">
                    <a16:rowId xmlns:a16="http://schemas.microsoft.com/office/drawing/2014/main" val="329484261"/>
                  </a:ext>
                </a:extLst>
              </a:tr>
              <a:tr h="132360">
                <a:tc>
                  <a:txBody>
                    <a:bodyPr/>
                    <a:lstStyle/>
                    <a:p>
                      <a:pPr algn="ctr" fontAlgn="ctr"/>
                      <a:r>
                        <a:rPr lang="en-US" sz="800" u="none" strike="noStrike">
                          <a:effectLst/>
                        </a:rPr>
                        <a:t>7</a:t>
                      </a:r>
                      <a:endParaRPr lang="en-US" sz="800" b="0" i="0" u="none" strike="noStrike">
                        <a:solidFill>
                          <a:srgbClr val="000000"/>
                        </a:solidFill>
                        <a:effectLst/>
                        <a:latin typeface="Aptos Narrow" panose="020B0004020202020204" pitchFamily="34" charset="0"/>
                      </a:endParaRPr>
                    </a:p>
                  </a:txBody>
                  <a:tcPr marL="5515" marR="5515" marT="5515" marB="0" anchor="ctr"/>
                </a:tc>
                <a:tc>
                  <a:txBody>
                    <a:bodyPr/>
                    <a:lstStyle/>
                    <a:p>
                      <a:pPr algn="ctr" fontAlgn="ctr"/>
                      <a:r>
                        <a:rPr lang="en-US" sz="800" u="none" strike="noStrike" dirty="0">
                          <a:effectLst/>
                        </a:rPr>
                        <a:t>43</a:t>
                      </a:r>
                      <a:endParaRPr lang="en-US" sz="800" b="0" i="0" u="none" strike="noStrike" dirty="0">
                        <a:solidFill>
                          <a:srgbClr val="000000"/>
                        </a:solidFill>
                        <a:effectLst/>
                        <a:latin typeface="Aptos Narrow" panose="020B0004020202020204" pitchFamily="34" charset="0"/>
                      </a:endParaRPr>
                    </a:p>
                  </a:txBody>
                  <a:tcPr marL="5515" marR="5515" marT="5515" marB="0" anchor="ctr"/>
                </a:tc>
                <a:tc>
                  <a:txBody>
                    <a:bodyPr/>
                    <a:lstStyle/>
                    <a:p>
                      <a:pPr algn="ctr" fontAlgn="ctr"/>
                      <a:r>
                        <a:rPr lang="en-US" sz="800" u="none" strike="noStrike">
                          <a:effectLst/>
                        </a:rPr>
                        <a:t>48</a:t>
                      </a:r>
                      <a:endParaRPr lang="en-US" sz="800" b="0" i="0" u="none" strike="noStrike">
                        <a:solidFill>
                          <a:srgbClr val="000000"/>
                        </a:solidFill>
                        <a:effectLst/>
                        <a:latin typeface="Aptos Narrow" panose="020B0004020202020204" pitchFamily="34" charset="0"/>
                      </a:endParaRPr>
                    </a:p>
                  </a:txBody>
                  <a:tcPr marL="5515" marR="5515" marT="5515" marB="0" anchor="ctr"/>
                </a:tc>
                <a:extLst>
                  <a:ext uri="{0D108BD9-81ED-4DB2-BD59-A6C34878D82A}">
                    <a16:rowId xmlns:a16="http://schemas.microsoft.com/office/drawing/2014/main" val="183064696"/>
                  </a:ext>
                </a:extLst>
              </a:tr>
              <a:tr h="132360">
                <a:tc>
                  <a:txBody>
                    <a:bodyPr/>
                    <a:lstStyle/>
                    <a:p>
                      <a:pPr algn="ctr" fontAlgn="ctr"/>
                      <a:r>
                        <a:rPr lang="en-US" sz="800" u="none" strike="noStrike">
                          <a:effectLst/>
                        </a:rPr>
                        <a:t>8</a:t>
                      </a:r>
                      <a:endParaRPr lang="en-US" sz="800" b="0" i="0" u="none" strike="noStrike">
                        <a:solidFill>
                          <a:srgbClr val="000000"/>
                        </a:solidFill>
                        <a:effectLst/>
                        <a:latin typeface="Aptos Narrow" panose="020B0004020202020204" pitchFamily="34" charset="0"/>
                      </a:endParaRPr>
                    </a:p>
                  </a:txBody>
                  <a:tcPr marL="5515" marR="5515" marT="5515" marB="0" anchor="ctr"/>
                </a:tc>
                <a:tc>
                  <a:txBody>
                    <a:bodyPr/>
                    <a:lstStyle/>
                    <a:p>
                      <a:pPr algn="ctr" fontAlgn="ctr"/>
                      <a:r>
                        <a:rPr lang="en-US" sz="800" u="none" strike="noStrike">
                          <a:effectLst/>
                        </a:rPr>
                        <a:t>74</a:t>
                      </a:r>
                      <a:endParaRPr lang="en-US" sz="800" b="0" i="0" u="none" strike="noStrike">
                        <a:solidFill>
                          <a:srgbClr val="000000"/>
                        </a:solidFill>
                        <a:effectLst/>
                        <a:latin typeface="Aptos Narrow" panose="020B0004020202020204" pitchFamily="34" charset="0"/>
                      </a:endParaRPr>
                    </a:p>
                  </a:txBody>
                  <a:tcPr marL="5515" marR="5515" marT="5515" marB="0" anchor="ctr"/>
                </a:tc>
                <a:tc>
                  <a:txBody>
                    <a:bodyPr/>
                    <a:lstStyle/>
                    <a:p>
                      <a:pPr algn="ctr" fontAlgn="ctr"/>
                      <a:r>
                        <a:rPr lang="en-US" sz="800" u="none" strike="noStrike">
                          <a:effectLst/>
                        </a:rPr>
                        <a:t>70</a:t>
                      </a:r>
                      <a:endParaRPr lang="en-US" sz="800" b="0" i="0" u="none" strike="noStrike">
                        <a:solidFill>
                          <a:srgbClr val="000000"/>
                        </a:solidFill>
                        <a:effectLst/>
                        <a:latin typeface="Aptos Narrow" panose="020B0004020202020204" pitchFamily="34" charset="0"/>
                      </a:endParaRPr>
                    </a:p>
                  </a:txBody>
                  <a:tcPr marL="5515" marR="5515" marT="5515" marB="0" anchor="ctr"/>
                </a:tc>
                <a:extLst>
                  <a:ext uri="{0D108BD9-81ED-4DB2-BD59-A6C34878D82A}">
                    <a16:rowId xmlns:a16="http://schemas.microsoft.com/office/drawing/2014/main" val="2919756127"/>
                  </a:ext>
                </a:extLst>
              </a:tr>
              <a:tr h="132360">
                <a:tc>
                  <a:txBody>
                    <a:bodyPr/>
                    <a:lstStyle/>
                    <a:p>
                      <a:pPr algn="ctr" fontAlgn="ctr"/>
                      <a:r>
                        <a:rPr lang="en-US" sz="800" u="none" strike="noStrike">
                          <a:effectLst/>
                        </a:rPr>
                        <a:t>9</a:t>
                      </a:r>
                      <a:endParaRPr lang="en-US" sz="800" b="0" i="0" u="none" strike="noStrike">
                        <a:solidFill>
                          <a:srgbClr val="000000"/>
                        </a:solidFill>
                        <a:effectLst/>
                        <a:latin typeface="Aptos Narrow" panose="020B0004020202020204" pitchFamily="34" charset="0"/>
                      </a:endParaRPr>
                    </a:p>
                  </a:txBody>
                  <a:tcPr marL="5515" marR="5515" marT="5515" marB="0" anchor="ctr"/>
                </a:tc>
                <a:tc>
                  <a:txBody>
                    <a:bodyPr/>
                    <a:lstStyle/>
                    <a:p>
                      <a:pPr algn="ctr" fontAlgn="ctr"/>
                      <a:r>
                        <a:rPr lang="en-US" sz="800" u="none" strike="noStrike" dirty="0">
                          <a:effectLst/>
                        </a:rPr>
                        <a:t>59</a:t>
                      </a:r>
                      <a:endParaRPr lang="en-US" sz="800" b="0" i="0" u="none" strike="noStrike" dirty="0">
                        <a:solidFill>
                          <a:srgbClr val="000000"/>
                        </a:solidFill>
                        <a:effectLst/>
                        <a:latin typeface="Aptos Narrow" panose="020B0004020202020204" pitchFamily="34" charset="0"/>
                      </a:endParaRPr>
                    </a:p>
                  </a:txBody>
                  <a:tcPr marL="5515" marR="5515" marT="5515" marB="0" anchor="ctr"/>
                </a:tc>
                <a:tc>
                  <a:txBody>
                    <a:bodyPr/>
                    <a:lstStyle/>
                    <a:p>
                      <a:pPr algn="ctr" fontAlgn="ctr"/>
                      <a:r>
                        <a:rPr lang="en-US" sz="800" u="none" strike="noStrike">
                          <a:effectLst/>
                        </a:rPr>
                        <a:t>53</a:t>
                      </a:r>
                      <a:endParaRPr lang="en-US" sz="800" b="0" i="0" u="none" strike="noStrike">
                        <a:solidFill>
                          <a:srgbClr val="000000"/>
                        </a:solidFill>
                        <a:effectLst/>
                        <a:latin typeface="Aptos Narrow" panose="020B0004020202020204" pitchFamily="34" charset="0"/>
                      </a:endParaRPr>
                    </a:p>
                  </a:txBody>
                  <a:tcPr marL="5515" marR="5515" marT="5515" marB="0" anchor="ctr"/>
                </a:tc>
                <a:extLst>
                  <a:ext uri="{0D108BD9-81ED-4DB2-BD59-A6C34878D82A}">
                    <a16:rowId xmlns:a16="http://schemas.microsoft.com/office/drawing/2014/main" val="1120394858"/>
                  </a:ext>
                </a:extLst>
              </a:tr>
              <a:tr h="132360">
                <a:tc>
                  <a:txBody>
                    <a:bodyPr/>
                    <a:lstStyle/>
                    <a:p>
                      <a:pPr algn="ctr" fontAlgn="ctr"/>
                      <a:r>
                        <a:rPr lang="en-US" sz="800" u="none" strike="noStrike">
                          <a:effectLst/>
                        </a:rPr>
                        <a:t>10</a:t>
                      </a:r>
                      <a:endParaRPr lang="en-US" sz="800" b="0" i="0" u="none" strike="noStrike">
                        <a:solidFill>
                          <a:srgbClr val="000000"/>
                        </a:solidFill>
                        <a:effectLst/>
                        <a:latin typeface="Aptos Narrow" panose="020B0004020202020204" pitchFamily="34" charset="0"/>
                      </a:endParaRPr>
                    </a:p>
                  </a:txBody>
                  <a:tcPr marL="5515" marR="5515" marT="5515" marB="0" anchor="ctr"/>
                </a:tc>
                <a:tc>
                  <a:txBody>
                    <a:bodyPr/>
                    <a:lstStyle/>
                    <a:p>
                      <a:pPr algn="ctr" fontAlgn="ctr"/>
                      <a:r>
                        <a:rPr lang="en-US" sz="800" u="none" strike="noStrike">
                          <a:effectLst/>
                        </a:rPr>
                        <a:t>54</a:t>
                      </a:r>
                      <a:endParaRPr lang="en-US" sz="800" b="0" i="0" u="none" strike="noStrike">
                        <a:solidFill>
                          <a:srgbClr val="000000"/>
                        </a:solidFill>
                        <a:effectLst/>
                        <a:latin typeface="Aptos Narrow" panose="020B0004020202020204" pitchFamily="34" charset="0"/>
                      </a:endParaRPr>
                    </a:p>
                  </a:txBody>
                  <a:tcPr marL="5515" marR="5515" marT="5515" marB="0" anchor="ctr"/>
                </a:tc>
                <a:tc>
                  <a:txBody>
                    <a:bodyPr/>
                    <a:lstStyle/>
                    <a:p>
                      <a:pPr algn="ctr" fontAlgn="ctr"/>
                      <a:r>
                        <a:rPr lang="en-US" sz="800" u="none" strike="noStrike">
                          <a:effectLst/>
                        </a:rPr>
                        <a:t>58</a:t>
                      </a:r>
                      <a:endParaRPr lang="en-US" sz="800" b="0" i="0" u="none" strike="noStrike">
                        <a:solidFill>
                          <a:srgbClr val="000000"/>
                        </a:solidFill>
                        <a:effectLst/>
                        <a:latin typeface="Aptos Narrow" panose="020B0004020202020204" pitchFamily="34" charset="0"/>
                      </a:endParaRPr>
                    </a:p>
                  </a:txBody>
                  <a:tcPr marL="5515" marR="5515" marT="5515" marB="0" anchor="ctr"/>
                </a:tc>
                <a:extLst>
                  <a:ext uri="{0D108BD9-81ED-4DB2-BD59-A6C34878D82A}">
                    <a16:rowId xmlns:a16="http://schemas.microsoft.com/office/drawing/2014/main" val="3400111884"/>
                  </a:ext>
                </a:extLst>
              </a:tr>
              <a:tr h="132360">
                <a:tc>
                  <a:txBody>
                    <a:bodyPr/>
                    <a:lstStyle/>
                    <a:p>
                      <a:pPr algn="ctr" fontAlgn="ctr"/>
                      <a:r>
                        <a:rPr lang="en-US" sz="800" u="none" strike="noStrike">
                          <a:effectLst/>
                        </a:rPr>
                        <a:t>11</a:t>
                      </a:r>
                      <a:endParaRPr lang="en-US" sz="800" b="0" i="0" u="none" strike="noStrike">
                        <a:solidFill>
                          <a:srgbClr val="000000"/>
                        </a:solidFill>
                        <a:effectLst/>
                        <a:latin typeface="Aptos Narrow" panose="020B0004020202020204" pitchFamily="34" charset="0"/>
                      </a:endParaRPr>
                    </a:p>
                  </a:txBody>
                  <a:tcPr marL="5515" marR="5515" marT="5515" marB="0" anchor="ctr"/>
                </a:tc>
                <a:tc>
                  <a:txBody>
                    <a:bodyPr/>
                    <a:lstStyle/>
                    <a:p>
                      <a:pPr algn="ctr" fontAlgn="ctr"/>
                      <a:r>
                        <a:rPr lang="en-US" sz="800" u="none" strike="noStrike" dirty="0">
                          <a:effectLst/>
                        </a:rPr>
                        <a:t>66</a:t>
                      </a:r>
                      <a:endParaRPr lang="en-US" sz="800" b="0" i="0" u="none" strike="noStrike" dirty="0">
                        <a:solidFill>
                          <a:srgbClr val="000000"/>
                        </a:solidFill>
                        <a:effectLst/>
                        <a:latin typeface="Aptos Narrow" panose="020B0004020202020204" pitchFamily="34" charset="0"/>
                      </a:endParaRPr>
                    </a:p>
                  </a:txBody>
                  <a:tcPr marL="5515" marR="5515" marT="5515" marB="0" anchor="ctr"/>
                </a:tc>
                <a:tc>
                  <a:txBody>
                    <a:bodyPr/>
                    <a:lstStyle/>
                    <a:p>
                      <a:pPr algn="ctr" fontAlgn="ctr"/>
                      <a:r>
                        <a:rPr lang="en-US" sz="800" u="none" strike="noStrike">
                          <a:effectLst/>
                        </a:rPr>
                        <a:t>66</a:t>
                      </a:r>
                      <a:endParaRPr lang="en-US" sz="800" b="0" i="0" u="none" strike="noStrike">
                        <a:solidFill>
                          <a:srgbClr val="000000"/>
                        </a:solidFill>
                        <a:effectLst/>
                        <a:latin typeface="Aptos Narrow" panose="020B0004020202020204" pitchFamily="34" charset="0"/>
                      </a:endParaRPr>
                    </a:p>
                  </a:txBody>
                  <a:tcPr marL="5515" marR="5515" marT="5515" marB="0" anchor="ctr"/>
                </a:tc>
                <a:extLst>
                  <a:ext uri="{0D108BD9-81ED-4DB2-BD59-A6C34878D82A}">
                    <a16:rowId xmlns:a16="http://schemas.microsoft.com/office/drawing/2014/main" val="1389560551"/>
                  </a:ext>
                </a:extLst>
              </a:tr>
              <a:tr h="132360">
                <a:tc>
                  <a:txBody>
                    <a:bodyPr/>
                    <a:lstStyle/>
                    <a:p>
                      <a:pPr algn="ctr" fontAlgn="ctr"/>
                      <a:r>
                        <a:rPr lang="en-US" sz="800" u="none" strike="noStrike">
                          <a:effectLst/>
                        </a:rPr>
                        <a:t>12</a:t>
                      </a:r>
                      <a:endParaRPr lang="en-US" sz="800" b="0" i="0" u="none" strike="noStrike">
                        <a:solidFill>
                          <a:srgbClr val="000000"/>
                        </a:solidFill>
                        <a:effectLst/>
                        <a:latin typeface="Aptos Narrow" panose="020B0004020202020204" pitchFamily="34" charset="0"/>
                      </a:endParaRPr>
                    </a:p>
                  </a:txBody>
                  <a:tcPr marL="5515" marR="5515" marT="5515" marB="0" anchor="ctr"/>
                </a:tc>
                <a:tc>
                  <a:txBody>
                    <a:bodyPr/>
                    <a:lstStyle/>
                    <a:p>
                      <a:pPr algn="ctr" fontAlgn="ctr"/>
                      <a:r>
                        <a:rPr lang="en-US" sz="800" u="none" strike="noStrike">
                          <a:effectLst/>
                        </a:rPr>
                        <a:t>81</a:t>
                      </a:r>
                      <a:endParaRPr lang="en-US" sz="800" b="0" i="0" u="none" strike="noStrike">
                        <a:solidFill>
                          <a:srgbClr val="000000"/>
                        </a:solidFill>
                        <a:effectLst/>
                        <a:latin typeface="Aptos Narrow" panose="020B0004020202020204" pitchFamily="34" charset="0"/>
                      </a:endParaRPr>
                    </a:p>
                  </a:txBody>
                  <a:tcPr marL="5515" marR="5515" marT="5515" marB="0" anchor="ctr"/>
                </a:tc>
                <a:tc>
                  <a:txBody>
                    <a:bodyPr/>
                    <a:lstStyle/>
                    <a:p>
                      <a:pPr algn="ctr" fontAlgn="ctr"/>
                      <a:r>
                        <a:rPr lang="en-US" sz="800" u="none" strike="noStrike">
                          <a:effectLst/>
                        </a:rPr>
                        <a:t>90</a:t>
                      </a:r>
                      <a:endParaRPr lang="en-US" sz="800" b="0" i="0" u="none" strike="noStrike">
                        <a:solidFill>
                          <a:srgbClr val="000000"/>
                        </a:solidFill>
                        <a:effectLst/>
                        <a:latin typeface="Aptos Narrow" panose="020B0004020202020204" pitchFamily="34" charset="0"/>
                      </a:endParaRPr>
                    </a:p>
                  </a:txBody>
                  <a:tcPr marL="5515" marR="5515" marT="5515" marB="0" anchor="ctr"/>
                </a:tc>
                <a:extLst>
                  <a:ext uri="{0D108BD9-81ED-4DB2-BD59-A6C34878D82A}">
                    <a16:rowId xmlns:a16="http://schemas.microsoft.com/office/drawing/2014/main" val="1004723707"/>
                  </a:ext>
                </a:extLst>
              </a:tr>
              <a:tr h="132360">
                <a:tc>
                  <a:txBody>
                    <a:bodyPr/>
                    <a:lstStyle/>
                    <a:p>
                      <a:pPr algn="ctr" fontAlgn="ctr"/>
                      <a:r>
                        <a:rPr lang="en-US" sz="800" u="none" strike="noStrike">
                          <a:effectLst/>
                        </a:rPr>
                        <a:t>13</a:t>
                      </a:r>
                      <a:endParaRPr lang="en-US" sz="800" b="0" i="0" u="none" strike="noStrike">
                        <a:solidFill>
                          <a:srgbClr val="000000"/>
                        </a:solidFill>
                        <a:effectLst/>
                        <a:latin typeface="Aptos Narrow" panose="020B0004020202020204" pitchFamily="34" charset="0"/>
                      </a:endParaRPr>
                    </a:p>
                  </a:txBody>
                  <a:tcPr marL="5515" marR="5515" marT="5515" marB="0" anchor="ctr"/>
                </a:tc>
                <a:tc>
                  <a:txBody>
                    <a:bodyPr/>
                    <a:lstStyle/>
                    <a:p>
                      <a:pPr algn="ctr" fontAlgn="ctr"/>
                      <a:r>
                        <a:rPr lang="en-US" sz="800" u="none" strike="noStrike">
                          <a:effectLst/>
                        </a:rPr>
                        <a:t>55</a:t>
                      </a:r>
                      <a:endParaRPr lang="en-US" sz="800" b="0" i="0" u="none" strike="noStrike">
                        <a:solidFill>
                          <a:srgbClr val="000000"/>
                        </a:solidFill>
                        <a:effectLst/>
                        <a:latin typeface="Aptos Narrow" panose="020B0004020202020204" pitchFamily="34" charset="0"/>
                      </a:endParaRPr>
                    </a:p>
                  </a:txBody>
                  <a:tcPr marL="5515" marR="5515" marT="5515" marB="0" anchor="ctr"/>
                </a:tc>
                <a:tc>
                  <a:txBody>
                    <a:bodyPr/>
                    <a:lstStyle/>
                    <a:p>
                      <a:pPr algn="ctr" fontAlgn="ctr"/>
                      <a:r>
                        <a:rPr lang="en-US" sz="800" u="none" strike="noStrike" dirty="0">
                          <a:effectLst/>
                        </a:rPr>
                        <a:t>57</a:t>
                      </a:r>
                      <a:endParaRPr lang="en-US" sz="800" b="0" i="0" u="none" strike="noStrike" dirty="0">
                        <a:solidFill>
                          <a:srgbClr val="000000"/>
                        </a:solidFill>
                        <a:effectLst/>
                        <a:latin typeface="Aptos Narrow" panose="020B0004020202020204" pitchFamily="34" charset="0"/>
                      </a:endParaRPr>
                    </a:p>
                  </a:txBody>
                  <a:tcPr marL="5515" marR="5515" marT="5515" marB="0" anchor="ctr"/>
                </a:tc>
                <a:extLst>
                  <a:ext uri="{0D108BD9-81ED-4DB2-BD59-A6C34878D82A}">
                    <a16:rowId xmlns:a16="http://schemas.microsoft.com/office/drawing/2014/main" val="1996571049"/>
                  </a:ext>
                </a:extLst>
              </a:tr>
              <a:tr h="132360">
                <a:tc>
                  <a:txBody>
                    <a:bodyPr/>
                    <a:lstStyle/>
                    <a:p>
                      <a:pPr algn="ctr" fontAlgn="ctr"/>
                      <a:r>
                        <a:rPr lang="en-US" sz="800" u="none" strike="noStrike">
                          <a:effectLst/>
                        </a:rPr>
                        <a:t>14</a:t>
                      </a:r>
                      <a:endParaRPr lang="en-US" sz="800" b="0" i="0" u="none" strike="noStrike">
                        <a:solidFill>
                          <a:srgbClr val="000000"/>
                        </a:solidFill>
                        <a:effectLst/>
                        <a:latin typeface="Aptos Narrow" panose="020B0004020202020204" pitchFamily="34" charset="0"/>
                      </a:endParaRPr>
                    </a:p>
                  </a:txBody>
                  <a:tcPr marL="5515" marR="5515" marT="5515" marB="0" anchor="ctr"/>
                </a:tc>
                <a:tc>
                  <a:txBody>
                    <a:bodyPr/>
                    <a:lstStyle/>
                    <a:p>
                      <a:pPr algn="ctr" fontAlgn="ctr"/>
                      <a:r>
                        <a:rPr lang="en-US" sz="800" u="none" strike="noStrike">
                          <a:effectLst/>
                        </a:rPr>
                        <a:t>64</a:t>
                      </a:r>
                      <a:endParaRPr lang="en-US" sz="800" b="0" i="0" u="none" strike="noStrike">
                        <a:solidFill>
                          <a:srgbClr val="000000"/>
                        </a:solidFill>
                        <a:effectLst/>
                        <a:latin typeface="Aptos Narrow" panose="020B0004020202020204" pitchFamily="34" charset="0"/>
                      </a:endParaRPr>
                    </a:p>
                  </a:txBody>
                  <a:tcPr marL="5515" marR="5515" marT="5515" marB="0" anchor="ctr"/>
                </a:tc>
                <a:tc>
                  <a:txBody>
                    <a:bodyPr/>
                    <a:lstStyle/>
                    <a:p>
                      <a:pPr algn="ctr" fontAlgn="ctr"/>
                      <a:r>
                        <a:rPr lang="en-US" sz="800" u="none" strike="noStrike" dirty="0">
                          <a:effectLst/>
                        </a:rPr>
                        <a:t>68</a:t>
                      </a:r>
                      <a:endParaRPr lang="en-US" sz="800" b="0" i="0" u="none" strike="noStrike" dirty="0">
                        <a:solidFill>
                          <a:srgbClr val="000000"/>
                        </a:solidFill>
                        <a:effectLst/>
                        <a:latin typeface="Aptos Narrow" panose="020B0004020202020204" pitchFamily="34" charset="0"/>
                      </a:endParaRPr>
                    </a:p>
                  </a:txBody>
                  <a:tcPr marL="5515" marR="5515" marT="5515" marB="0" anchor="ctr"/>
                </a:tc>
                <a:extLst>
                  <a:ext uri="{0D108BD9-81ED-4DB2-BD59-A6C34878D82A}">
                    <a16:rowId xmlns:a16="http://schemas.microsoft.com/office/drawing/2014/main" val="719118036"/>
                  </a:ext>
                </a:extLst>
              </a:tr>
              <a:tr h="132360">
                <a:tc>
                  <a:txBody>
                    <a:bodyPr/>
                    <a:lstStyle/>
                    <a:p>
                      <a:pPr algn="ctr" fontAlgn="ctr"/>
                      <a:r>
                        <a:rPr lang="en-US" sz="800" u="none" strike="noStrike">
                          <a:effectLst/>
                        </a:rPr>
                        <a:t>15</a:t>
                      </a:r>
                      <a:endParaRPr lang="en-US" sz="800" b="0" i="0" u="none" strike="noStrike">
                        <a:solidFill>
                          <a:srgbClr val="000000"/>
                        </a:solidFill>
                        <a:effectLst/>
                        <a:latin typeface="Aptos Narrow" panose="020B0004020202020204" pitchFamily="34" charset="0"/>
                      </a:endParaRPr>
                    </a:p>
                  </a:txBody>
                  <a:tcPr marL="5515" marR="5515" marT="5515" marB="0" anchor="ctr"/>
                </a:tc>
                <a:tc>
                  <a:txBody>
                    <a:bodyPr/>
                    <a:lstStyle/>
                    <a:p>
                      <a:pPr algn="ctr" fontAlgn="ctr"/>
                      <a:r>
                        <a:rPr lang="en-US" sz="800" u="none" strike="noStrike">
                          <a:effectLst/>
                        </a:rPr>
                        <a:t>72</a:t>
                      </a:r>
                      <a:endParaRPr lang="en-US" sz="800" b="0" i="0" u="none" strike="noStrike">
                        <a:solidFill>
                          <a:srgbClr val="000000"/>
                        </a:solidFill>
                        <a:effectLst/>
                        <a:latin typeface="Aptos Narrow" panose="020B0004020202020204" pitchFamily="34" charset="0"/>
                      </a:endParaRPr>
                    </a:p>
                  </a:txBody>
                  <a:tcPr marL="5515" marR="5515" marT="5515" marB="0" anchor="ctr"/>
                </a:tc>
                <a:tc>
                  <a:txBody>
                    <a:bodyPr/>
                    <a:lstStyle/>
                    <a:p>
                      <a:pPr algn="ctr" fontAlgn="ctr"/>
                      <a:r>
                        <a:rPr lang="en-US" sz="800" u="none" strike="noStrike" dirty="0">
                          <a:effectLst/>
                        </a:rPr>
                        <a:t>71</a:t>
                      </a:r>
                      <a:endParaRPr lang="en-US" sz="800" b="0" i="0" u="none" strike="noStrike" dirty="0">
                        <a:solidFill>
                          <a:srgbClr val="000000"/>
                        </a:solidFill>
                        <a:effectLst/>
                        <a:latin typeface="Aptos Narrow" panose="020B0004020202020204" pitchFamily="34" charset="0"/>
                      </a:endParaRPr>
                    </a:p>
                  </a:txBody>
                  <a:tcPr marL="5515" marR="5515" marT="5515" marB="0" anchor="ctr"/>
                </a:tc>
                <a:extLst>
                  <a:ext uri="{0D108BD9-81ED-4DB2-BD59-A6C34878D82A}">
                    <a16:rowId xmlns:a16="http://schemas.microsoft.com/office/drawing/2014/main" val="2244067252"/>
                  </a:ext>
                </a:extLst>
              </a:tr>
              <a:tr h="132360">
                <a:tc>
                  <a:txBody>
                    <a:bodyPr/>
                    <a:lstStyle/>
                    <a:p>
                      <a:pPr algn="ctr" fontAlgn="ctr"/>
                      <a:r>
                        <a:rPr lang="en-US" sz="800" u="none" strike="noStrike">
                          <a:effectLst/>
                        </a:rPr>
                        <a:t>16</a:t>
                      </a:r>
                      <a:endParaRPr lang="en-US" sz="800" b="0" i="0" u="none" strike="noStrike">
                        <a:solidFill>
                          <a:srgbClr val="000000"/>
                        </a:solidFill>
                        <a:effectLst/>
                        <a:latin typeface="Aptos Narrow" panose="020B0004020202020204" pitchFamily="34" charset="0"/>
                      </a:endParaRPr>
                    </a:p>
                  </a:txBody>
                  <a:tcPr marL="5515" marR="5515" marT="5515" marB="0" anchor="ctr"/>
                </a:tc>
                <a:tc>
                  <a:txBody>
                    <a:bodyPr/>
                    <a:lstStyle/>
                    <a:p>
                      <a:pPr algn="ctr" fontAlgn="ctr"/>
                      <a:r>
                        <a:rPr lang="en-US" sz="800" u="none" strike="noStrike">
                          <a:effectLst/>
                        </a:rPr>
                        <a:t>76</a:t>
                      </a:r>
                      <a:endParaRPr lang="en-US" sz="800" b="0" i="0" u="none" strike="noStrike">
                        <a:solidFill>
                          <a:srgbClr val="000000"/>
                        </a:solidFill>
                        <a:effectLst/>
                        <a:latin typeface="Aptos Narrow" panose="020B0004020202020204" pitchFamily="34" charset="0"/>
                      </a:endParaRPr>
                    </a:p>
                  </a:txBody>
                  <a:tcPr marL="5515" marR="5515" marT="5515" marB="0" anchor="ctr"/>
                </a:tc>
                <a:tc>
                  <a:txBody>
                    <a:bodyPr/>
                    <a:lstStyle/>
                    <a:p>
                      <a:pPr algn="ctr" fontAlgn="ctr"/>
                      <a:r>
                        <a:rPr lang="en-US" sz="800" u="none" strike="noStrike" dirty="0">
                          <a:effectLst/>
                        </a:rPr>
                        <a:t>78</a:t>
                      </a:r>
                      <a:endParaRPr lang="en-US" sz="800" b="0" i="0" u="none" strike="noStrike" dirty="0">
                        <a:solidFill>
                          <a:srgbClr val="000000"/>
                        </a:solidFill>
                        <a:effectLst/>
                        <a:latin typeface="Aptos Narrow" panose="020B0004020202020204" pitchFamily="34" charset="0"/>
                      </a:endParaRPr>
                    </a:p>
                  </a:txBody>
                  <a:tcPr marL="5515" marR="5515" marT="5515" marB="0" anchor="ctr"/>
                </a:tc>
                <a:extLst>
                  <a:ext uri="{0D108BD9-81ED-4DB2-BD59-A6C34878D82A}">
                    <a16:rowId xmlns:a16="http://schemas.microsoft.com/office/drawing/2014/main" val="685349229"/>
                  </a:ext>
                </a:extLst>
              </a:tr>
              <a:tr h="132360">
                <a:tc>
                  <a:txBody>
                    <a:bodyPr/>
                    <a:lstStyle/>
                    <a:p>
                      <a:pPr algn="ctr" fontAlgn="ctr"/>
                      <a:r>
                        <a:rPr lang="en-US" sz="800" u="none" strike="noStrike">
                          <a:effectLst/>
                        </a:rPr>
                        <a:t>17</a:t>
                      </a:r>
                      <a:endParaRPr lang="en-US" sz="800" b="0" i="0" u="none" strike="noStrike">
                        <a:solidFill>
                          <a:srgbClr val="000000"/>
                        </a:solidFill>
                        <a:effectLst/>
                        <a:latin typeface="Aptos Narrow" panose="020B0004020202020204" pitchFamily="34" charset="0"/>
                      </a:endParaRPr>
                    </a:p>
                  </a:txBody>
                  <a:tcPr marL="5515" marR="5515" marT="5515" marB="0" anchor="ctr"/>
                </a:tc>
                <a:tc>
                  <a:txBody>
                    <a:bodyPr/>
                    <a:lstStyle/>
                    <a:p>
                      <a:pPr algn="ctr" fontAlgn="ctr"/>
                      <a:r>
                        <a:rPr lang="en-US" sz="800" u="none" strike="noStrike">
                          <a:effectLst/>
                        </a:rPr>
                        <a:t>75</a:t>
                      </a:r>
                      <a:endParaRPr lang="en-US" sz="800" b="0" i="0" u="none" strike="noStrike">
                        <a:solidFill>
                          <a:srgbClr val="000000"/>
                        </a:solidFill>
                        <a:effectLst/>
                        <a:latin typeface="Aptos Narrow" panose="020B0004020202020204" pitchFamily="34" charset="0"/>
                      </a:endParaRPr>
                    </a:p>
                  </a:txBody>
                  <a:tcPr marL="5515" marR="5515" marT="5515" marB="0" anchor="ctr"/>
                </a:tc>
                <a:tc>
                  <a:txBody>
                    <a:bodyPr/>
                    <a:lstStyle/>
                    <a:p>
                      <a:pPr algn="ctr" fontAlgn="ctr"/>
                      <a:r>
                        <a:rPr lang="en-US" sz="800" u="none" strike="noStrike">
                          <a:effectLst/>
                        </a:rPr>
                        <a:t>73</a:t>
                      </a:r>
                      <a:endParaRPr lang="en-US" sz="800" b="0" i="0" u="none" strike="noStrike">
                        <a:solidFill>
                          <a:srgbClr val="000000"/>
                        </a:solidFill>
                        <a:effectLst/>
                        <a:latin typeface="Aptos Narrow" panose="020B0004020202020204" pitchFamily="34" charset="0"/>
                      </a:endParaRPr>
                    </a:p>
                  </a:txBody>
                  <a:tcPr marL="5515" marR="5515" marT="5515" marB="0" anchor="ctr"/>
                </a:tc>
                <a:extLst>
                  <a:ext uri="{0D108BD9-81ED-4DB2-BD59-A6C34878D82A}">
                    <a16:rowId xmlns:a16="http://schemas.microsoft.com/office/drawing/2014/main" val="2473385271"/>
                  </a:ext>
                </a:extLst>
              </a:tr>
              <a:tr h="132360">
                <a:tc>
                  <a:txBody>
                    <a:bodyPr/>
                    <a:lstStyle/>
                    <a:p>
                      <a:pPr algn="ctr" fontAlgn="ctr"/>
                      <a:r>
                        <a:rPr lang="en-US" sz="800" u="none" strike="noStrike">
                          <a:effectLst/>
                        </a:rPr>
                        <a:t>18</a:t>
                      </a:r>
                      <a:endParaRPr lang="en-US" sz="800" b="0" i="0" u="none" strike="noStrike">
                        <a:solidFill>
                          <a:srgbClr val="000000"/>
                        </a:solidFill>
                        <a:effectLst/>
                        <a:latin typeface="Aptos Narrow" panose="020B0004020202020204" pitchFamily="34" charset="0"/>
                      </a:endParaRPr>
                    </a:p>
                  </a:txBody>
                  <a:tcPr marL="5515" marR="5515" marT="5515" marB="0" anchor="ctr"/>
                </a:tc>
                <a:tc>
                  <a:txBody>
                    <a:bodyPr/>
                    <a:lstStyle/>
                    <a:p>
                      <a:pPr algn="ctr" fontAlgn="ctr"/>
                      <a:r>
                        <a:rPr lang="en-US" sz="800" u="none" strike="noStrike">
                          <a:effectLst/>
                        </a:rPr>
                        <a:t>90</a:t>
                      </a:r>
                      <a:endParaRPr lang="en-US" sz="800" b="0" i="0" u="none" strike="noStrike">
                        <a:solidFill>
                          <a:srgbClr val="000000"/>
                        </a:solidFill>
                        <a:effectLst/>
                        <a:latin typeface="Aptos Narrow" panose="020B0004020202020204" pitchFamily="34" charset="0"/>
                      </a:endParaRPr>
                    </a:p>
                  </a:txBody>
                  <a:tcPr marL="5515" marR="5515" marT="5515" marB="0" anchor="ctr"/>
                </a:tc>
                <a:tc>
                  <a:txBody>
                    <a:bodyPr/>
                    <a:lstStyle/>
                    <a:p>
                      <a:pPr algn="ctr" fontAlgn="ctr"/>
                      <a:r>
                        <a:rPr lang="en-US" sz="800" u="none" strike="noStrike" dirty="0">
                          <a:effectLst/>
                        </a:rPr>
                        <a:t>92</a:t>
                      </a:r>
                      <a:endParaRPr lang="en-US" sz="800" b="0" i="0" u="none" strike="noStrike" dirty="0">
                        <a:solidFill>
                          <a:srgbClr val="000000"/>
                        </a:solidFill>
                        <a:effectLst/>
                        <a:latin typeface="Aptos Narrow" panose="020B0004020202020204" pitchFamily="34" charset="0"/>
                      </a:endParaRPr>
                    </a:p>
                  </a:txBody>
                  <a:tcPr marL="5515" marR="5515" marT="5515" marB="0" anchor="ctr"/>
                </a:tc>
                <a:extLst>
                  <a:ext uri="{0D108BD9-81ED-4DB2-BD59-A6C34878D82A}">
                    <a16:rowId xmlns:a16="http://schemas.microsoft.com/office/drawing/2014/main" val="2990734686"/>
                  </a:ext>
                </a:extLst>
              </a:tr>
              <a:tr h="132360">
                <a:tc>
                  <a:txBody>
                    <a:bodyPr/>
                    <a:lstStyle/>
                    <a:p>
                      <a:pPr algn="ctr" fontAlgn="ctr"/>
                      <a:r>
                        <a:rPr lang="en-US" sz="800" u="none" strike="noStrike">
                          <a:effectLst/>
                        </a:rPr>
                        <a:t>19</a:t>
                      </a:r>
                      <a:endParaRPr lang="en-US" sz="800" b="0" i="0" u="none" strike="noStrike">
                        <a:solidFill>
                          <a:srgbClr val="000000"/>
                        </a:solidFill>
                        <a:effectLst/>
                        <a:latin typeface="Aptos Narrow" panose="020B0004020202020204" pitchFamily="34" charset="0"/>
                      </a:endParaRPr>
                    </a:p>
                  </a:txBody>
                  <a:tcPr marL="5515" marR="5515" marT="5515" marB="0" anchor="ctr"/>
                </a:tc>
                <a:tc>
                  <a:txBody>
                    <a:bodyPr/>
                    <a:lstStyle/>
                    <a:p>
                      <a:pPr algn="ctr" fontAlgn="ctr"/>
                      <a:r>
                        <a:rPr lang="en-US" sz="800" u="none" strike="noStrike">
                          <a:effectLst/>
                        </a:rPr>
                        <a:t>83</a:t>
                      </a:r>
                      <a:endParaRPr lang="en-US" sz="800" b="0" i="0" u="none" strike="noStrike">
                        <a:solidFill>
                          <a:srgbClr val="000000"/>
                        </a:solidFill>
                        <a:effectLst/>
                        <a:latin typeface="Aptos Narrow" panose="020B0004020202020204" pitchFamily="34" charset="0"/>
                      </a:endParaRPr>
                    </a:p>
                  </a:txBody>
                  <a:tcPr marL="5515" marR="5515" marT="5515" marB="0" anchor="ctr"/>
                </a:tc>
                <a:tc>
                  <a:txBody>
                    <a:bodyPr/>
                    <a:lstStyle/>
                    <a:p>
                      <a:pPr algn="ctr" fontAlgn="ctr"/>
                      <a:r>
                        <a:rPr lang="en-US" sz="800" u="none" strike="noStrike">
                          <a:effectLst/>
                        </a:rPr>
                        <a:t>90</a:t>
                      </a:r>
                      <a:endParaRPr lang="en-US" sz="800" b="0" i="0" u="none" strike="noStrike">
                        <a:solidFill>
                          <a:srgbClr val="000000"/>
                        </a:solidFill>
                        <a:effectLst/>
                        <a:latin typeface="Aptos Narrow" panose="020B0004020202020204" pitchFamily="34" charset="0"/>
                      </a:endParaRPr>
                    </a:p>
                  </a:txBody>
                  <a:tcPr marL="5515" marR="5515" marT="5515" marB="0" anchor="ctr"/>
                </a:tc>
                <a:extLst>
                  <a:ext uri="{0D108BD9-81ED-4DB2-BD59-A6C34878D82A}">
                    <a16:rowId xmlns:a16="http://schemas.microsoft.com/office/drawing/2014/main" val="1722947286"/>
                  </a:ext>
                </a:extLst>
              </a:tr>
              <a:tr h="132360">
                <a:tc>
                  <a:txBody>
                    <a:bodyPr/>
                    <a:lstStyle/>
                    <a:p>
                      <a:pPr algn="ctr" fontAlgn="ctr"/>
                      <a:r>
                        <a:rPr lang="en-US" sz="800" u="none" strike="noStrike">
                          <a:effectLst/>
                        </a:rPr>
                        <a:t>20</a:t>
                      </a:r>
                      <a:endParaRPr lang="en-US" sz="800" b="0" i="0" u="none" strike="noStrike">
                        <a:solidFill>
                          <a:srgbClr val="000000"/>
                        </a:solidFill>
                        <a:effectLst/>
                        <a:latin typeface="Aptos Narrow" panose="020B0004020202020204" pitchFamily="34" charset="0"/>
                      </a:endParaRPr>
                    </a:p>
                  </a:txBody>
                  <a:tcPr marL="5515" marR="5515" marT="5515" marB="0" anchor="ctr"/>
                </a:tc>
                <a:tc>
                  <a:txBody>
                    <a:bodyPr/>
                    <a:lstStyle/>
                    <a:p>
                      <a:pPr algn="ctr" fontAlgn="ctr"/>
                      <a:r>
                        <a:rPr lang="en-US" sz="800" u="none" strike="noStrike">
                          <a:effectLst/>
                        </a:rPr>
                        <a:t>64</a:t>
                      </a:r>
                      <a:endParaRPr lang="en-US" sz="800" b="0" i="0" u="none" strike="noStrike">
                        <a:solidFill>
                          <a:srgbClr val="000000"/>
                        </a:solidFill>
                        <a:effectLst/>
                        <a:latin typeface="Aptos Narrow" panose="020B0004020202020204" pitchFamily="34" charset="0"/>
                      </a:endParaRPr>
                    </a:p>
                  </a:txBody>
                  <a:tcPr marL="5515" marR="5515" marT="5515" marB="0" anchor="ctr"/>
                </a:tc>
                <a:tc>
                  <a:txBody>
                    <a:bodyPr/>
                    <a:lstStyle/>
                    <a:p>
                      <a:pPr algn="ctr" fontAlgn="ctr"/>
                      <a:r>
                        <a:rPr lang="en-US" sz="800" u="none" strike="noStrike" dirty="0">
                          <a:effectLst/>
                        </a:rPr>
                        <a:t>73</a:t>
                      </a:r>
                      <a:endParaRPr lang="en-US" sz="800" b="0" i="0" u="none" strike="noStrike" dirty="0">
                        <a:solidFill>
                          <a:srgbClr val="000000"/>
                        </a:solidFill>
                        <a:effectLst/>
                        <a:latin typeface="Aptos Narrow" panose="020B0004020202020204" pitchFamily="34" charset="0"/>
                      </a:endParaRPr>
                    </a:p>
                  </a:txBody>
                  <a:tcPr marL="5515" marR="5515" marT="5515" marB="0" anchor="ctr"/>
                </a:tc>
                <a:extLst>
                  <a:ext uri="{0D108BD9-81ED-4DB2-BD59-A6C34878D82A}">
                    <a16:rowId xmlns:a16="http://schemas.microsoft.com/office/drawing/2014/main" val="4008899956"/>
                  </a:ext>
                </a:extLst>
              </a:tr>
              <a:tr h="132360">
                <a:tc>
                  <a:txBody>
                    <a:bodyPr/>
                    <a:lstStyle/>
                    <a:p>
                      <a:pPr algn="ctr" fontAlgn="ctr"/>
                      <a:r>
                        <a:rPr lang="en-US" sz="800" u="none" strike="noStrike">
                          <a:effectLst/>
                        </a:rPr>
                        <a:t>21</a:t>
                      </a:r>
                      <a:endParaRPr lang="en-US" sz="800" b="0" i="0" u="none" strike="noStrike">
                        <a:solidFill>
                          <a:srgbClr val="000000"/>
                        </a:solidFill>
                        <a:effectLst/>
                        <a:latin typeface="Aptos Narrow" panose="020B0004020202020204" pitchFamily="34" charset="0"/>
                      </a:endParaRPr>
                    </a:p>
                  </a:txBody>
                  <a:tcPr marL="5515" marR="5515" marT="5515" marB="0" anchor="ctr"/>
                </a:tc>
                <a:tc>
                  <a:txBody>
                    <a:bodyPr/>
                    <a:lstStyle/>
                    <a:p>
                      <a:pPr algn="ctr" fontAlgn="ctr"/>
                      <a:r>
                        <a:rPr lang="en-US" sz="800" u="none" strike="noStrike">
                          <a:effectLst/>
                        </a:rPr>
                        <a:t>49</a:t>
                      </a:r>
                      <a:endParaRPr lang="en-US" sz="800" b="0" i="0" u="none" strike="noStrike">
                        <a:solidFill>
                          <a:srgbClr val="000000"/>
                        </a:solidFill>
                        <a:effectLst/>
                        <a:latin typeface="Aptos Narrow" panose="020B0004020202020204" pitchFamily="34" charset="0"/>
                      </a:endParaRPr>
                    </a:p>
                  </a:txBody>
                  <a:tcPr marL="5515" marR="5515" marT="5515" marB="0" anchor="ctr"/>
                </a:tc>
                <a:tc>
                  <a:txBody>
                    <a:bodyPr/>
                    <a:lstStyle/>
                    <a:p>
                      <a:pPr algn="ctr" fontAlgn="ctr"/>
                      <a:r>
                        <a:rPr lang="en-US" sz="800" u="none" strike="noStrike" dirty="0">
                          <a:effectLst/>
                        </a:rPr>
                        <a:t>51</a:t>
                      </a:r>
                      <a:endParaRPr lang="en-US" sz="800" b="0" i="0" u="none" strike="noStrike" dirty="0">
                        <a:solidFill>
                          <a:srgbClr val="000000"/>
                        </a:solidFill>
                        <a:effectLst/>
                        <a:latin typeface="Aptos Narrow" panose="020B0004020202020204" pitchFamily="34" charset="0"/>
                      </a:endParaRPr>
                    </a:p>
                  </a:txBody>
                  <a:tcPr marL="5515" marR="5515" marT="5515" marB="0" anchor="ctr"/>
                </a:tc>
                <a:extLst>
                  <a:ext uri="{0D108BD9-81ED-4DB2-BD59-A6C34878D82A}">
                    <a16:rowId xmlns:a16="http://schemas.microsoft.com/office/drawing/2014/main" val="1081223704"/>
                  </a:ext>
                </a:extLst>
              </a:tr>
              <a:tr h="132360">
                <a:tc>
                  <a:txBody>
                    <a:bodyPr/>
                    <a:lstStyle/>
                    <a:p>
                      <a:pPr algn="ctr" fontAlgn="ctr"/>
                      <a:r>
                        <a:rPr lang="en-US" sz="800" u="none" strike="noStrike">
                          <a:effectLst/>
                        </a:rPr>
                        <a:t>22</a:t>
                      </a:r>
                      <a:endParaRPr lang="en-US" sz="800" b="0" i="0" u="none" strike="noStrike">
                        <a:solidFill>
                          <a:srgbClr val="000000"/>
                        </a:solidFill>
                        <a:effectLst/>
                        <a:latin typeface="Aptos Narrow" panose="020B0004020202020204" pitchFamily="34" charset="0"/>
                      </a:endParaRPr>
                    </a:p>
                  </a:txBody>
                  <a:tcPr marL="5515" marR="5515" marT="5515" marB="0" anchor="ctr"/>
                </a:tc>
                <a:tc>
                  <a:txBody>
                    <a:bodyPr/>
                    <a:lstStyle/>
                    <a:p>
                      <a:pPr algn="ctr" fontAlgn="ctr"/>
                      <a:r>
                        <a:rPr lang="en-US" sz="800" u="none" strike="noStrike">
                          <a:effectLst/>
                        </a:rPr>
                        <a:t>41</a:t>
                      </a:r>
                      <a:endParaRPr lang="en-US" sz="800" b="0" i="0" u="none" strike="noStrike">
                        <a:solidFill>
                          <a:srgbClr val="000000"/>
                        </a:solidFill>
                        <a:effectLst/>
                        <a:latin typeface="Aptos Narrow" panose="020B0004020202020204" pitchFamily="34" charset="0"/>
                      </a:endParaRPr>
                    </a:p>
                  </a:txBody>
                  <a:tcPr marL="5515" marR="5515" marT="5515" marB="0" anchor="ctr"/>
                </a:tc>
                <a:tc>
                  <a:txBody>
                    <a:bodyPr/>
                    <a:lstStyle/>
                    <a:p>
                      <a:pPr algn="ctr" fontAlgn="ctr"/>
                      <a:r>
                        <a:rPr lang="en-US" sz="800" u="none" strike="noStrike" dirty="0">
                          <a:effectLst/>
                        </a:rPr>
                        <a:t>51</a:t>
                      </a:r>
                      <a:endParaRPr lang="en-US" sz="800" b="0" i="0" u="none" strike="noStrike" dirty="0">
                        <a:solidFill>
                          <a:srgbClr val="000000"/>
                        </a:solidFill>
                        <a:effectLst/>
                        <a:latin typeface="Aptos Narrow" panose="020B0004020202020204" pitchFamily="34" charset="0"/>
                      </a:endParaRPr>
                    </a:p>
                  </a:txBody>
                  <a:tcPr marL="5515" marR="5515" marT="5515" marB="0" anchor="ctr"/>
                </a:tc>
                <a:extLst>
                  <a:ext uri="{0D108BD9-81ED-4DB2-BD59-A6C34878D82A}">
                    <a16:rowId xmlns:a16="http://schemas.microsoft.com/office/drawing/2014/main" val="3221552031"/>
                  </a:ext>
                </a:extLst>
              </a:tr>
              <a:tr h="132360">
                <a:tc>
                  <a:txBody>
                    <a:bodyPr/>
                    <a:lstStyle/>
                    <a:p>
                      <a:pPr algn="ctr" fontAlgn="ctr"/>
                      <a:r>
                        <a:rPr lang="en-US" sz="800" u="none" strike="noStrike">
                          <a:effectLst/>
                        </a:rPr>
                        <a:t>23</a:t>
                      </a:r>
                      <a:endParaRPr lang="en-US" sz="800" b="0" i="0" u="none" strike="noStrike">
                        <a:solidFill>
                          <a:srgbClr val="000000"/>
                        </a:solidFill>
                        <a:effectLst/>
                        <a:latin typeface="Aptos Narrow" panose="020B0004020202020204" pitchFamily="34" charset="0"/>
                      </a:endParaRPr>
                    </a:p>
                  </a:txBody>
                  <a:tcPr marL="5515" marR="5515" marT="5515" marB="0" anchor="ctr"/>
                </a:tc>
                <a:tc>
                  <a:txBody>
                    <a:bodyPr/>
                    <a:lstStyle/>
                    <a:p>
                      <a:pPr algn="ctr" fontAlgn="ctr"/>
                      <a:r>
                        <a:rPr lang="en-US" sz="800" u="none" strike="noStrike">
                          <a:effectLst/>
                        </a:rPr>
                        <a:t>75</a:t>
                      </a:r>
                      <a:endParaRPr lang="en-US" sz="800" b="0" i="0" u="none" strike="noStrike">
                        <a:solidFill>
                          <a:srgbClr val="000000"/>
                        </a:solidFill>
                        <a:effectLst/>
                        <a:latin typeface="Aptos Narrow" panose="020B0004020202020204" pitchFamily="34" charset="0"/>
                      </a:endParaRPr>
                    </a:p>
                  </a:txBody>
                  <a:tcPr marL="5515" marR="5515" marT="5515" marB="0" anchor="ctr"/>
                </a:tc>
                <a:tc>
                  <a:txBody>
                    <a:bodyPr/>
                    <a:lstStyle/>
                    <a:p>
                      <a:pPr algn="ctr" fontAlgn="ctr"/>
                      <a:r>
                        <a:rPr lang="en-US" sz="800" u="none" strike="noStrike" dirty="0">
                          <a:effectLst/>
                        </a:rPr>
                        <a:t>87</a:t>
                      </a:r>
                      <a:endParaRPr lang="en-US" sz="800" b="0" i="0" u="none" strike="noStrike" dirty="0">
                        <a:solidFill>
                          <a:srgbClr val="000000"/>
                        </a:solidFill>
                        <a:effectLst/>
                        <a:latin typeface="Aptos Narrow" panose="020B0004020202020204" pitchFamily="34" charset="0"/>
                      </a:endParaRPr>
                    </a:p>
                  </a:txBody>
                  <a:tcPr marL="5515" marR="5515" marT="5515" marB="0" anchor="ctr"/>
                </a:tc>
                <a:extLst>
                  <a:ext uri="{0D108BD9-81ED-4DB2-BD59-A6C34878D82A}">
                    <a16:rowId xmlns:a16="http://schemas.microsoft.com/office/drawing/2014/main" val="3993600359"/>
                  </a:ext>
                </a:extLst>
              </a:tr>
              <a:tr h="132360">
                <a:tc>
                  <a:txBody>
                    <a:bodyPr/>
                    <a:lstStyle/>
                    <a:p>
                      <a:pPr algn="ctr" fontAlgn="ctr"/>
                      <a:r>
                        <a:rPr lang="en-US" sz="800" u="none" strike="noStrike">
                          <a:effectLst/>
                        </a:rPr>
                        <a:t>24</a:t>
                      </a:r>
                      <a:endParaRPr lang="en-US" sz="800" b="0" i="0" u="none" strike="noStrike">
                        <a:solidFill>
                          <a:srgbClr val="000000"/>
                        </a:solidFill>
                        <a:effectLst/>
                        <a:latin typeface="Aptos Narrow" panose="020B0004020202020204" pitchFamily="34" charset="0"/>
                      </a:endParaRPr>
                    </a:p>
                  </a:txBody>
                  <a:tcPr marL="5515" marR="5515" marT="5515" marB="0" anchor="ctr"/>
                </a:tc>
                <a:tc>
                  <a:txBody>
                    <a:bodyPr/>
                    <a:lstStyle/>
                    <a:p>
                      <a:pPr algn="ctr" fontAlgn="ctr"/>
                      <a:r>
                        <a:rPr lang="en-US" sz="800" u="none" strike="noStrike">
                          <a:effectLst/>
                        </a:rPr>
                        <a:t>66</a:t>
                      </a:r>
                      <a:endParaRPr lang="en-US" sz="800" b="0" i="0" u="none" strike="noStrike">
                        <a:solidFill>
                          <a:srgbClr val="000000"/>
                        </a:solidFill>
                        <a:effectLst/>
                        <a:latin typeface="Aptos Narrow" panose="020B0004020202020204" pitchFamily="34" charset="0"/>
                      </a:endParaRPr>
                    </a:p>
                  </a:txBody>
                  <a:tcPr marL="5515" marR="5515" marT="5515" marB="0" anchor="ctr"/>
                </a:tc>
                <a:tc>
                  <a:txBody>
                    <a:bodyPr/>
                    <a:lstStyle/>
                    <a:p>
                      <a:pPr algn="ctr" fontAlgn="ctr"/>
                      <a:r>
                        <a:rPr lang="en-US" sz="800" u="none" strike="noStrike" dirty="0">
                          <a:effectLst/>
                        </a:rPr>
                        <a:t>66</a:t>
                      </a:r>
                      <a:endParaRPr lang="en-US" sz="800" b="0" i="0" u="none" strike="noStrike" dirty="0">
                        <a:solidFill>
                          <a:srgbClr val="000000"/>
                        </a:solidFill>
                        <a:effectLst/>
                        <a:latin typeface="Aptos Narrow" panose="020B0004020202020204" pitchFamily="34" charset="0"/>
                      </a:endParaRPr>
                    </a:p>
                  </a:txBody>
                  <a:tcPr marL="5515" marR="5515" marT="5515" marB="0" anchor="ctr"/>
                </a:tc>
                <a:extLst>
                  <a:ext uri="{0D108BD9-81ED-4DB2-BD59-A6C34878D82A}">
                    <a16:rowId xmlns:a16="http://schemas.microsoft.com/office/drawing/2014/main" val="4171420118"/>
                  </a:ext>
                </a:extLst>
              </a:tr>
              <a:tr h="132360">
                <a:tc>
                  <a:txBody>
                    <a:bodyPr/>
                    <a:lstStyle/>
                    <a:p>
                      <a:pPr algn="ctr" fontAlgn="ctr"/>
                      <a:r>
                        <a:rPr lang="en-US" sz="800" u="none" strike="noStrike">
                          <a:effectLst/>
                        </a:rPr>
                        <a:t>25</a:t>
                      </a:r>
                      <a:endParaRPr lang="en-US" sz="800" b="0" i="0" u="none" strike="noStrike">
                        <a:solidFill>
                          <a:srgbClr val="000000"/>
                        </a:solidFill>
                        <a:effectLst/>
                        <a:latin typeface="Aptos Narrow" panose="020B0004020202020204" pitchFamily="34" charset="0"/>
                      </a:endParaRPr>
                    </a:p>
                  </a:txBody>
                  <a:tcPr marL="5515" marR="5515" marT="5515" marB="0" anchor="ctr"/>
                </a:tc>
                <a:tc>
                  <a:txBody>
                    <a:bodyPr/>
                    <a:lstStyle/>
                    <a:p>
                      <a:pPr algn="ctr" fontAlgn="ctr"/>
                      <a:r>
                        <a:rPr lang="en-US" sz="800" u="none" strike="noStrike">
                          <a:effectLst/>
                        </a:rPr>
                        <a:t>75</a:t>
                      </a:r>
                      <a:endParaRPr lang="en-US" sz="800" b="0" i="0" u="none" strike="noStrike">
                        <a:solidFill>
                          <a:srgbClr val="000000"/>
                        </a:solidFill>
                        <a:effectLst/>
                        <a:latin typeface="Aptos Narrow" panose="020B0004020202020204" pitchFamily="34" charset="0"/>
                      </a:endParaRPr>
                    </a:p>
                  </a:txBody>
                  <a:tcPr marL="5515" marR="5515" marT="5515" marB="0" anchor="ctr"/>
                </a:tc>
                <a:tc>
                  <a:txBody>
                    <a:bodyPr/>
                    <a:lstStyle/>
                    <a:p>
                      <a:pPr algn="ctr" fontAlgn="ctr"/>
                      <a:r>
                        <a:rPr lang="en-US" sz="800" u="none" strike="noStrike">
                          <a:effectLst/>
                        </a:rPr>
                        <a:t>74</a:t>
                      </a:r>
                      <a:endParaRPr lang="en-US" sz="800" b="0" i="0" u="none" strike="noStrike">
                        <a:solidFill>
                          <a:srgbClr val="000000"/>
                        </a:solidFill>
                        <a:effectLst/>
                        <a:latin typeface="Aptos Narrow" panose="020B0004020202020204" pitchFamily="34" charset="0"/>
                      </a:endParaRPr>
                    </a:p>
                  </a:txBody>
                  <a:tcPr marL="5515" marR="5515" marT="5515" marB="0" anchor="ctr"/>
                </a:tc>
                <a:extLst>
                  <a:ext uri="{0D108BD9-81ED-4DB2-BD59-A6C34878D82A}">
                    <a16:rowId xmlns:a16="http://schemas.microsoft.com/office/drawing/2014/main" val="2992340105"/>
                  </a:ext>
                </a:extLst>
              </a:tr>
              <a:tr h="132360">
                <a:tc>
                  <a:txBody>
                    <a:bodyPr/>
                    <a:lstStyle/>
                    <a:p>
                      <a:pPr algn="ctr" fontAlgn="ctr"/>
                      <a:r>
                        <a:rPr lang="en-US" sz="800" u="none" strike="noStrike">
                          <a:effectLst/>
                        </a:rPr>
                        <a:t>26</a:t>
                      </a:r>
                      <a:endParaRPr lang="en-US" sz="800" b="0" i="0" u="none" strike="noStrike">
                        <a:solidFill>
                          <a:srgbClr val="000000"/>
                        </a:solidFill>
                        <a:effectLst/>
                        <a:latin typeface="Aptos Narrow" panose="020B0004020202020204" pitchFamily="34" charset="0"/>
                      </a:endParaRPr>
                    </a:p>
                  </a:txBody>
                  <a:tcPr marL="5515" marR="5515" marT="5515" marB="0" anchor="ctr"/>
                </a:tc>
                <a:tc>
                  <a:txBody>
                    <a:bodyPr/>
                    <a:lstStyle/>
                    <a:p>
                      <a:pPr algn="ctr" fontAlgn="ctr"/>
                      <a:r>
                        <a:rPr lang="en-US" sz="800" u="none" strike="noStrike">
                          <a:effectLst/>
                        </a:rPr>
                        <a:t>49</a:t>
                      </a:r>
                      <a:endParaRPr lang="en-US" sz="800" b="0" i="0" u="none" strike="noStrike">
                        <a:solidFill>
                          <a:srgbClr val="000000"/>
                        </a:solidFill>
                        <a:effectLst/>
                        <a:latin typeface="Aptos Narrow" panose="020B0004020202020204" pitchFamily="34" charset="0"/>
                      </a:endParaRPr>
                    </a:p>
                  </a:txBody>
                  <a:tcPr marL="5515" marR="5515" marT="5515" marB="0" anchor="ctr"/>
                </a:tc>
                <a:tc>
                  <a:txBody>
                    <a:bodyPr/>
                    <a:lstStyle/>
                    <a:p>
                      <a:pPr algn="ctr" fontAlgn="ctr"/>
                      <a:r>
                        <a:rPr lang="en-US" sz="800" u="none" strike="noStrike">
                          <a:effectLst/>
                        </a:rPr>
                        <a:t>57</a:t>
                      </a:r>
                      <a:endParaRPr lang="en-US" sz="800" b="0" i="0" u="none" strike="noStrike">
                        <a:solidFill>
                          <a:srgbClr val="000000"/>
                        </a:solidFill>
                        <a:effectLst/>
                        <a:latin typeface="Aptos Narrow" panose="020B0004020202020204" pitchFamily="34" charset="0"/>
                      </a:endParaRPr>
                    </a:p>
                  </a:txBody>
                  <a:tcPr marL="5515" marR="5515" marT="5515" marB="0" anchor="ctr"/>
                </a:tc>
                <a:extLst>
                  <a:ext uri="{0D108BD9-81ED-4DB2-BD59-A6C34878D82A}">
                    <a16:rowId xmlns:a16="http://schemas.microsoft.com/office/drawing/2014/main" val="2161197711"/>
                  </a:ext>
                </a:extLst>
              </a:tr>
              <a:tr h="132360">
                <a:tc>
                  <a:txBody>
                    <a:bodyPr/>
                    <a:lstStyle/>
                    <a:p>
                      <a:pPr algn="ctr" fontAlgn="ctr"/>
                      <a:r>
                        <a:rPr lang="en-US" sz="800" u="none" strike="noStrike">
                          <a:effectLst/>
                        </a:rPr>
                        <a:t>27</a:t>
                      </a:r>
                      <a:endParaRPr lang="en-US" sz="800" b="0" i="0" u="none" strike="noStrike">
                        <a:solidFill>
                          <a:srgbClr val="000000"/>
                        </a:solidFill>
                        <a:effectLst/>
                        <a:latin typeface="Aptos Narrow" panose="020B0004020202020204" pitchFamily="34" charset="0"/>
                      </a:endParaRPr>
                    </a:p>
                  </a:txBody>
                  <a:tcPr marL="5515" marR="5515" marT="5515" marB="0" anchor="ctr"/>
                </a:tc>
                <a:tc>
                  <a:txBody>
                    <a:bodyPr/>
                    <a:lstStyle/>
                    <a:p>
                      <a:pPr algn="ctr" fontAlgn="ctr"/>
                      <a:r>
                        <a:rPr lang="en-US" sz="800" u="none" strike="noStrike">
                          <a:effectLst/>
                        </a:rPr>
                        <a:t>91</a:t>
                      </a:r>
                      <a:endParaRPr lang="en-US" sz="800" b="0" i="0" u="none" strike="noStrike">
                        <a:solidFill>
                          <a:srgbClr val="000000"/>
                        </a:solidFill>
                        <a:effectLst/>
                        <a:latin typeface="Aptos Narrow" panose="020B0004020202020204" pitchFamily="34" charset="0"/>
                      </a:endParaRPr>
                    </a:p>
                  </a:txBody>
                  <a:tcPr marL="5515" marR="5515" marT="5515" marB="0" anchor="ctr"/>
                </a:tc>
                <a:tc>
                  <a:txBody>
                    <a:bodyPr/>
                    <a:lstStyle/>
                    <a:p>
                      <a:pPr algn="ctr" fontAlgn="ctr"/>
                      <a:r>
                        <a:rPr lang="en-US" sz="800" u="none" strike="noStrike">
                          <a:effectLst/>
                        </a:rPr>
                        <a:t>89</a:t>
                      </a:r>
                      <a:endParaRPr lang="en-US" sz="800" b="0" i="0" u="none" strike="noStrike">
                        <a:solidFill>
                          <a:srgbClr val="000000"/>
                        </a:solidFill>
                        <a:effectLst/>
                        <a:latin typeface="Aptos Narrow" panose="020B0004020202020204" pitchFamily="34" charset="0"/>
                      </a:endParaRPr>
                    </a:p>
                  </a:txBody>
                  <a:tcPr marL="5515" marR="5515" marT="5515" marB="0" anchor="ctr"/>
                </a:tc>
                <a:extLst>
                  <a:ext uri="{0D108BD9-81ED-4DB2-BD59-A6C34878D82A}">
                    <a16:rowId xmlns:a16="http://schemas.microsoft.com/office/drawing/2014/main" val="3790337715"/>
                  </a:ext>
                </a:extLst>
              </a:tr>
              <a:tr h="132360">
                <a:tc>
                  <a:txBody>
                    <a:bodyPr/>
                    <a:lstStyle/>
                    <a:p>
                      <a:pPr algn="ctr" fontAlgn="ctr"/>
                      <a:r>
                        <a:rPr lang="en-US" sz="800" u="none" strike="noStrike">
                          <a:effectLst/>
                        </a:rPr>
                        <a:t>28</a:t>
                      </a:r>
                      <a:endParaRPr lang="en-US" sz="800" b="0" i="0" u="none" strike="noStrike">
                        <a:solidFill>
                          <a:srgbClr val="000000"/>
                        </a:solidFill>
                        <a:effectLst/>
                        <a:latin typeface="Aptos Narrow" panose="020B0004020202020204" pitchFamily="34" charset="0"/>
                      </a:endParaRPr>
                    </a:p>
                  </a:txBody>
                  <a:tcPr marL="5515" marR="5515" marT="5515" marB="0" anchor="ctr"/>
                </a:tc>
                <a:tc>
                  <a:txBody>
                    <a:bodyPr/>
                    <a:lstStyle/>
                    <a:p>
                      <a:pPr algn="ctr" fontAlgn="ctr"/>
                      <a:r>
                        <a:rPr lang="en-US" sz="800" u="none" strike="noStrike">
                          <a:effectLst/>
                        </a:rPr>
                        <a:t>68</a:t>
                      </a:r>
                      <a:endParaRPr lang="en-US" sz="800" b="0" i="0" u="none" strike="noStrike">
                        <a:solidFill>
                          <a:srgbClr val="000000"/>
                        </a:solidFill>
                        <a:effectLst/>
                        <a:latin typeface="Aptos Narrow" panose="020B0004020202020204" pitchFamily="34" charset="0"/>
                      </a:endParaRPr>
                    </a:p>
                  </a:txBody>
                  <a:tcPr marL="5515" marR="5515" marT="5515" marB="0" anchor="ctr"/>
                </a:tc>
                <a:tc>
                  <a:txBody>
                    <a:bodyPr/>
                    <a:lstStyle/>
                    <a:p>
                      <a:pPr algn="ctr" fontAlgn="ctr"/>
                      <a:r>
                        <a:rPr lang="en-US" sz="800" u="none" strike="noStrike">
                          <a:effectLst/>
                        </a:rPr>
                        <a:t>69</a:t>
                      </a:r>
                      <a:endParaRPr lang="en-US" sz="800" b="0" i="0" u="none" strike="noStrike">
                        <a:solidFill>
                          <a:srgbClr val="000000"/>
                        </a:solidFill>
                        <a:effectLst/>
                        <a:latin typeface="Aptos Narrow" panose="020B0004020202020204" pitchFamily="34" charset="0"/>
                      </a:endParaRPr>
                    </a:p>
                  </a:txBody>
                  <a:tcPr marL="5515" marR="5515" marT="5515" marB="0" anchor="ctr"/>
                </a:tc>
                <a:extLst>
                  <a:ext uri="{0D108BD9-81ED-4DB2-BD59-A6C34878D82A}">
                    <a16:rowId xmlns:a16="http://schemas.microsoft.com/office/drawing/2014/main" val="1160386364"/>
                  </a:ext>
                </a:extLst>
              </a:tr>
              <a:tr h="132360">
                <a:tc>
                  <a:txBody>
                    <a:bodyPr/>
                    <a:lstStyle/>
                    <a:p>
                      <a:pPr algn="ctr" fontAlgn="ctr"/>
                      <a:r>
                        <a:rPr lang="en-US" sz="800" u="none" strike="noStrike">
                          <a:effectLst/>
                        </a:rPr>
                        <a:t>29</a:t>
                      </a:r>
                      <a:endParaRPr lang="en-US" sz="800" b="0" i="0" u="none" strike="noStrike">
                        <a:solidFill>
                          <a:srgbClr val="000000"/>
                        </a:solidFill>
                        <a:effectLst/>
                        <a:latin typeface="Aptos Narrow" panose="020B0004020202020204" pitchFamily="34" charset="0"/>
                      </a:endParaRPr>
                    </a:p>
                  </a:txBody>
                  <a:tcPr marL="5515" marR="5515" marT="5515" marB="0" anchor="ctr"/>
                </a:tc>
                <a:tc>
                  <a:txBody>
                    <a:bodyPr/>
                    <a:lstStyle/>
                    <a:p>
                      <a:pPr algn="ctr" fontAlgn="ctr"/>
                      <a:r>
                        <a:rPr lang="en-US" sz="800" u="none" strike="noStrike">
                          <a:effectLst/>
                        </a:rPr>
                        <a:t>72</a:t>
                      </a:r>
                      <a:endParaRPr lang="en-US" sz="800" b="0" i="0" u="none" strike="noStrike">
                        <a:solidFill>
                          <a:srgbClr val="000000"/>
                        </a:solidFill>
                        <a:effectLst/>
                        <a:latin typeface="Aptos Narrow" panose="020B0004020202020204" pitchFamily="34" charset="0"/>
                      </a:endParaRPr>
                    </a:p>
                  </a:txBody>
                  <a:tcPr marL="5515" marR="5515" marT="5515" marB="0" anchor="ctr"/>
                </a:tc>
                <a:tc>
                  <a:txBody>
                    <a:bodyPr/>
                    <a:lstStyle/>
                    <a:p>
                      <a:pPr algn="ctr" fontAlgn="ctr"/>
                      <a:r>
                        <a:rPr lang="en-US" sz="800" u="none" strike="noStrike">
                          <a:effectLst/>
                        </a:rPr>
                        <a:t>72</a:t>
                      </a:r>
                      <a:endParaRPr lang="en-US" sz="800" b="0" i="0" u="none" strike="noStrike">
                        <a:solidFill>
                          <a:srgbClr val="000000"/>
                        </a:solidFill>
                        <a:effectLst/>
                        <a:latin typeface="Aptos Narrow" panose="020B0004020202020204" pitchFamily="34" charset="0"/>
                      </a:endParaRPr>
                    </a:p>
                  </a:txBody>
                  <a:tcPr marL="5515" marR="5515" marT="5515" marB="0" anchor="ctr"/>
                </a:tc>
                <a:extLst>
                  <a:ext uri="{0D108BD9-81ED-4DB2-BD59-A6C34878D82A}">
                    <a16:rowId xmlns:a16="http://schemas.microsoft.com/office/drawing/2014/main" val="4237353813"/>
                  </a:ext>
                </a:extLst>
              </a:tr>
              <a:tr h="132360">
                <a:tc>
                  <a:txBody>
                    <a:bodyPr/>
                    <a:lstStyle/>
                    <a:p>
                      <a:pPr algn="ctr" fontAlgn="ctr"/>
                      <a:r>
                        <a:rPr lang="en-US" sz="800" u="none" strike="noStrike">
                          <a:effectLst/>
                        </a:rPr>
                        <a:t>30</a:t>
                      </a:r>
                      <a:endParaRPr lang="en-US" sz="800" b="0" i="0" u="none" strike="noStrike">
                        <a:solidFill>
                          <a:srgbClr val="000000"/>
                        </a:solidFill>
                        <a:effectLst/>
                        <a:latin typeface="Aptos Narrow" panose="020B0004020202020204" pitchFamily="34" charset="0"/>
                      </a:endParaRPr>
                    </a:p>
                  </a:txBody>
                  <a:tcPr marL="5515" marR="5515" marT="5515" marB="0" anchor="ctr"/>
                </a:tc>
                <a:tc>
                  <a:txBody>
                    <a:bodyPr/>
                    <a:lstStyle/>
                    <a:p>
                      <a:pPr algn="ctr" fontAlgn="ctr"/>
                      <a:r>
                        <a:rPr lang="en-US" sz="800" u="none" strike="noStrike">
                          <a:effectLst/>
                        </a:rPr>
                        <a:t>87</a:t>
                      </a:r>
                      <a:endParaRPr lang="en-US" sz="800" b="0" i="0" u="none" strike="noStrike">
                        <a:solidFill>
                          <a:srgbClr val="000000"/>
                        </a:solidFill>
                        <a:effectLst/>
                        <a:latin typeface="Aptos Narrow" panose="020B0004020202020204" pitchFamily="34" charset="0"/>
                      </a:endParaRPr>
                    </a:p>
                  </a:txBody>
                  <a:tcPr marL="5515" marR="5515" marT="5515" marB="0" anchor="ctr"/>
                </a:tc>
                <a:tc>
                  <a:txBody>
                    <a:bodyPr/>
                    <a:lstStyle/>
                    <a:p>
                      <a:pPr algn="ctr" fontAlgn="ctr"/>
                      <a:r>
                        <a:rPr lang="en-US" sz="800" u="none" strike="noStrike" dirty="0">
                          <a:effectLst/>
                        </a:rPr>
                        <a:t>93</a:t>
                      </a:r>
                      <a:endParaRPr lang="en-US" sz="800" b="0" i="0" u="none" strike="noStrike" dirty="0">
                        <a:solidFill>
                          <a:srgbClr val="000000"/>
                        </a:solidFill>
                        <a:effectLst/>
                        <a:latin typeface="Aptos Narrow" panose="020B0004020202020204" pitchFamily="34" charset="0"/>
                      </a:endParaRPr>
                    </a:p>
                  </a:txBody>
                  <a:tcPr marL="5515" marR="5515" marT="5515" marB="0" anchor="ctr"/>
                </a:tc>
                <a:extLst>
                  <a:ext uri="{0D108BD9-81ED-4DB2-BD59-A6C34878D82A}">
                    <a16:rowId xmlns:a16="http://schemas.microsoft.com/office/drawing/2014/main" val="2098054352"/>
                  </a:ext>
                </a:extLst>
              </a:tr>
            </a:tbl>
          </a:graphicData>
        </a:graphic>
      </p:graphicFrame>
    </p:spTree>
    <p:extLst>
      <p:ext uri="{BB962C8B-B14F-4D97-AF65-F5344CB8AC3E}">
        <p14:creationId xmlns:p14="http://schemas.microsoft.com/office/powerpoint/2010/main" val="2680231355"/>
      </p:ext>
    </p:extLst>
  </p:cSld>
  <p:clrMapOvr>
    <a:masterClrMapping/>
  </p:clrMapOvr>
  <p:transition spd="med">
    <p:pull/>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 name="Picture 18">
            <a:extLst>
              <a:ext uri="{FF2B5EF4-FFF2-40B4-BE49-F238E27FC236}">
                <a16:creationId xmlns:a16="http://schemas.microsoft.com/office/drawing/2014/main" id="{7A39AD4B-4D24-ACC6-6BD3-6C65778F81C7}"/>
              </a:ext>
            </a:extLst>
          </p:cNvPr>
          <p:cNvPicPr>
            <a:picLocks noChangeAspect="1"/>
          </p:cNvPicPr>
          <p:nvPr/>
        </p:nvPicPr>
        <p:blipFill>
          <a:blip r:embed="rId2"/>
          <a:stretch>
            <a:fillRect/>
          </a:stretch>
        </p:blipFill>
        <p:spPr>
          <a:xfrm>
            <a:off x="2917308" y="1920397"/>
            <a:ext cx="4765341" cy="3248347"/>
          </a:xfrm>
          <a:prstGeom prst="rect">
            <a:avLst/>
          </a:prstGeom>
        </p:spPr>
      </p:pic>
      <p:sp>
        <p:nvSpPr>
          <p:cNvPr id="2" name="Title 1">
            <a:extLst>
              <a:ext uri="{FF2B5EF4-FFF2-40B4-BE49-F238E27FC236}">
                <a16:creationId xmlns:a16="http://schemas.microsoft.com/office/drawing/2014/main" id="{FF1B4821-12CC-C73F-FEEF-457E351A61EF}"/>
              </a:ext>
            </a:extLst>
          </p:cNvPr>
          <p:cNvSpPr>
            <a:spLocks noGrp="1"/>
          </p:cNvSpPr>
          <p:nvPr>
            <p:ph type="title"/>
          </p:nvPr>
        </p:nvSpPr>
        <p:spPr/>
        <p:txBody>
          <a:bodyPr>
            <a:normAutofit/>
          </a:bodyPr>
          <a:lstStyle/>
          <a:p>
            <a:r>
              <a:rPr lang="en-US" dirty="0"/>
              <a:t>Two Samples T-Test – Testing Dependent Groups (Paired T Test)</a:t>
            </a:r>
          </a:p>
        </p:txBody>
      </p:sp>
      <p:pic>
        <p:nvPicPr>
          <p:cNvPr id="8" name="Picture 6" descr="References">
            <a:hlinkClick r:id="rId3"/>
            <a:extLst>
              <a:ext uri="{FF2B5EF4-FFF2-40B4-BE49-F238E27FC236}">
                <a16:creationId xmlns:a16="http://schemas.microsoft.com/office/drawing/2014/main" id="{A234D96B-EB0A-B103-4FB0-0A3C61FDED7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177204" y="6266743"/>
            <a:ext cx="856068" cy="547884"/>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a:extLst>
              <a:ext uri="{FF2B5EF4-FFF2-40B4-BE49-F238E27FC236}">
                <a16:creationId xmlns:a16="http://schemas.microsoft.com/office/drawing/2014/main" id="{FDEB3F51-AE2B-96A9-9362-7D367C8FB89A}"/>
              </a:ext>
            </a:extLst>
          </p:cNvPr>
          <p:cNvPicPr>
            <a:picLocks noChangeAspect="1"/>
          </p:cNvPicPr>
          <p:nvPr/>
        </p:nvPicPr>
        <p:blipFill>
          <a:blip r:embed="rId5"/>
          <a:stretch>
            <a:fillRect/>
          </a:stretch>
        </p:blipFill>
        <p:spPr>
          <a:xfrm>
            <a:off x="143807" y="2677034"/>
            <a:ext cx="3492425" cy="1552850"/>
          </a:xfrm>
          <a:prstGeom prst="rect">
            <a:avLst/>
          </a:prstGeom>
        </p:spPr>
      </p:pic>
      <p:pic>
        <p:nvPicPr>
          <p:cNvPr id="21" name="Picture 20">
            <a:extLst>
              <a:ext uri="{FF2B5EF4-FFF2-40B4-BE49-F238E27FC236}">
                <a16:creationId xmlns:a16="http://schemas.microsoft.com/office/drawing/2014/main" id="{E23BC1C3-EEE3-C8E7-C34A-F5240AA4C56D}"/>
              </a:ext>
            </a:extLst>
          </p:cNvPr>
          <p:cNvPicPr>
            <a:picLocks noChangeAspect="1"/>
          </p:cNvPicPr>
          <p:nvPr/>
        </p:nvPicPr>
        <p:blipFill>
          <a:blip r:embed="rId6"/>
          <a:stretch>
            <a:fillRect/>
          </a:stretch>
        </p:blipFill>
        <p:spPr>
          <a:xfrm>
            <a:off x="7790606" y="1920397"/>
            <a:ext cx="3716211" cy="2475096"/>
          </a:xfrm>
          <a:prstGeom prst="rect">
            <a:avLst/>
          </a:prstGeom>
        </p:spPr>
      </p:pic>
      <p:sp>
        <p:nvSpPr>
          <p:cNvPr id="22" name="Oval 21">
            <a:extLst>
              <a:ext uri="{FF2B5EF4-FFF2-40B4-BE49-F238E27FC236}">
                <a16:creationId xmlns:a16="http://schemas.microsoft.com/office/drawing/2014/main" id="{BC14E9E9-A5A2-287B-C8A8-1C4F6346A4A8}"/>
              </a:ext>
            </a:extLst>
          </p:cNvPr>
          <p:cNvSpPr/>
          <p:nvPr/>
        </p:nvSpPr>
        <p:spPr>
          <a:xfrm>
            <a:off x="143807" y="2311716"/>
            <a:ext cx="350196" cy="36531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1</a:t>
            </a:r>
          </a:p>
        </p:txBody>
      </p:sp>
      <p:sp>
        <p:nvSpPr>
          <p:cNvPr id="23" name="Oval 22">
            <a:extLst>
              <a:ext uri="{FF2B5EF4-FFF2-40B4-BE49-F238E27FC236}">
                <a16:creationId xmlns:a16="http://schemas.microsoft.com/office/drawing/2014/main" id="{43835363-0B2E-484B-5A13-6241BCD2A9F1}"/>
              </a:ext>
            </a:extLst>
          </p:cNvPr>
          <p:cNvSpPr/>
          <p:nvPr/>
        </p:nvSpPr>
        <p:spPr>
          <a:xfrm>
            <a:off x="3074214" y="1597992"/>
            <a:ext cx="350196" cy="36531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2</a:t>
            </a:r>
          </a:p>
        </p:txBody>
      </p:sp>
      <p:sp>
        <p:nvSpPr>
          <p:cNvPr id="24" name="Oval 23">
            <a:extLst>
              <a:ext uri="{FF2B5EF4-FFF2-40B4-BE49-F238E27FC236}">
                <a16:creationId xmlns:a16="http://schemas.microsoft.com/office/drawing/2014/main" id="{39426CB7-AD12-588E-F9F1-7151852DC150}"/>
              </a:ext>
            </a:extLst>
          </p:cNvPr>
          <p:cNvSpPr/>
          <p:nvPr/>
        </p:nvSpPr>
        <p:spPr>
          <a:xfrm>
            <a:off x="7839555" y="1628990"/>
            <a:ext cx="350196" cy="36531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3</a:t>
            </a:r>
          </a:p>
        </p:txBody>
      </p:sp>
      <p:sp>
        <p:nvSpPr>
          <p:cNvPr id="25" name="TextBox 24">
            <a:extLst>
              <a:ext uri="{FF2B5EF4-FFF2-40B4-BE49-F238E27FC236}">
                <a16:creationId xmlns:a16="http://schemas.microsoft.com/office/drawing/2014/main" id="{AE9BB58F-2DA8-FCB6-055C-131C199452D0}"/>
              </a:ext>
            </a:extLst>
          </p:cNvPr>
          <p:cNvSpPr txBox="1"/>
          <p:nvPr/>
        </p:nvSpPr>
        <p:spPr>
          <a:xfrm>
            <a:off x="929276" y="5400229"/>
            <a:ext cx="10594758" cy="1200329"/>
          </a:xfrm>
          <a:prstGeom prst="rect">
            <a:avLst/>
          </a:prstGeom>
          <a:noFill/>
        </p:spPr>
        <p:txBody>
          <a:bodyPr wrap="square">
            <a:spAutoFit/>
          </a:bodyPr>
          <a:lstStyle/>
          <a:p>
            <a:pPr marL="285750" indent="-285750">
              <a:buFont typeface="Arial" panose="020B0604020202020204" pitchFamily="34" charset="0"/>
              <a:buChar char="•"/>
            </a:pPr>
            <a:r>
              <a:rPr lang="en-US" dirty="0"/>
              <a:t>Based on the sample data and the test statistic, we found that there is a statistically significant difference between the before and after score, the after score (score2) is higher than score1.</a:t>
            </a:r>
          </a:p>
          <a:p>
            <a:pPr marL="285750" indent="-285750">
              <a:buFont typeface="Arial" panose="020B0604020202020204" pitchFamily="34" charset="0"/>
              <a:buChar char="•"/>
            </a:pPr>
            <a:r>
              <a:rPr lang="en-US" dirty="0"/>
              <a:t>This finding is supported by the test statistic and the p-value, therefore we REJECT the null hypothesis, and we conclude that the online tutorial helped students in enhancing their exam performance.</a:t>
            </a:r>
          </a:p>
        </p:txBody>
      </p:sp>
    </p:spTree>
    <p:extLst>
      <p:ext uri="{BB962C8B-B14F-4D97-AF65-F5344CB8AC3E}">
        <p14:creationId xmlns:p14="http://schemas.microsoft.com/office/powerpoint/2010/main" val="3605011436"/>
      </p:ext>
    </p:extLst>
  </p:cSld>
  <p:clrMapOvr>
    <a:masterClrMapping/>
  </p:clrMapOvr>
  <p:transition spd="med">
    <p:pull/>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1B4821-12CC-C73F-FEEF-457E351A61EF}"/>
              </a:ext>
            </a:extLst>
          </p:cNvPr>
          <p:cNvSpPr>
            <a:spLocks noGrp="1"/>
          </p:cNvSpPr>
          <p:nvPr>
            <p:ph type="title"/>
          </p:nvPr>
        </p:nvSpPr>
        <p:spPr/>
        <p:txBody>
          <a:bodyPr>
            <a:noAutofit/>
          </a:bodyPr>
          <a:lstStyle/>
          <a:p>
            <a:pPr algn="ctr"/>
            <a:r>
              <a:rPr lang="en-US" sz="2400" dirty="0"/>
              <a:t>Two Samples T-Test – Testing Independent Groups (Unpaired T Test)</a:t>
            </a:r>
            <a:br>
              <a:rPr lang="en-US" sz="2400" dirty="0"/>
            </a:br>
            <a:r>
              <a:rPr lang="en-US" sz="2400" dirty="0"/>
              <a:t>(variance assumed to be equal)</a:t>
            </a:r>
          </a:p>
        </p:txBody>
      </p:sp>
      <p:pic>
        <p:nvPicPr>
          <p:cNvPr id="8" name="Picture 6" descr="References">
            <a:hlinkClick r:id="rId2"/>
            <a:extLst>
              <a:ext uri="{FF2B5EF4-FFF2-40B4-BE49-F238E27FC236}">
                <a16:creationId xmlns:a16="http://schemas.microsoft.com/office/drawing/2014/main" id="{A234D96B-EB0A-B103-4FB0-0A3C61FDED7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177204" y="6266743"/>
            <a:ext cx="856068" cy="547884"/>
          </a:xfrm>
          <a:prstGeom prst="rect">
            <a:avLst/>
          </a:prstGeom>
          <a:noFill/>
          <a:extLst>
            <a:ext uri="{909E8E84-426E-40DD-AFC4-6F175D3DCCD1}">
              <a14:hiddenFill xmlns:a14="http://schemas.microsoft.com/office/drawing/2010/main">
                <a:solidFill>
                  <a:srgbClr val="FFFFFF"/>
                </a:solidFill>
              </a14:hiddenFill>
            </a:ext>
          </a:extLst>
        </p:spPr>
      </p:pic>
      <p:sp>
        <p:nvSpPr>
          <p:cNvPr id="10" name="Content Placeholder 5">
            <a:extLst>
              <a:ext uri="{FF2B5EF4-FFF2-40B4-BE49-F238E27FC236}">
                <a16:creationId xmlns:a16="http://schemas.microsoft.com/office/drawing/2014/main" id="{91688D97-1A51-3B1C-E6E8-1BE8C7450D74}"/>
              </a:ext>
            </a:extLst>
          </p:cNvPr>
          <p:cNvSpPr txBox="1">
            <a:spLocks/>
          </p:cNvSpPr>
          <p:nvPr/>
        </p:nvSpPr>
        <p:spPr>
          <a:xfrm>
            <a:off x="838199" y="1706007"/>
            <a:ext cx="8060141" cy="4991039"/>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In this section we perform a hypothesis test for the means of two populations. </a:t>
            </a:r>
          </a:p>
          <a:p>
            <a:r>
              <a:rPr lang="en-US" dirty="0"/>
              <a:t>We examine the mean annual salary (in Euro) of graduates.</a:t>
            </a:r>
          </a:p>
          <a:p>
            <a:r>
              <a:rPr lang="en-US" dirty="0"/>
              <a:t>The first population consist of male students and the second population of female students. </a:t>
            </a:r>
          </a:p>
          <a:p>
            <a:r>
              <a:rPr lang="en-US" dirty="0"/>
              <a:t>The standard deviations of the two populations are unknown but assumed to be equal.</a:t>
            </a:r>
          </a:p>
          <a:p>
            <a:r>
              <a:rPr lang="en-US" dirty="0"/>
              <a:t>The question is, whether there is a difference (at α 5%) in the mean annual salary of graduates related to gender (two tailed test)</a:t>
            </a:r>
          </a:p>
          <a:p>
            <a:pPr marL="1147763" indent="0">
              <a:lnSpc>
                <a:spcPct val="150000"/>
              </a:lnSpc>
              <a:buNone/>
            </a:pPr>
            <a:endParaRPr lang="en-US" b="0" i="1" dirty="0">
              <a:solidFill>
                <a:srgbClr val="002060"/>
              </a:solidFill>
            </a:endParaRPr>
          </a:p>
          <a:p>
            <a:pPr marL="1147763" indent="0">
              <a:lnSpc>
                <a:spcPct val="150000"/>
              </a:lnSpc>
              <a:buNone/>
            </a:pPr>
            <a:endParaRPr lang="en-US" sz="2400" b="0" i="1" dirty="0">
              <a:solidFill>
                <a:srgbClr val="002060"/>
              </a:solidFill>
            </a:endParaRPr>
          </a:p>
          <a:p>
            <a:endParaRPr lang="en-US" dirty="0"/>
          </a:p>
          <a:p>
            <a:endParaRPr lang="en-US" dirty="0"/>
          </a:p>
          <a:p>
            <a:endParaRPr lang="en-US" dirty="0"/>
          </a:p>
        </p:txBody>
      </p:sp>
      <p:graphicFrame>
        <p:nvGraphicFramePr>
          <p:cNvPr id="15" name="Content Placeholder 14">
            <a:extLst>
              <a:ext uri="{FF2B5EF4-FFF2-40B4-BE49-F238E27FC236}">
                <a16:creationId xmlns:a16="http://schemas.microsoft.com/office/drawing/2014/main" id="{911692C0-7FB7-8202-616D-E34CE5FCEB99}"/>
              </a:ext>
            </a:extLst>
          </p:cNvPr>
          <p:cNvGraphicFramePr>
            <a:graphicFrameLocks noGrp="1"/>
          </p:cNvGraphicFramePr>
          <p:nvPr>
            <p:ph idx="1"/>
            <p:extLst>
              <p:ext uri="{D42A27DB-BD31-4B8C-83A1-F6EECF244321}">
                <p14:modId xmlns:p14="http://schemas.microsoft.com/office/powerpoint/2010/main" val="2606200097"/>
              </p:ext>
            </p:extLst>
          </p:nvPr>
        </p:nvGraphicFramePr>
        <p:xfrm>
          <a:off x="9156924" y="1692328"/>
          <a:ext cx="2196876" cy="4604173"/>
        </p:xfrm>
        <a:graphic>
          <a:graphicData uri="http://schemas.openxmlformats.org/drawingml/2006/table">
            <a:tbl>
              <a:tblPr>
                <a:tableStyleId>{5C22544A-7EE6-4342-B048-85BDC9FD1C3A}</a:tableStyleId>
              </a:tblPr>
              <a:tblGrid>
                <a:gridCol w="504546">
                  <a:extLst>
                    <a:ext uri="{9D8B030D-6E8A-4147-A177-3AD203B41FA5}">
                      <a16:colId xmlns:a16="http://schemas.microsoft.com/office/drawing/2014/main" val="3873088872"/>
                    </a:ext>
                  </a:extLst>
                </a:gridCol>
                <a:gridCol w="746307">
                  <a:extLst>
                    <a:ext uri="{9D8B030D-6E8A-4147-A177-3AD203B41FA5}">
                      <a16:colId xmlns:a16="http://schemas.microsoft.com/office/drawing/2014/main" val="2109336484"/>
                    </a:ext>
                  </a:extLst>
                </a:gridCol>
                <a:gridCol w="946023">
                  <a:extLst>
                    <a:ext uri="{9D8B030D-6E8A-4147-A177-3AD203B41FA5}">
                      <a16:colId xmlns:a16="http://schemas.microsoft.com/office/drawing/2014/main" val="40569122"/>
                    </a:ext>
                  </a:extLst>
                </a:gridCol>
              </a:tblGrid>
              <a:tr h="285157">
                <a:tc>
                  <a:txBody>
                    <a:bodyPr/>
                    <a:lstStyle/>
                    <a:p>
                      <a:pPr algn="l" fontAlgn="b"/>
                      <a:endParaRPr lang="en-US" sz="900" b="0" i="0" u="none" strike="noStrike">
                        <a:solidFill>
                          <a:srgbClr val="000000"/>
                        </a:solidFill>
                        <a:effectLst/>
                        <a:latin typeface="Aptos Narrow" panose="020B0004020202020204" pitchFamily="34" charset="0"/>
                      </a:endParaRPr>
                    </a:p>
                  </a:txBody>
                  <a:tcPr marL="6482" marR="6482" marT="6482" marB="0" anchor="b"/>
                </a:tc>
                <a:tc>
                  <a:txBody>
                    <a:bodyPr/>
                    <a:lstStyle/>
                    <a:p>
                      <a:pPr algn="ctr" fontAlgn="ctr"/>
                      <a:r>
                        <a:rPr lang="en-US" sz="900" u="none" strike="noStrike">
                          <a:effectLst/>
                        </a:rPr>
                        <a:t>Male Random Sample</a:t>
                      </a:r>
                      <a:endParaRPr lang="en-US" sz="900" b="0" i="0" u="none" strike="noStrike">
                        <a:solidFill>
                          <a:srgbClr val="000000"/>
                        </a:solidFill>
                        <a:effectLst/>
                        <a:latin typeface="Aptos Narrow" panose="020B0004020202020204" pitchFamily="34" charset="0"/>
                      </a:endParaRPr>
                    </a:p>
                  </a:txBody>
                  <a:tcPr marL="6482" marR="6482" marT="6482" marB="0" anchor="ctr"/>
                </a:tc>
                <a:tc>
                  <a:txBody>
                    <a:bodyPr/>
                    <a:lstStyle/>
                    <a:p>
                      <a:pPr algn="ctr" fontAlgn="ctr"/>
                      <a:r>
                        <a:rPr lang="en-US" sz="900" u="none" strike="noStrike">
                          <a:effectLst/>
                        </a:rPr>
                        <a:t>Female Random Sample</a:t>
                      </a:r>
                      <a:endParaRPr lang="en-US" sz="900" b="0" i="0" u="none" strike="noStrike">
                        <a:solidFill>
                          <a:srgbClr val="000000"/>
                        </a:solidFill>
                        <a:effectLst/>
                        <a:latin typeface="Aptos Narrow" panose="020B0004020202020204" pitchFamily="34" charset="0"/>
                      </a:endParaRPr>
                    </a:p>
                  </a:txBody>
                  <a:tcPr marL="6482" marR="6482" marT="6482" marB="0" anchor="ctr"/>
                </a:tc>
                <a:extLst>
                  <a:ext uri="{0D108BD9-81ED-4DB2-BD59-A6C34878D82A}">
                    <a16:rowId xmlns:a16="http://schemas.microsoft.com/office/drawing/2014/main" val="633407917"/>
                  </a:ext>
                </a:extLst>
              </a:tr>
              <a:tr h="142579">
                <a:tc>
                  <a:txBody>
                    <a:bodyPr/>
                    <a:lstStyle/>
                    <a:p>
                      <a:pPr algn="ctr" fontAlgn="ctr"/>
                      <a:r>
                        <a:rPr lang="en-US" sz="900" u="none" strike="noStrike">
                          <a:effectLst/>
                        </a:rPr>
                        <a:t>1</a:t>
                      </a:r>
                      <a:endParaRPr lang="en-US" sz="900" b="0" i="0" u="none" strike="noStrike">
                        <a:solidFill>
                          <a:srgbClr val="000000"/>
                        </a:solidFill>
                        <a:effectLst/>
                        <a:latin typeface="Aptos Narrow" panose="020B0004020202020204" pitchFamily="34" charset="0"/>
                      </a:endParaRPr>
                    </a:p>
                  </a:txBody>
                  <a:tcPr marL="6482" marR="6482" marT="6482" marB="0" anchor="ctr"/>
                </a:tc>
                <a:tc>
                  <a:txBody>
                    <a:bodyPr/>
                    <a:lstStyle/>
                    <a:p>
                      <a:pPr algn="r" fontAlgn="b"/>
                      <a:r>
                        <a:rPr lang="en-US" sz="900" u="none" strike="noStrike">
                          <a:effectLst/>
                        </a:rPr>
                        <a:t>$39,647.68</a:t>
                      </a:r>
                      <a:endParaRPr lang="en-US" sz="900" b="0" i="0" u="none" strike="noStrike">
                        <a:solidFill>
                          <a:srgbClr val="000000"/>
                        </a:solidFill>
                        <a:effectLst/>
                        <a:latin typeface="Aptos Narrow" panose="020B0004020202020204" pitchFamily="34" charset="0"/>
                      </a:endParaRPr>
                    </a:p>
                  </a:txBody>
                  <a:tcPr marL="6482" marR="6482" marT="6482" marB="0" anchor="b"/>
                </a:tc>
                <a:tc>
                  <a:txBody>
                    <a:bodyPr/>
                    <a:lstStyle/>
                    <a:p>
                      <a:pPr algn="r" fontAlgn="b"/>
                      <a:r>
                        <a:rPr lang="en-US" sz="900" u="none" strike="noStrike">
                          <a:effectLst/>
                        </a:rPr>
                        <a:t>$29,543.60</a:t>
                      </a:r>
                      <a:endParaRPr lang="en-US" sz="900" b="0" i="0" u="none" strike="noStrike">
                        <a:solidFill>
                          <a:srgbClr val="000000"/>
                        </a:solidFill>
                        <a:effectLst/>
                        <a:latin typeface="Aptos Narrow" panose="020B0004020202020204" pitchFamily="34" charset="0"/>
                      </a:endParaRPr>
                    </a:p>
                  </a:txBody>
                  <a:tcPr marL="6482" marR="6482" marT="6482" marB="0" anchor="b"/>
                </a:tc>
                <a:extLst>
                  <a:ext uri="{0D108BD9-81ED-4DB2-BD59-A6C34878D82A}">
                    <a16:rowId xmlns:a16="http://schemas.microsoft.com/office/drawing/2014/main" val="3124054703"/>
                  </a:ext>
                </a:extLst>
              </a:tr>
              <a:tr h="148520">
                <a:tc>
                  <a:txBody>
                    <a:bodyPr/>
                    <a:lstStyle/>
                    <a:p>
                      <a:pPr algn="ctr" fontAlgn="ctr"/>
                      <a:r>
                        <a:rPr lang="en-US" sz="900" u="none" strike="noStrike">
                          <a:effectLst/>
                        </a:rPr>
                        <a:t>2</a:t>
                      </a:r>
                      <a:endParaRPr lang="en-US" sz="900" b="0" i="0" u="none" strike="noStrike">
                        <a:solidFill>
                          <a:srgbClr val="000000"/>
                        </a:solidFill>
                        <a:effectLst/>
                        <a:latin typeface="Aptos Narrow" panose="020B0004020202020204" pitchFamily="34" charset="0"/>
                      </a:endParaRPr>
                    </a:p>
                  </a:txBody>
                  <a:tcPr marL="6482" marR="6482" marT="6482" marB="0" anchor="ctr"/>
                </a:tc>
                <a:tc>
                  <a:txBody>
                    <a:bodyPr/>
                    <a:lstStyle/>
                    <a:p>
                      <a:pPr algn="r" fontAlgn="b"/>
                      <a:r>
                        <a:rPr lang="en-US" sz="900" u="none" strike="noStrike">
                          <a:effectLst/>
                        </a:rPr>
                        <a:t>$55,726.10</a:t>
                      </a:r>
                      <a:endParaRPr lang="en-US" sz="900" b="0" i="0" u="none" strike="noStrike">
                        <a:solidFill>
                          <a:srgbClr val="000000"/>
                        </a:solidFill>
                        <a:effectLst/>
                        <a:latin typeface="Aptos Narrow" panose="020B0004020202020204" pitchFamily="34" charset="0"/>
                      </a:endParaRPr>
                    </a:p>
                  </a:txBody>
                  <a:tcPr marL="6482" marR="6482" marT="6482" marB="0" anchor="b"/>
                </a:tc>
                <a:tc>
                  <a:txBody>
                    <a:bodyPr/>
                    <a:lstStyle/>
                    <a:p>
                      <a:pPr algn="r" fontAlgn="b"/>
                      <a:r>
                        <a:rPr lang="en-US" sz="900" u="none" strike="noStrike">
                          <a:effectLst/>
                        </a:rPr>
                        <a:t>$30,972.76</a:t>
                      </a:r>
                      <a:endParaRPr lang="en-US" sz="900" b="0" i="0" u="none" strike="noStrike">
                        <a:solidFill>
                          <a:srgbClr val="000000"/>
                        </a:solidFill>
                        <a:effectLst/>
                        <a:latin typeface="Aptos Narrow" panose="020B0004020202020204" pitchFamily="34" charset="0"/>
                      </a:endParaRPr>
                    </a:p>
                  </a:txBody>
                  <a:tcPr marL="6482" marR="6482" marT="6482" marB="0" anchor="b"/>
                </a:tc>
                <a:extLst>
                  <a:ext uri="{0D108BD9-81ED-4DB2-BD59-A6C34878D82A}">
                    <a16:rowId xmlns:a16="http://schemas.microsoft.com/office/drawing/2014/main" val="273324025"/>
                  </a:ext>
                </a:extLst>
              </a:tr>
              <a:tr h="142579">
                <a:tc>
                  <a:txBody>
                    <a:bodyPr/>
                    <a:lstStyle/>
                    <a:p>
                      <a:pPr algn="ctr" fontAlgn="ctr"/>
                      <a:r>
                        <a:rPr lang="en-US" sz="900" u="none" strike="noStrike">
                          <a:effectLst/>
                        </a:rPr>
                        <a:t>3</a:t>
                      </a:r>
                      <a:endParaRPr lang="en-US" sz="900" b="0" i="0" u="none" strike="noStrike">
                        <a:solidFill>
                          <a:srgbClr val="000000"/>
                        </a:solidFill>
                        <a:effectLst/>
                        <a:latin typeface="Aptos Narrow" panose="020B0004020202020204" pitchFamily="34" charset="0"/>
                      </a:endParaRPr>
                    </a:p>
                  </a:txBody>
                  <a:tcPr marL="6482" marR="6482" marT="6482" marB="0" anchor="ctr"/>
                </a:tc>
                <a:tc>
                  <a:txBody>
                    <a:bodyPr/>
                    <a:lstStyle/>
                    <a:p>
                      <a:pPr algn="r" fontAlgn="b"/>
                      <a:r>
                        <a:rPr lang="en-US" sz="900" u="none" strike="noStrike">
                          <a:effectLst/>
                        </a:rPr>
                        <a:t>$34,717.77</a:t>
                      </a:r>
                      <a:endParaRPr lang="en-US" sz="900" b="0" i="0" u="none" strike="noStrike">
                        <a:solidFill>
                          <a:srgbClr val="000000"/>
                        </a:solidFill>
                        <a:effectLst/>
                        <a:latin typeface="Aptos Narrow" panose="020B0004020202020204" pitchFamily="34" charset="0"/>
                      </a:endParaRPr>
                    </a:p>
                  </a:txBody>
                  <a:tcPr marL="6482" marR="6482" marT="6482" marB="0" anchor="b"/>
                </a:tc>
                <a:tc>
                  <a:txBody>
                    <a:bodyPr/>
                    <a:lstStyle/>
                    <a:p>
                      <a:pPr algn="r" fontAlgn="b"/>
                      <a:r>
                        <a:rPr lang="en-US" sz="900" u="none" strike="noStrike">
                          <a:effectLst/>
                        </a:rPr>
                        <a:t>$33,216.12</a:t>
                      </a:r>
                      <a:endParaRPr lang="en-US" sz="900" b="0" i="0" u="none" strike="noStrike">
                        <a:solidFill>
                          <a:srgbClr val="000000"/>
                        </a:solidFill>
                        <a:effectLst/>
                        <a:latin typeface="Aptos Narrow" panose="020B0004020202020204" pitchFamily="34" charset="0"/>
                      </a:endParaRPr>
                    </a:p>
                  </a:txBody>
                  <a:tcPr marL="6482" marR="6482" marT="6482" marB="0" anchor="b"/>
                </a:tc>
                <a:extLst>
                  <a:ext uri="{0D108BD9-81ED-4DB2-BD59-A6C34878D82A}">
                    <a16:rowId xmlns:a16="http://schemas.microsoft.com/office/drawing/2014/main" val="5077493"/>
                  </a:ext>
                </a:extLst>
              </a:tr>
              <a:tr h="142579">
                <a:tc>
                  <a:txBody>
                    <a:bodyPr/>
                    <a:lstStyle/>
                    <a:p>
                      <a:pPr algn="ctr" fontAlgn="ctr"/>
                      <a:r>
                        <a:rPr lang="en-US" sz="900" u="none" strike="noStrike">
                          <a:effectLst/>
                        </a:rPr>
                        <a:t>4</a:t>
                      </a:r>
                      <a:endParaRPr lang="en-US" sz="900" b="0" i="0" u="none" strike="noStrike">
                        <a:solidFill>
                          <a:srgbClr val="000000"/>
                        </a:solidFill>
                        <a:effectLst/>
                        <a:latin typeface="Aptos Narrow" panose="020B0004020202020204" pitchFamily="34" charset="0"/>
                      </a:endParaRPr>
                    </a:p>
                  </a:txBody>
                  <a:tcPr marL="6482" marR="6482" marT="6482" marB="0" anchor="ctr"/>
                </a:tc>
                <a:tc>
                  <a:txBody>
                    <a:bodyPr/>
                    <a:lstStyle/>
                    <a:p>
                      <a:pPr algn="r" fontAlgn="b"/>
                      <a:r>
                        <a:rPr lang="en-US" sz="900" u="none" strike="noStrike">
                          <a:effectLst/>
                        </a:rPr>
                        <a:t>$29,999.35</a:t>
                      </a:r>
                      <a:endParaRPr lang="en-US" sz="900" b="0" i="0" u="none" strike="noStrike">
                        <a:solidFill>
                          <a:srgbClr val="000000"/>
                        </a:solidFill>
                        <a:effectLst/>
                        <a:latin typeface="Aptos Narrow" panose="020B0004020202020204" pitchFamily="34" charset="0"/>
                      </a:endParaRPr>
                    </a:p>
                  </a:txBody>
                  <a:tcPr marL="6482" marR="6482" marT="6482" marB="0" anchor="b"/>
                </a:tc>
                <a:tc>
                  <a:txBody>
                    <a:bodyPr/>
                    <a:lstStyle/>
                    <a:p>
                      <a:pPr algn="r" fontAlgn="b"/>
                      <a:r>
                        <a:rPr lang="en-US" sz="900" u="none" strike="noStrike">
                          <a:effectLst/>
                        </a:rPr>
                        <a:t>$24,143.27</a:t>
                      </a:r>
                      <a:endParaRPr lang="en-US" sz="900" b="0" i="0" u="none" strike="noStrike">
                        <a:solidFill>
                          <a:srgbClr val="000000"/>
                        </a:solidFill>
                        <a:effectLst/>
                        <a:latin typeface="Aptos Narrow" panose="020B0004020202020204" pitchFamily="34" charset="0"/>
                      </a:endParaRPr>
                    </a:p>
                  </a:txBody>
                  <a:tcPr marL="6482" marR="6482" marT="6482" marB="0" anchor="b"/>
                </a:tc>
                <a:extLst>
                  <a:ext uri="{0D108BD9-81ED-4DB2-BD59-A6C34878D82A}">
                    <a16:rowId xmlns:a16="http://schemas.microsoft.com/office/drawing/2014/main" val="3232383522"/>
                  </a:ext>
                </a:extLst>
              </a:tr>
              <a:tr h="142579">
                <a:tc>
                  <a:txBody>
                    <a:bodyPr/>
                    <a:lstStyle/>
                    <a:p>
                      <a:pPr algn="ctr" fontAlgn="ctr"/>
                      <a:r>
                        <a:rPr lang="en-US" sz="900" u="none" strike="noStrike">
                          <a:effectLst/>
                        </a:rPr>
                        <a:t>5</a:t>
                      </a:r>
                      <a:endParaRPr lang="en-US" sz="900" b="0" i="0" u="none" strike="noStrike">
                        <a:solidFill>
                          <a:srgbClr val="000000"/>
                        </a:solidFill>
                        <a:effectLst/>
                        <a:latin typeface="Aptos Narrow" panose="020B0004020202020204" pitchFamily="34" charset="0"/>
                      </a:endParaRPr>
                    </a:p>
                  </a:txBody>
                  <a:tcPr marL="6482" marR="6482" marT="6482" marB="0" anchor="ctr"/>
                </a:tc>
                <a:tc>
                  <a:txBody>
                    <a:bodyPr/>
                    <a:lstStyle/>
                    <a:p>
                      <a:pPr algn="r" fontAlgn="b"/>
                      <a:r>
                        <a:rPr lang="en-US" sz="900" u="none" strike="noStrike">
                          <a:effectLst/>
                        </a:rPr>
                        <a:t>$50,763.66</a:t>
                      </a:r>
                      <a:endParaRPr lang="en-US" sz="900" b="0" i="0" u="none" strike="noStrike">
                        <a:solidFill>
                          <a:srgbClr val="000000"/>
                        </a:solidFill>
                        <a:effectLst/>
                        <a:latin typeface="Aptos Narrow" panose="020B0004020202020204" pitchFamily="34" charset="0"/>
                      </a:endParaRPr>
                    </a:p>
                  </a:txBody>
                  <a:tcPr marL="6482" marR="6482" marT="6482" marB="0" anchor="b"/>
                </a:tc>
                <a:tc>
                  <a:txBody>
                    <a:bodyPr/>
                    <a:lstStyle/>
                    <a:p>
                      <a:pPr algn="r" fontAlgn="b"/>
                      <a:r>
                        <a:rPr lang="en-US" sz="900" u="none" strike="noStrike">
                          <a:effectLst/>
                        </a:rPr>
                        <a:t>$40,466.69</a:t>
                      </a:r>
                      <a:endParaRPr lang="en-US" sz="900" b="0" i="0" u="none" strike="noStrike">
                        <a:solidFill>
                          <a:srgbClr val="000000"/>
                        </a:solidFill>
                        <a:effectLst/>
                        <a:latin typeface="Aptos Narrow" panose="020B0004020202020204" pitchFamily="34" charset="0"/>
                      </a:endParaRPr>
                    </a:p>
                  </a:txBody>
                  <a:tcPr marL="6482" marR="6482" marT="6482" marB="0" anchor="b"/>
                </a:tc>
                <a:extLst>
                  <a:ext uri="{0D108BD9-81ED-4DB2-BD59-A6C34878D82A}">
                    <a16:rowId xmlns:a16="http://schemas.microsoft.com/office/drawing/2014/main" val="803785430"/>
                  </a:ext>
                </a:extLst>
              </a:tr>
              <a:tr h="142579">
                <a:tc>
                  <a:txBody>
                    <a:bodyPr/>
                    <a:lstStyle/>
                    <a:p>
                      <a:pPr algn="ctr" fontAlgn="ctr"/>
                      <a:r>
                        <a:rPr lang="en-US" sz="900" u="none" strike="noStrike">
                          <a:effectLst/>
                        </a:rPr>
                        <a:t>6</a:t>
                      </a:r>
                      <a:endParaRPr lang="en-US" sz="900" b="0" i="0" u="none" strike="noStrike">
                        <a:solidFill>
                          <a:srgbClr val="000000"/>
                        </a:solidFill>
                        <a:effectLst/>
                        <a:latin typeface="Aptos Narrow" panose="020B0004020202020204" pitchFamily="34" charset="0"/>
                      </a:endParaRPr>
                    </a:p>
                  </a:txBody>
                  <a:tcPr marL="6482" marR="6482" marT="6482" marB="0" anchor="ctr"/>
                </a:tc>
                <a:tc>
                  <a:txBody>
                    <a:bodyPr/>
                    <a:lstStyle/>
                    <a:p>
                      <a:pPr algn="r" fontAlgn="b"/>
                      <a:r>
                        <a:rPr lang="en-US" sz="900" u="none" strike="noStrike">
                          <a:effectLst/>
                        </a:rPr>
                        <a:t>$52,433.73</a:t>
                      </a:r>
                      <a:endParaRPr lang="en-US" sz="900" b="0" i="0" u="none" strike="noStrike">
                        <a:solidFill>
                          <a:srgbClr val="000000"/>
                        </a:solidFill>
                        <a:effectLst/>
                        <a:latin typeface="Aptos Narrow" panose="020B0004020202020204" pitchFamily="34" charset="0"/>
                      </a:endParaRPr>
                    </a:p>
                  </a:txBody>
                  <a:tcPr marL="6482" marR="6482" marT="6482" marB="0" anchor="b"/>
                </a:tc>
                <a:tc>
                  <a:txBody>
                    <a:bodyPr/>
                    <a:lstStyle/>
                    <a:p>
                      <a:pPr algn="r" fontAlgn="b"/>
                      <a:r>
                        <a:rPr lang="en-US" sz="900" u="none" strike="noStrike">
                          <a:effectLst/>
                        </a:rPr>
                        <a:t>$29,543.60</a:t>
                      </a:r>
                      <a:endParaRPr lang="en-US" sz="900" b="0" i="0" u="none" strike="noStrike">
                        <a:solidFill>
                          <a:srgbClr val="000000"/>
                        </a:solidFill>
                        <a:effectLst/>
                        <a:latin typeface="Aptos Narrow" panose="020B0004020202020204" pitchFamily="34" charset="0"/>
                      </a:endParaRPr>
                    </a:p>
                  </a:txBody>
                  <a:tcPr marL="6482" marR="6482" marT="6482" marB="0" anchor="b"/>
                </a:tc>
                <a:extLst>
                  <a:ext uri="{0D108BD9-81ED-4DB2-BD59-A6C34878D82A}">
                    <a16:rowId xmlns:a16="http://schemas.microsoft.com/office/drawing/2014/main" val="1776393642"/>
                  </a:ext>
                </a:extLst>
              </a:tr>
              <a:tr h="142579">
                <a:tc>
                  <a:txBody>
                    <a:bodyPr/>
                    <a:lstStyle/>
                    <a:p>
                      <a:pPr algn="ctr" fontAlgn="ctr"/>
                      <a:r>
                        <a:rPr lang="en-US" sz="900" u="none" strike="noStrike">
                          <a:effectLst/>
                        </a:rPr>
                        <a:t>7</a:t>
                      </a:r>
                      <a:endParaRPr lang="en-US" sz="900" b="0" i="0" u="none" strike="noStrike">
                        <a:solidFill>
                          <a:srgbClr val="000000"/>
                        </a:solidFill>
                        <a:effectLst/>
                        <a:latin typeface="Aptos Narrow" panose="020B0004020202020204" pitchFamily="34" charset="0"/>
                      </a:endParaRPr>
                    </a:p>
                  </a:txBody>
                  <a:tcPr marL="6482" marR="6482" marT="6482" marB="0" anchor="ctr"/>
                </a:tc>
                <a:tc>
                  <a:txBody>
                    <a:bodyPr/>
                    <a:lstStyle/>
                    <a:p>
                      <a:pPr algn="r" fontAlgn="b"/>
                      <a:r>
                        <a:rPr lang="en-US" sz="900" u="none" strike="noStrike">
                          <a:effectLst/>
                        </a:rPr>
                        <a:t>$44,385.84</a:t>
                      </a:r>
                      <a:endParaRPr lang="en-US" sz="900" b="0" i="0" u="none" strike="noStrike">
                        <a:solidFill>
                          <a:srgbClr val="000000"/>
                        </a:solidFill>
                        <a:effectLst/>
                        <a:latin typeface="Aptos Narrow" panose="020B0004020202020204" pitchFamily="34" charset="0"/>
                      </a:endParaRPr>
                    </a:p>
                  </a:txBody>
                  <a:tcPr marL="6482" marR="6482" marT="6482" marB="0" anchor="b"/>
                </a:tc>
                <a:tc>
                  <a:txBody>
                    <a:bodyPr/>
                    <a:lstStyle/>
                    <a:p>
                      <a:pPr algn="r" fontAlgn="b"/>
                      <a:r>
                        <a:rPr lang="en-US" sz="900" u="none" strike="noStrike">
                          <a:effectLst/>
                        </a:rPr>
                        <a:t>$47,760.48</a:t>
                      </a:r>
                      <a:endParaRPr lang="en-US" sz="900" b="0" i="0" u="none" strike="noStrike">
                        <a:solidFill>
                          <a:srgbClr val="000000"/>
                        </a:solidFill>
                        <a:effectLst/>
                        <a:latin typeface="Aptos Narrow" panose="020B0004020202020204" pitchFamily="34" charset="0"/>
                      </a:endParaRPr>
                    </a:p>
                  </a:txBody>
                  <a:tcPr marL="6482" marR="6482" marT="6482" marB="0" anchor="b"/>
                </a:tc>
                <a:extLst>
                  <a:ext uri="{0D108BD9-81ED-4DB2-BD59-A6C34878D82A}">
                    <a16:rowId xmlns:a16="http://schemas.microsoft.com/office/drawing/2014/main" val="3774097778"/>
                  </a:ext>
                </a:extLst>
              </a:tr>
              <a:tr h="142579">
                <a:tc>
                  <a:txBody>
                    <a:bodyPr/>
                    <a:lstStyle/>
                    <a:p>
                      <a:pPr algn="ctr" fontAlgn="ctr"/>
                      <a:r>
                        <a:rPr lang="en-US" sz="900" u="none" strike="noStrike">
                          <a:effectLst/>
                        </a:rPr>
                        <a:t>8</a:t>
                      </a:r>
                      <a:endParaRPr lang="en-US" sz="900" b="0" i="0" u="none" strike="noStrike">
                        <a:solidFill>
                          <a:srgbClr val="000000"/>
                        </a:solidFill>
                        <a:effectLst/>
                        <a:latin typeface="Aptos Narrow" panose="020B0004020202020204" pitchFamily="34" charset="0"/>
                      </a:endParaRPr>
                    </a:p>
                  </a:txBody>
                  <a:tcPr marL="6482" marR="6482" marT="6482" marB="0" anchor="ctr"/>
                </a:tc>
                <a:tc>
                  <a:txBody>
                    <a:bodyPr/>
                    <a:lstStyle/>
                    <a:p>
                      <a:pPr algn="r" fontAlgn="b"/>
                      <a:r>
                        <a:rPr lang="en-US" sz="900" u="none" strike="noStrike">
                          <a:effectLst/>
                        </a:rPr>
                        <a:t>$36,599.27</a:t>
                      </a:r>
                      <a:endParaRPr lang="en-US" sz="900" b="0" i="0" u="none" strike="noStrike">
                        <a:solidFill>
                          <a:srgbClr val="000000"/>
                        </a:solidFill>
                        <a:effectLst/>
                        <a:latin typeface="Aptos Narrow" panose="020B0004020202020204" pitchFamily="34" charset="0"/>
                      </a:endParaRPr>
                    </a:p>
                  </a:txBody>
                  <a:tcPr marL="6482" marR="6482" marT="6482" marB="0" anchor="b"/>
                </a:tc>
                <a:tc>
                  <a:txBody>
                    <a:bodyPr/>
                    <a:lstStyle/>
                    <a:p>
                      <a:pPr algn="r" fontAlgn="b"/>
                      <a:r>
                        <a:rPr lang="en-US" sz="900" u="none" strike="noStrike">
                          <a:effectLst/>
                        </a:rPr>
                        <a:t>$45,054.95</a:t>
                      </a:r>
                      <a:endParaRPr lang="en-US" sz="900" b="0" i="0" u="none" strike="noStrike">
                        <a:solidFill>
                          <a:srgbClr val="000000"/>
                        </a:solidFill>
                        <a:effectLst/>
                        <a:latin typeface="Aptos Narrow" panose="020B0004020202020204" pitchFamily="34" charset="0"/>
                      </a:endParaRPr>
                    </a:p>
                  </a:txBody>
                  <a:tcPr marL="6482" marR="6482" marT="6482" marB="0" anchor="b"/>
                </a:tc>
                <a:extLst>
                  <a:ext uri="{0D108BD9-81ED-4DB2-BD59-A6C34878D82A}">
                    <a16:rowId xmlns:a16="http://schemas.microsoft.com/office/drawing/2014/main" val="889444324"/>
                  </a:ext>
                </a:extLst>
              </a:tr>
              <a:tr h="142579">
                <a:tc>
                  <a:txBody>
                    <a:bodyPr/>
                    <a:lstStyle/>
                    <a:p>
                      <a:pPr algn="ctr" fontAlgn="ctr"/>
                      <a:r>
                        <a:rPr lang="en-US" sz="900" u="none" strike="noStrike">
                          <a:effectLst/>
                        </a:rPr>
                        <a:t>9</a:t>
                      </a:r>
                      <a:endParaRPr lang="en-US" sz="900" b="0" i="0" u="none" strike="noStrike">
                        <a:solidFill>
                          <a:srgbClr val="000000"/>
                        </a:solidFill>
                        <a:effectLst/>
                        <a:latin typeface="Aptos Narrow" panose="020B0004020202020204" pitchFamily="34" charset="0"/>
                      </a:endParaRPr>
                    </a:p>
                  </a:txBody>
                  <a:tcPr marL="6482" marR="6482" marT="6482" marB="0" anchor="ctr"/>
                </a:tc>
                <a:tc>
                  <a:txBody>
                    <a:bodyPr/>
                    <a:lstStyle/>
                    <a:p>
                      <a:pPr algn="r" fontAlgn="b"/>
                      <a:r>
                        <a:rPr lang="en-US" sz="900" u="none" strike="noStrike">
                          <a:effectLst/>
                        </a:rPr>
                        <a:t>$47,842.44</a:t>
                      </a:r>
                      <a:endParaRPr lang="en-US" sz="900" b="0" i="0" u="none" strike="noStrike">
                        <a:solidFill>
                          <a:srgbClr val="000000"/>
                        </a:solidFill>
                        <a:effectLst/>
                        <a:latin typeface="Aptos Narrow" panose="020B0004020202020204" pitchFamily="34" charset="0"/>
                      </a:endParaRPr>
                    </a:p>
                  </a:txBody>
                  <a:tcPr marL="6482" marR="6482" marT="6482" marB="0" anchor="b"/>
                </a:tc>
                <a:tc>
                  <a:txBody>
                    <a:bodyPr/>
                    <a:lstStyle/>
                    <a:p>
                      <a:pPr algn="r" fontAlgn="b"/>
                      <a:r>
                        <a:rPr lang="en-US" sz="900" u="none" strike="noStrike">
                          <a:effectLst/>
                        </a:rPr>
                        <a:t>$42,742.79</a:t>
                      </a:r>
                      <a:endParaRPr lang="en-US" sz="900" b="0" i="0" u="none" strike="noStrike">
                        <a:solidFill>
                          <a:srgbClr val="000000"/>
                        </a:solidFill>
                        <a:effectLst/>
                        <a:latin typeface="Aptos Narrow" panose="020B0004020202020204" pitchFamily="34" charset="0"/>
                      </a:endParaRPr>
                    </a:p>
                  </a:txBody>
                  <a:tcPr marL="6482" marR="6482" marT="6482" marB="0" anchor="b"/>
                </a:tc>
                <a:extLst>
                  <a:ext uri="{0D108BD9-81ED-4DB2-BD59-A6C34878D82A}">
                    <a16:rowId xmlns:a16="http://schemas.microsoft.com/office/drawing/2014/main" val="554747357"/>
                  </a:ext>
                </a:extLst>
              </a:tr>
              <a:tr h="142579">
                <a:tc>
                  <a:txBody>
                    <a:bodyPr/>
                    <a:lstStyle/>
                    <a:p>
                      <a:pPr algn="ctr" fontAlgn="ctr"/>
                      <a:r>
                        <a:rPr lang="en-US" sz="900" u="none" strike="noStrike">
                          <a:effectLst/>
                        </a:rPr>
                        <a:t>10</a:t>
                      </a:r>
                      <a:endParaRPr lang="en-US" sz="900" b="0" i="0" u="none" strike="noStrike">
                        <a:solidFill>
                          <a:srgbClr val="000000"/>
                        </a:solidFill>
                        <a:effectLst/>
                        <a:latin typeface="Aptos Narrow" panose="020B0004020202020204" pitchFamily="34" charset="0"/>
                      </a:endParaRPr>
                    </a:p>
                  </a:txBody>
                  <a:tcPr marL="6482" marR="6482" marT="6482" marB="0" anchor="ctr"/>
                </a:tc>
                <a:tc>
                  <a:txBody>
                    <a:bodyPr/>
                    <a:lstStyle/>
                    <a:p>
                      <a:pPr algn="r" fontAlgn="b"/>
                      <a:r>
                        <a:rPr lang="en-US" sz="900" u="none" strike="noStrike">
                          <a:effectLst/>
                        </a:rPr>
                        <a:t>$30,854.42</a:t>
                      </a:r>
                      <a:endParaRPr lang="en-US" sz="900" b="0" i="0" u="none" strike="noStrike">
                        <a:solidFill>
                          <a:srgbClr val="000000"/>
                        </a:solidFill>
                        <a:effectLst/>
                        <a:latin typeface="Aptos Narrow" panose="020B0004020202020204" pitchFamily="34" charset="0"/>
                      </a:endParaRPr>
                    </a:p>
                  </a:txBody>
                  <a:tcPr marL="6482" marR="6482" marT="6482" marB="0" anchor="b"/>
                </a:tc>
                <a:tc>
                  <a:txBody>
                    <a:bodyPr/>
                    <a:lstStyle/>
                    <a:p>
                      <a:pPr algn="r" fontAlgn="b"/>
                      <a:r>
                        <a:rPr lang="en-US" sz="900" u="none" strike="noStrike">
                          <a:effectLst/>
                        </a:rPr>
                        <a:t>$42,202.39</a:t>
                      </a:r>
                      <a:endParaRPr lang="en-US" sz="900" b="0" i="0" u="none" strike="noStrike">
                        <a:solidFill>
                          <a:srgbClr val="000000"/>
                        </a:solidFill>
                        <a:effectLst/>
                        <a:latin typeface="Aptos Narrow" panose="020B0004020202020204" pitchFamily="34" charset="0"/>
                      </a:endParaRPr>
                    </a:p>
                  </a:txBody>
                  <a:tcPr marL="6482" marR="6482" marT="6482" marB="0" anchor="b"/>
                </a:tc>
                <a:extLst>
                  <a:ext uri="{0D108BD9-81ED-4DB2-BD59-A6C34878D82A}">
                    <a16:rowId xmlns:a16="http://schemas.microsoft.com/office/drawing/2014/main" val="3973675215"/>
                  </a:ext>
                </a:extLst>
              </a:tr>
              <a:tr h="142579">
                <a:tc>
                  <a:txBody>
                    <a:bodyPr/>
                    <a:lstStyle/>
                    <a:p>
                      <a:pPr algn="ctr" fontAlgn="ctr"/>
                      <a:r>
                        <a:rPr lang="en-US" sz="900" u="none" strike="noStrike">
                          <a:effectLst/>
                        </a:rPr>
                        <a:t>11</a:t>
                      </a:r>
                      <a:endParaRPr lang="en-US" sz="900" b="0" i="0" u="none" strike="noStrike">
                        <a:solidFill>
                          <a:srgbClr val="000000"/>
                        </a:solidFill>
                        <a:effectLst/>
                        <a:latin typeface="Aptos Narrow" panose="020B0004020202020204" pitchFamily="34" charset="0"/>
                      </a:endParaRPr>
                    </a:p>
                  </a:txBody>
                  <a:tcPr marL="6482" marR="6482" marT="6482" marB="0" anchor="ctr"/>
                </a:tc>
                <a:tc>
                  <a:txBody>
                    <a:bodyPr/>
                    <a:lstStyle/>
                    <a:p>
                      <a:pPr algn="r" fontAlgn="b"/>
                      <a:r>
                        <a:rPr lang="en-US" sz="900" u="none" strike="noStrike">
                          <a:effectLst/>
                        </a:rPr>
                        <a:t>$58,614.72</a:t>
                      </a:r>
                      <a:endParaRPr lang="en-US" sz="900" b="0" i="0" u="none" strike="noStrike">
                        <a:solidFill>
                          <a:srgbClr val="000000"/>
                        </a:solidFill>
                        <a:effectLst/>
                        <a:latin typeface="Aptos Narrow" panose="020B0004020202020204" pitchFamily="34" charset="0"/>
                      </a:endParaRPr>
                    </a:p>
                  </a:txBody>
                  <a:tcPr marL="6482" marR="6482" marT="6482" marB="0" anchor="b"/>
                </a:tc>
                <a:tc>
                  <a:txBody>
                    <a:bodyPr/>
                    <a:lstStyle/>
                    <a:p>
                      <a:pPr algn="r" fontAlgn="b"/>
                      <a:r>
                        <a:rPr lang="en-US" sz="900" u="none" strike="noStrike">
                          <a:effectLst/>
                        </a:rPr>
                        <a:t>$40,606.41</a:t>
                      </a:r>
                      <a:endParaRPr lang="en-US" sz="900" b="0" i="0" u="none" strike="noStrike">
                        <a:solidFill>
                          <a:srgbClr val="000000"/>
                        </a:solidFill>
                        <a:effectLst/>
                        <a:latin typeface="Aptos Narrow" panose="020B0004020202020204" pitchFamily="34" charset="0"/>
                      </a:endParaRPr>
                    </a:p>
                  </a:txBody>
                  <a:tcPr marL="6482" marR="6482" marT="6482" marB="0" anchor="b"/>
                </a:tc>
                <a:extLst>
                  <a:ext uri="{0D108BD9-81ED-4DB2-BD59-A6C34878D82A}">
                    <a16:rowId xmlns:a16="http://schemas.microsoft.com/office/drawing/2014/main" val="2814973239"/>
                  </a:ext>
                </a:extLst>
              </a:tr>
              <a:tr h="142579">
                <a:tc>
                  <a:txBody>
                    <a:bodyPr/>
                    <a:lstStyle/>
                    <a:p>
                      <a:pPr algn="ctr" fontAlgn="ctr"/>
                      <a:r>
                        <a:rPr lang="en-US" sz="900" u="none" strike="noStrike">
                          <a:effectLst/>
                        </a:rPr>
                        <a:t>12</a:t>
                      </a:r>
                      <a:endParaRPr lang="en-US" sz="900" b="0" i="0" u="none" strike="noStrike">
                        <a:solidFill>
                          <a:srgbClr val="000000"/>
                        </a:solidFill>
                        <a:effectLst/>
                        <a:latin typeface="Aptos Narrow" panose="020B0004020202020204" pitchFamily="34" charset="0"/>
                      </a:endParaRPr>
                    </a:p>
                  </a:txBody>
                  <a:tcPr marL="6482" marR="6482" marT="6482" marB="0" anchor="ctr"/>
                </a:tc>
                <a:tc>
                  <a:txBody>
                    <a:bodyPr/>
                    <a:lstStyle/>
                    <a:p>
                      <a:pPr algn="r" fontAlgn="b"/>
                      <a:r>
                        <a:rPr lang="en-US" sz="900" u="none" strike="noStrike">
                          <a:effectLst/>
                        </a:rPr>
                        <a:t>$62,887.03</a:t>
                      </a:r>
                      <a:endParaRPr lang="en-US" sz="900" b="0" i="0" u="none" strike="noStrike">
                        <a:solidFill>
                          <a:srgbClr val="000000"/>
                        </a:solidFill>
                        <a:effectLst/>
                        <a:latin typeface="Aptos Narrow" panose="020B0004020202020204" pitchFamily="34" charset="0"/>
                      </a:endParaRPr>
                    </a:p>
                  </a:txBody>
                  <a:tcPr marL="6482" marR="6482" marT="6482" marB="0" anchor="b"/>
                </a:tc>
                <a:tc>
                  <a:txBody>
                    <a:bodyPr/>
                    <a:lstStyle/>
                    <a:p>
                      <a:pPr algn="r" fontAlgn="b"/>
                      <a:r>
                        <a:rPr lang="en-US" sz="900" u="none" strike="noStrike">
                          <a:effectLst/>
                        </a:rPr>
                        <a:t>$29,783.76</a:t>
                      </a:r>
                      <a:endParaRPr lang="en-US" sz="900" b="0" i="0" u="none" strike="noStrike">
                        <a:solidFill>
                          <a:srgbClr val="000000"/>
                        </a:solidFill>
                        <a:effectLst/>
                        <a:latin typeface="Aptos Narrow" panose="020B0004020202020204" pitchFamily="34" charset="0"/>
                      </a:endParaRPr>
                    </a:p>
                  </a:txBody>
                  <a:tcPr marL="6482" marR="6482" marT="6482" marB="0" anchor="b"/>
                </a:tc>
                <a:extLst>
                  <a:ext uri="{0D108BD9-81ED-4DB2-BD59-A6C34878D82A}">
                    <a16:rowId xmlns:a16="http://schemas.microsoft.com/office/drawing/2014/main" val="1746035034"/>
                  </a:ext>
                </a:extLst>
              </a:tr>
              <a:tr h="142579">
                <a:tc>
                  <a:txBody>
                    <a:bodyPr/>
                    <a:lstStyle/>
                    <a:p>
                      <a:pPr algn="ctr" fontAlgn="ctr"/>
                      <a:r>
                        <a:rPr lang="en-US" sz="900" u="none" strike="noStrike">
                          <a:effectLst/>
                        </a:rPr>
                        <a:t>13</a:t>
                      </a:r>
                      <a:endParaRPr lang="en-US" sz="900" b="0" i="0" u="none" strike="noStrike">
                        <a:solidFill>
                          <a:srgbClr val="000000"/>
                        </a:solidFill>
                        <a:effectLst/>
                        <a:latin typeface="Aptos Narrow" panose="020B0004020202020204" pitchFamily="34" charset="0"/>
                      </a:endParaRPr>
                    </a:p>
                  </a:txBody>
                  <a:tcPr marL="6482" marR="6482" marT="6482" marB="0" anchor="ctr"/>
                </a:tc>
                <a:tc>
                  <a:txBody>
                    <a:bodyPr/>
                    <a:lstStyle/>
                    <a:p>
                      <a:pPr algn="r" fontAlgn="b"/>
                      <a:r>
                        <a:rPr lang="en-US" sz="900" u="none" strike="noStrike">
                          <a:effectLst/>
                        </a:rPr>
                        <a:t>$48,288.53</a:t>
                      </a:r>
                      <a:endParaRPr lang="en-US" sz="900" b="0" i="0" u="none" strike="noStrike">
                        <a:solidFill>
                          <a:srgbClr val="000000"/>
                        </a:solidFill>
                        <a:effectLst/>
                        <a:latin typeface="Aptos Narrow" panose="020B0004020202020204" pitchFamily="34" charset="0"/>
                      </a:endParaRPr>
                    </a:p>
                  </a:txBody>
                  <a:tcPr marL="6482" marR="6482" marT="6482" marB="0" anchor="b"/>
                </a:tc>
                <a:tc>
                  <a:txBody>
                    <a:bodyPr/>
                    <a:lstStyle/>
                    <a:p>
                      <a:pPr algn="r" fontAlgn="b"/>
                      <a:r>
                        <a:rPr lang="en-US" sz="900" u="none" strike="noStrike">
                          <a:effectLst/>
                        </a:rPr>
                        <a:t>$46,945.17</a:t>
                      </a:r>
                      <a:endParaRPr lang="en-US" sz="900" b="0" i="0" u="none" strike="noStrike">
                        <a:solidFill>
                          <a:srgbClr val="000000"/>
                        </a:solidFill>
                        <a:effectLst/>
                        <a:latin typeface="Aptos Narrow" panose="020B0004020202020204" pitchFamily="34" charset="0"/>
                      </a:endParaRPr>
                    </a:p>
                  </a:txBody>
                  <a:tcPr marL="6482" marR="6482" marT="6482" marB="0" anchor="b"/>
                </a:tc>
                <a:extLst>
                  <a:ext uri="{0D108BD9-81ED-4DB2-BD59-A6C34878D82A}">
                    <a16:rowId xmlns:a16="http://schemas.microsoft.com/office/drawing/2014/main" val="839684320"/>
                  </a:ext>
                </a:extLst>
              </a:tr>
              <a:tr h="148520">
                <a:tc>
                  <a:txBody>
                    <a:bodyPr/>
                    <a:lstStyle/>
                    <a:p>
                      <a:pPr algn="ctr" fontAlgn="ctr"/>
                      <a:r>
                        <a:rPr lang="en-US" sz="900" u="none" strike="noStrike">
                          <a:effectLst/>
                        </a:rPr>
                        <a:t>14</a:t>
                      </a:r>
                      <a:endParaRPr lang="en-US" sz="900" b="0" i="0" u="none" strike="noStrike">
                        <a:solidFill>
                          <a:srgbClr val="000000"/>
                        </a:solidFill>
                        <a:effectLst/>
                        <a:latin typeface="Aptos Narrow" panose="020B0004020202020204" pitchFamily="34" charset="0"/>
                      </a:endParaRPr>
                    </a:p>
                  </a:txBody>
                  <a:tcPr marL="6482" marR="6482" marT="6482" marB="0" anchor="ctr"/>
                </a:tc>
                <a:tc>
                  <a:txBody>
                    <a:bodyPr/>
                    <a:lstStyle/>
                    <a:p>
                      <a:pPr algn="r" fontAlgn="b"/>
                      <a:r>
                        <a:rPr lang="en-US" sz="900" u="none" strike="noStrike">
                          <a:effectLst/>
                        </a:rPr>
                        <a:t>$43,191.15</a:t>
                      </a:r>
                      <a:endParaRPr lang="en-US" sz="900" b="0" i="0" u="none" strike="noStrike">
                        <a:solidFill>
                          <a:srgbClr val="000000"/>
                        </a:solidFill>
                        <a:effectLst/>
                        <a:latin typeface="Aptos Narrow" panose="020B0004020202020204" pitchFamily="34" charset="0"/>
                      </a:endParaRPr>
                    </a:p>
                  </a:txBody>
                  <a:tcPr marL="6482" marR="6482" marT="6482" marB="0" anchor="b"/>
                </a:tc>
                <a:tc>
                  <a:txBody>
                    <a:bodyPr/>
                    <a:lstStyle/>
                    <a:p>
                      <a:pPr algn="r" fontAlgn="b"/>
                      <a:r>
                        <a:rPr lang="en-US" sz="900" u="none" strike="noStrike">
                          <a:effectLst/>
                        </a:rPr>
                        <a:t>$29,555.94</a:t>
                      </a:r>
                      <a:endParaRPr lang="en-US" sz="900" b="0" i="0" u="none" strike="noStrike">
                        <a:solidFill>
                          <a:srgbClr val="000000"/>
                        </a:solidFill>
                        <a:effectLst/>
                        <a:latin typeface="Aptos Narrow" panose="020B0004020202020204" pitchFamily="34" charset="0"/>
                      </a:endParaRPr>
                    </a:p>
                  </a:txBody>
                  <a:tcPr marL="6482" marR="6482" marT="6482" marB="0" anchor="b"/>
                </a:tc>
                <a:extLst>
                  <a:ext uri="{0D108BD9-81ED-4DB2-BD59-A6C34878D82A}">
                    <a16:rowId xmlns:a16="http://schemas.microsoft.com/office/drawing/2014/main" val="1199625553"/>
                  </a:ext>
                </a:extLst>
              </a:tr>
              <a:tr h="142579">
                <a:tc>
                  <a:txBody>
                    <a:bodyPr/>
                    <a:lstStyle/>
                    <a:p>
                      <a:pPr algn="ctr" fontAlgn="ctr"/>
                      <a:r>
                        <a:rPr lang="en-US" sz="900" u="none" strike="noStrike">
                          <a:effectLst/>
                        </a:rPr>
                        <a:t>15</a:t>
                      </a:r>
                      <a:endParaRPr lang="en-US" sz="900" b="0" i="0" u="none" strike="noStrike">
                        <a:solidFill>
                          <a:srgbClr val="000000"/>
                        </a:solidFill>
                        <a:effectLst/>
                        <a:latin typeface="Aptos Narrow" panose="020B0004020202020204" pitchFamily="34" charset="0"/>
                      </a:endParaRPr>
                    </a:p>
                  </a:txBody>
                  <a:tcPr marL="6482" marR="6482" marT="6482" marB="0" anchor="ctr"/>
                </a:tc>
                <a:tc>
                  <a:txBody>
                    <a:bodyPr/>
                    <a:lstStyle/>
                    <a:p>
                      <a:pPr algn="r" fontAlgn="b"/>
                      <a:r>
                        <a:rPr lang="en-US" sz="900" u="none" strike="noStrike">
                          <a:effectLst/>
                        </a:rPr>
                        <a:t>$43,756.58</a:t>
                      </a:r>
                      <a:endParaRPr lang="en-US" sz="900" b="0" i="0" u="none" strike="noStrike">
                        <a:solidFill>
                          <a:srgbClr val="000000"/>
                        </a:solidFill>
                        <a:effectLst/>
                        <a:latin typeface="Aptos Narrow" panose="020B0004020202020204" pitchFamily="34" charset="0"/>
                      </a:endParaRPr>
                    </a:p>
                  </a:txBody>
                  <a:tcPr marL="6482" marR="6482" marT="6482" marB="0" anchor="b"/>
                </a:tc>
                <a:tc>
                  <a:txBody>
                    <a:bodyPr/>
                    <a:lstStyle/>
                    <a:p>
                      <a:pPr algn="r" fontAlgn="b"/>
                      <a:r>
                        <a:rPr lang="en-US" sz="900" u="none" strike="noStrike">
                          <a:effectLst/>
                        </a:rPr>
                        <a:t>$45,042.30</a:t>
                      </a:r>
                      <a:endParaRPr lang="en-US" sz="900" b="0" i="0" u="none" strike="noStrike">
                        <a:solidFill>
                          <a:srgbClr val="000000"/>
                        </a:solidFill>
                        <a:effectLst/>
                        <a:latin typeface="Aptos Narrow" panose="020B0004020202020204" pitchFamily="34" charset="0"/>
                      </a:endParaRPr>
                    </a:p>
                  </a:txBody>
                  <a:tcPr marL="6482" marR="6482" marT="6482" marB="0" anchor="b"/>
                </a:tc>
                <a:extLst>
                  <a:ext uri="{0D108BD9-81ED-4DB2-BD59-A6C34878D82A}">
                    <a16:rowId xmlns:a16="http://schemas.microsoft.com/office/drawing/2014/main" val="1507976192"/>
                  </a:ext>
                </a:extLst>
              </a:tr>
              <a:tr h="142579">
                <a:tc>
                  <a:txBody>
                    <a:bodyPr/>
                    <a:lstStyle/>
                    <a:p>
                      <a:pPr algn="ctr" fontAlgn="ctr"/>
                      <a:r>
                        <a:rPr lang="en-US" sz="900" u="none" strike="noStrike">
                          <a:effectLst/>
                        </a:rPr>
                        <a:t>16</a:t>
                      </a:r>
                      <a:endParaRPr lang="en-US" sz="900" b="0" i="0" u="none" strike="noStrike">
                        <a:solidFill>
                          <a:srgbClr val="000000"/>
                        </a:solidFill>
                        <a:effectLst/>
                        <a:latin typeface="Aptos Narrow" panose="020B0004020202020204" pitchFamily="34" charset="0"/>
                      </a:endParaRPr>
                    </a:p>
                  </a:txBody>
                  <a:tcPr marL="6482" marR="6482" marT="6482" marB="0" anchor="ctr"/>
                </a:tc>
                <a:tc>
                  <a:txBody>
                    <a:bodyPr/>
                    <a:lstStyle/>
                    <a:p>
                      <a:pPr algn="r" fontAlgn="b"/>
                      <a:r>
                        <a:rPr lang="en-US" sz="900" u="none" strike="noStrike">
                          <a:effectLst/>
                        </a:rPr>
                        <a:t>$48,453.00</a:t>
                      </a:r>
                      <a:endParaRPr lang="en-US" sz="900" b="0" i="0" u="none" strike="noStrike">
                        <a:solidFill>
                          <a:srgbClr val="000000"/>
                        </a:solidFill>
                        <a:effectLst/>
                        <a:latin typeface="Aptos Narrow" panose="020B0004020202020204" pitchFamily="34" charset="0"/>
                      </a:endParaRPr>
                    </a:p>
                  </a:txBody>
                  <a:tcPr marL="6482" marR="6482" marT="6482" marB="0" anchor="b"/>
                </a:tc>
                <a:tc>
                  <a:txBody>
                    <a:bodyPr/>
                    <a:lstStyle/>
                    <a:p>
                      <a:pPr algn="r" fontAlgn="b"/>
                      <a:r>
                        <a:rPr lang="en-US" sz="900" u="none" strike="noStrike">
                          <a:effectLst/>
                        </a:rPr>
                        <a:t>$29,555.94</a:t>
                      </a:r>
                      <a:endParaRPr lang="en-US" sz="900" b="0" i="0" u="none" strike="noStrike">
                        <a:solidFill>
                          <a:srgbClr val="000000"/>
                        </a:solidFill>
                        <a:effectLst/>
                        <a:latin typeface="Aptos Narrow" panose="020B0004020202020204" pitchFamily="34" charset="0"/>
                      </a:endParaRPr>
                    </a:p>
                  </a:txBody>
                  <a:tcPr marL="6482" marR="6482" marT="6482" marB="0" anchor="b"/>
                </a:tc>
                <a:extLst>
                  <a:ext uri="{0D108BD9-81ED-4DB2-BD59-A6C34878D82A}">
                    <a16:rowId xmlns:a16="http://schemas.microsoft.com/office/drawing/2014/main" val="3775383478"/>
                  </a:ext>
                </a:extLst>
              </a:tr>
              <a:tr h="142579">
                <a:tc>
                  <a:txBody>
                    <a:bodyPr/>
                    <a:lstStyle/>
                    <a:p>
                      <a:pPr algn="ctr" fontAlgn="ctr"/>
                      <a:r>
                        <a:rPr lang="en-US" sz="900" u="none" strike="noStrike">
                          <a:effectLst/>
                        </a:rPr>
                        <a:t>17</a:t>
                      </a:r>
                      <a:endParaRPr lang="en-US" sz="900" b="0" i="0" u="none" strike="noStrike">
                        <a:solidFill>
                          <a:srgbClr val="000000"/>
                        </a:solidFill>
                        <a:effectLst/>
                        <a:latin typeface="Aptos Narrow" panose="020B0004020202020204" pitchFamily="34" charset="0"/>
                      </a:endParaRPr>
                    </a:p>
                  </a:txBody>
                  <a:tcPr marL="6482" marR="6482" marT="6482" marB="0" anchor="ctr"/>
                </a:tc>
                <a:tc>
                  <a:txBody>
                    <a:bodyPr/>
                    <a:lstStyle/>
                    <a:p>
                      <a:pPr algn="r" fontAlgn="b"/>
                      <a:r>
                        <a:rPr lang="en-US" sz="900" u="none" strike="noStrike">
                          <a:effectLst/>
                        </a:rPr>
                        <a:t>$23,090.67</a:t>
                      </a:r>
                      <a:endParaRPr lang="en-US" sz="900" b="0" i="0" u="none" strike="noStrike">
                        <a:solidFill>
                          <a:srgbClr val="000000"/>
                        </a:solidFill>
                        <a:effectLst/>
                        <a:latin typeface="Aptos Narrow" panose="020B0004020202020204" pitchFamily="34" charset="0"/>
                      </a:endParaRPr>
                    </a:p>
                  </a:txBody>
                  <a:tcPr marL="6482" marR="6482" marT="6482" marB="0" anchor="b"/>
                </a:tc>
                <a:tc>
                  <a:txBody>
                    <a:bodyPr/>
                    <a:lstStyle/>
                    <a:p>
                      <a:pPr algn="r" fontAlgn="b"/>
                      <a:r>
                        <a:rPr lang="en-US" sz="900" u="none" strike="noStrike">
                          <a:effectLst/>
                        </a:rPr>
                        <a:t>$45,625.09</a:t>
                      </a:r>
                      <a:endParaRPr lang="en-US" sz="900" b="0" i="0" u="none" strike="noStrike">
                        <a:solidFill>
                          <a:srgbClr val="000000"/>
                        </a:solidFill>
                        <a:effectLst/>
                        <a:latin typeface="Aptos Narrow" panose="020B0004020202020204" pitchFamily="34" charset="0"/>
                      </a:endParaRPr>
                    </a:p>
                  </a:txBody>
                  <a:tcPr marL="6482" marR="6482" marT="6482" marB="0" anchor="b"/>
                </a:tc>
                <a:extLst>
                  <a:ext uri="{0D108BD9-81ED-4DB2-BD59-A6C34878D82A}">
                    <a16:rowId xmlns:a16="http://schemas.microsoft.com/office/drawing/2014/main" val="1969354527"/>
                  </a:ext>
                </a:extLst>
              </a:tr>
              <a:tr h="142579">
                <a:tc>
                  <a:txBody>
                    <a:bodyPr/>
                    <a:lstStyle/>
                    <a:p>
                      <a:pPr algn="ctr" fontAlgn="ctr"/>
                      <a:r>
                        <a:rPr lang="en-US" sz="900" u="none" strike="noStrike">
                          <a:effectLst/>
                        </a:rPr>
                        <a:t>18</a:t>
                      </a:r>
                      <a:endParaRPr lang="en-US" sz="900" b="0" i="0" u="none" strike="noStrike">
                        <a:solidFill>
                          <a:srgbClr val="000000"/>
                        </a:solidFill>
                        <a:effectLst/>
                        <a:latin typeface="Aptos Narrow" panose="020B0004020202020204" pitchFamily="34" charset="0"/>
                      </a:endParaRPr>
                    </a:p>
                  </a:txBody>
                  <a:tcPr marL="6482" marR="6482" marT="6482" marB="0" anchor="ctr"/>
                </a:tc>
                <a:tc>
                  <a:txBody>
                    <a:bodyPr/>
                    <a:lstStyle/>
                    <a:p>
                      <a:pPr algn="r" fontAlgn="b"/>
                      <a:r>
                        <a:rPr lang="en-US" sz="900" u="none" strike="noStrike">
                          <a:effectLst/>
                        </a:rPr>
                        <a:t>$55,660.20</a:t>
                      </a:r>
                      <a:endParaRPr lang="en-US" sz="900" b="0" i="0" u="none" strike="noStrike">
                        <a:solidFill>
                          <a:srgbClr val="000000"/>
                        </a:solidFill>
                        <a:effectLst/>
                        <a:latin typeface="Aptos Narrow" panose="020B0004020202020204" pitchFamily="34" charset="0"/>
                      </a:endParaRPr>
                    </a:p>
                  </a:txBody>
                  <a:tcPr marL="6482" marR="6482" marT="6482" marB="0" anchor="b"/>
                </a:tc>
                <a:tc>
                  <a:txBody>
                    <a:bodyPr/>
                    <a:lstStyle/>
                    <a:p>
                      <a:pPr algn="r" fontAlgn="b"/>
                      <a:r>
                        <a:rPr lang="en-US" sz="900" u="none" strike="noStrike">
                          <a:effectLst/>
                        </a:rPr>
                        <a:t>$28,017.87</a:t>
                      </a:r>
                      <a:endParaRPr lang="en-US" sz="900" b="0" i="0" u="none" strike="noStrike">
                        <a:solidFill>
                          <a:srgbClr val="000000"/>
                        </a:solidFill>
                        <a:effectLst/>
                        <a:latin typeface="Aptos Narrow" panose="020B0004020202020204" pitchFamily="34" charset="0"/>
                      </a:endParaRPr>
                    </a:p>
                  </a:txBody>
                  <a:tcPr marL="6482" marR="6482" marT="6482" marB="0" anchor="b"/>
                </a:tc>
                <a:extLst>
                  <a:ext uri="{0D108BD9-81ED-4DB2-BD59-A6C34878D82A}">
                    <a16:rowId xmlns:a16="http://schemas.microsoft.com/office/drawing/2014/main" val="148374182"/>
                  </a:ext>
                </a:extLst>
              </a:tr>
              <a:tr h="142579">
                <a:tc>
                  <a:txBody>
                    <a:bodyPr/>
                    <a:lstStyle/>
                    <a:p>
                      <a:pPr algn="ctr" fontAlgn="ctr"/>
                      <a:r>
                        <a:rPr lang="en-US" sz="900" u="none" strike="noStrike">
                          <a:effectLst/>
                        </a:rPr>
                        <a:t>19</a:t>
                      </a:r>
                      <a:endParaRPr lang="en-US" sz="900" b="0" i="0" u="none" strike="noStrike">
                        <a:solidFill>
                          <a:srgbClr val="000000"/>
                        </a:solidFill>
                        <a:effectLst/>
                        <a:latin typeface="Aptos Narrow" panose="020B0004020202020204" pitchFamily="34" charset="0"/>
                      </a:endParaRPr>
                    </a:p>
                  </a:txBody>
                  <a:tcPr marL="6482" marR="6482" marT="6482" marB="0" anchor="ctr"/>
                </a:tc>
                <a:tc>
                  <a:txBody>
                    <a:bodyPr/>
                    <a:lstStyle/>
                    <a:p>
                      <a:pPr algn="r" fontAlgn="b"/>
                      <a:r>
                        <a:rPr lang="en-US" sz="900" u="none" strike="noStrike">
                          <a:effectLst/>
                        </a:rPr>
                        <a:t>$57,527.17</a:t>
                      </a:r>
                      <a:endParaRPr lang="en-US" sz="900" b="0" i="0" u="none" strike="noStrike">
                        <a:solidFill>
                          <a:srgbClr val="000000"/>
                        </a:solidFill>
                        <a:effectLst/>
                        <a:latin typeface="Aptos Narrow" panose="020B0004020202020204" pitchFamily="34" charset="0"/>
                      </a:endParaRPr>
                    </a:p>
                  </a:txBody>
                  <a:tcPr marL="6482" marR="6482" marT="6482" marB="0" anchor="b"/>
                </a:tc>
                <a:tc>
                  <a:txBody>
                    <a:bodyPr/>
                    <a:lstStyle/>
                    <a:p>
                      <a:pPr algn="r" fontAlgn="b"/>
                      <a:r>
                        <a:rPr lang="en-US" sz="900" u="none" strike="noStrike">
                          <a:effectLst/>
                        </a:rPr>
                        <a:t>$35,840.90</a:t>
                      </a:r>
                      <a:endParaRPr lang="en-US" sz="900" b="0" i="0" u="none" strike="noStrike">
                        <a:solidFill>
                          <a:srgbClr val="000000"/>
                        </a:solidFill>
                        <a:effectLst/>
                        <a:latin typeface="Aptos Narrow" panose="020B0004020202020204" pitchFamily="34" charset="0"/>
                      </a:endParaRPr>
                    </a:p>
                  </a:txBody>
                  <a:tcPr marL="6482" marR="6482" marT="6482" marB="0" anchor="b"/>
                </a:tc>
                <a:extLst>
                  <a:ext uri="{0D108BD9-81ED-4DB2-BD59-A6C34878D82A}">
                    <a16:rowId xmlns:a16="http://schemas.microsoft.com/office/drawing/2014/main" val="3638812082"/>
                  </a:ext>
                </a:extLst>
              </a:tr>
              <a:tr h="142579">
                <a:tc>
                  <a:txBody>
                    <a:bodyPr/>
                    <a:lstStyle/>
                    <a:p>
                      <a:pPr algn="ctr" fontAlgn="ctr"/>
                      <a:r>
                        <a:rPr lang="en-US" sz="900" u="none" strike="noStrike">
                          <a:effectLst/>
                        </a:rPr>
                        <a:t>20</a:t>
                      </a:r>
                      <a:endParaRPr lang="en-US" sz="900" b="0" i="0" u="none" strike="noStrike">
                        <a:solidFill>
                          <a:srgbClr val="000000"/>
                        </a:solidFill>
                        <a:effectLst/>
                        <a:latin typeface="Aptos Narrow" panose="020B0004020202020204" pitchFamily="34" charset="0"/>
                      </a:endParaRPr>
                    </a:p>
                  </a:txBody>
                  <a:tcPr marL="6482" marR="6482" marT="6482" marB="0" anchor="ctr"/>
                </a:tc>
                <a:tc>
                  <a:txBody>
                    <a:bodyPr/>
                    <a:lstStyle/>
                    <a:p>
                      <a:pPr algn="r" fontAlgn="b"/>
                      <a:r>
                        <a:rPr lang="en-US" sz="900" u="none" strike="noStrike">
                          <a:effectLst/>
                        </a:rPr>
                        <a:t>$65,776.23</a:t>
                      </a:r>
                      <a:endParaRPr lang="en-US" sz="900" b="0" i="0" u="none" strike="noStrike">
                        <a:solidFill>
                          <a:srgbClr val="000000"/>
                        </a:solidFill>
                        <a:effectLst/>
                        <a:latin typeface="Aptos Narrow" panose="020B0004020202020204" pitchFamily="34" charset="0"/>
                      </a:endParaRPr>
                    </a:p>
                  </a:txBody>
                  <a:tcPr marL="6482" marR="6482" marT="6482" marB="0" anchor="b"/>
                </a:tc>
                <a:tc>
                  <a:txBody>
                    <a:bodyPr/>
                    <a:lstStyle/>
                    <a:p>
                      <a:pPr algn="r" fontAlgn="b"/>
                      <a:r>
                        <a:rPr lang="en-US" sz="900" u="none" strike="noStrike">
                          <a:effectLst/>
                        </a:rPr>
                        <a:t>$33,648.38</a:t>
                      </a:r>
                      <a:endParaRPr lang="en-US" sz="900" b="0" i="0" u="none" strike="noStrike">
                        <a:solidFill>
                          <a:srgbClr val="000000"/>
                        </a:solidFill>
                        <a:effectLst/>
                        <a:latin typeface="Aptos Narrow" panose="020B0004020202020204" pitchFamily="34" charset="0"/>
                      </a:endParaRPr>
                    </a:p>
                  </a:txBody>
                  <a:tcPr marL="6482" marR="6482" marT="6482" marB="0" anchor="b"/>
                </a:tc>
                <a:extLst>
                  <a:ext uri="{0D108BD9-81ED-4DB2-BD59-A6C34878D82A}">
                    <a16:rowId xmlns:a16="http://schemas.microsoft.com/office/drawing/2014/main" val="1002194316"/>
                  </a:ext>
                </a:extLst>
              </a:tr>
              <a:tr h="142579">
                <a:tc>
                  <a:txBody>
                    <a:bodyPr/>
                    <a:lstStyle/>
                    <a:p>
                      <a:pPr algn="ctr" fontAlgn="ctr"/>
                      <a:r>
                        <a:rPr lang="en-US" sz="900" u="none" strike="noStrike">
                          <a:effectLst/>
                        </a:rPr>
                        <a:t>21</a:t>
                      </a:r>
                      <a:endParaRPr lang="en-US" sz="900" b="0" i="0" u="none" strike="noStrike">
                        <a:solidFill>
                          <a:srgbClr val="000000"/>
                        </a:solidFill>
                        <a:effectLst/>
                        <a:latin typeface="Aptos Narrow" panose="020B0004020202020204" pitchFamily="34" charset="0"/>
                      </a:endParaRPr>
                    </a:p>
                  </a:txBody>
                  <a:tcPr marL="6482" marR="6482" marT="6482" marB="0" anchor="ctr"/>
                </a:tc>
                <a:tc>
                  <a:txBody>
                    <a:bodyPr/>
                    <a:lstStyle/>
                    <a:p>
                      <a:pPr algn="r" fontAlgn="b"/>
                      <a:r>
                        <a:rPr lang="en-US" sz="900" u="none" strike="noStrike">
                          <a:effectLst/>
                        </a:rPr>
                        <a:t>$50,011.69</a:t>
                      </a:r>
                      <a:endParaRPr lang="en-US" sz="900" b="0" i="0" u="none" strike="noStrike">
                        <a:solidFill>
                          <a:srgbClr val="000000"/>
                        </a:solidFill>
                        <a:effectLst/>
                        <a:latin typeface="Aptos Narrow" panose="020B0004020202020204" pitchFamily="34" charset="0"/>
                      </a:endParaRPr>
                    </a:p>
                  </a:txBody>
                  <a:tcPr marL="6482" marR="6482" marT="6482" marB="0" anchor="b"/>
                </a:tc>
                <a:tc>
                  <a:txBody>
                    <a:bodyPr/>
                    <a:lstStyle/>
                    <a:p>
                      <a:pPr algn="r" fontAlgn="b"/>
                      <a:r>
                        <a:rPr lang="en-US" sz="900" u="none" strike="noStrike">
                          <a:effectLst/>
                        </a:rPr>
                        <a:t>$46,858.67</a:t>
                      </a:r>
                      <a:endParaRPr lang="en-US" sz="900" b="0" i="0" u="none" strike="noStrike">
                        <a:solidFill>
                          <a:srgbClr val="000000"/>
                        </a:solidFill>
                        <a:effectLst/>
                        <a:latin typeface="Aptos Narrow" panose="020B0004020202020204" pitchFamily="34" charset="0"/>
                      </a:endParaRPr>
                    </a:p>
                  </a:txBody>
                  <a:tcPr marL="6482" marR="6482" marT="6482" marB="0" anchor="b"/>
                </a:tc>
                <a:extLst>
                  <a:ext uri="{0D108BD9-81ED-4DB2-BD59-A6C34878D82A}">
                    <a16:rowId xmlns:a16="http://schemas.microsoft.com/office/drawing/2014/main" val="2107447992"/>
                  </a:ext>
                </a:extLst>
              </a:tr>
              <a:tr h="142579">
                <a:tc>
                  <a:txBody>
                    <a:bodyPr/>
                    <a:lstStyle/>
                    <a:p>
                      <a:pPr algn="ctr" fontAlgn="ctr"/>
                      <a:r>
                        <a:rPr lang="en-US" sz="900" u="none" strike="noStrike">
                          <a:effectLst/>
                        </a:rPr>
                        <a:t>22</a:t>
                      </a:r>
                      <a:endParaRPr lang="en-US" sz="900" b="0" i="0" u="none" strike="noStrike">
                        <a:solidFill>
                          <a:srgbClr val="000000"/>
                        </a:solidFill>
                        <a:effectLst/>
                        <a:latin typeface="Aptos Narrow" panose="020B0004020202020204" pitchFamily="34" charset="0"/>
                      </a:endParaRPr>
                    </a:p>
                  </a:txBody>
                  <a:tcPr marL="6482" marR="6482" marT="6482" marB="0" anchor="ctr"/>
                </a:tc>
                <a:tc>
                  <a:txBody>
                    <a:bodyPr/>
                    <a:lstStyle/>
                    <a:p>
                      <a:pPr algn="r" fontAlgn="b"/>
                      <a:r>
                        <a:rPr lang="en-US" sz="900" u="none" strike="noStrike">
                          <a:effectLst/>
                        </a:rPr>
                        <a:t>$46,213.64</a:t>
                      </a:r>
                      <a:endParaRPr lang="en-US" sz="900" b="0" i="0" u="none" strike="noStrike">
                        <a:solidFill>
                          <a:srgbClr val="000000"/>
                        </a:solidFill>
                        <a:effectLst/>
                        <a:latin typeface="Aptos Narrow" panose="020B0004020202020204" pitchFamily="34" charset="0"/>
                      </a:endParaRPr>
                    </a:p>
                  </a:txBody>
                  <a:tcPr marL="6482" marR="6482" marT="6482" marB="0" anchor="b"/>
                </a:tc>
                <a:tc>
                  <a:txBody>
                    <a:bodyPr/>
                    <a:lstStyle/>
                    <a:p>
                      <a:pPr algn="r" fontAlgn="b"/>
                      <a:r>
                        <a:rPr lang="en-US" sz="900" u="none" strike="noStrike">
                          <a:effectLst/>
                        </a:rPr>
                        <a:t>$42,463.48</a:t>
                      </a:r>
                      <a:endParaRPr lang="en-US" sz="900" b="0" i="0" u="none" strike="noStrike">
                        <a:solidFill>
                          <a:srgbClr val="000000"/>
                        </a:solidFill>
                        <a:effectLst/>
                        <a:latin typeface="Aptos Narrow" panose="020B0004020202020204" pitchFamily="34" charset="0"/>
                      </a:endParaRPr>
                    </a:p>
                  </a:txBody>
                  <a:tcPr marL="6482" marR="6482" marT="6482" marB="0" anchor="b"/>
                </a:tc>
                <a:extLst>
                  <a:ext uri="{0D108BD9-81ED-4DB2-BD59-A6C34878D82A}">
                    <a16:rowId xmlns:a16="http://schemas.microsoft.com/office/drawing/2014/main" val="191729727"/>
                  </a:ext>
                </a:extLst>
              </a:tr>
              <a:tr h="142579">
                <a:tc>
                  <a:txBody>
                    <a:bodyPr/>
                    <a:lstStyle/>
                    <a:p>
                      <a:pPr algn="ctr" fontAlgn="ctr"/>
                      <a:r>
                        <a:rPr lang="en-US" sz="900" u="none" strike="noStrike">
                          <a:effectLst/>
                        </a:rPr>
                        <a:t>23</a:t>
                      </a:r>
                      <a:endParaRPr lang="en-US" sz="900" b="0" i="0" u="none" strike="noStrike">
                        <a:solidFill>
                          <a:srgbClr val="000000"/>
                        </a:solidFill>
                        <a:effectLst/>
                        <a:latin typeface="Aptos Narrow" panose="020B0004020202020204" pitchFamily="34" charset="0"/>
                      </a:endParaRPr>
                    </a:p>
                  </a:txBody>
                  <a:tcPr marL="6482" marR="6482" marT="6482" marB="0" anchor="ctr"/>
                </a:tc>
                <a:tc>
                  <a:txBody>
                    <a:bodyPr/>
                    <a:lstStyle/>
                    <a:p>
                      <a:pPr algn="r" fontAlgn="b"/>
                      <a:r>
                        <a:rPr lang="en-US" sz="900" u="none" strike="noStrike">
                          <a:effectLst/>
                        </a:rPr>
                        <a:t>$42,211.41</a:t>
                      </a:r>
                      <a:endParaRPr lang="en-US" sz="900" b="0" i="0" u="none" strike="noStrike">
                        <a:solidFill>
                          <a:srgbClr val="000000"/>
                        </a:solidFill>
                        <a:effectLst/>
                        <a:latin typeface="Aptos Narrow" panose="020B0004020202020204" pitchFamily="34" charset="0"/>
                      </a:endParaRPr>
                    </a:p>
                  </a:txBody>
                  <a:tcPr marL="6482" marR="6482" marT="6482" marB="0" anchor="b"/>
                </a:tc>
                <a:tc>
                  <a:txBody>
                    <a:bodyPr/>
                    <a:lstStyle/>
                    <a:p>
                      <a:pPr algn="r" fontAlgn="b"/>
                      <a:r>
                        <a:rPr lang="en-US" sz="900" u="none" strike="noStrike">
                          <a:effectLst/>
                        </a:rPr>
                        <a:t>$33,200.27</a:t>
                      </a:r>
                      <a:endParaRPr lang="en-US" sz="900" b="0" i="0" u="none" strike="noStrike">
                        <a:solidFill>
                          <a:srgbClr val="000000"/>
                        </a:solidFill>
                        <a:effectLst/>
                        <a:latin typeface="Aptos Narrow" panose="020B0004020202020204" pitchFamily="34" charset="0"/>
                      </a:endParaRPr>
                    </a:p>
                  </a:txBody>
                  <a:tcPr marL="6482" marR="6482" marT="6482" marB="0" anchor="b"/>
                </a:tc>
                <a:extLst>
                  <a:ext uri="{0D108BD9-81ED-4DB2-BD59-A6C34878D82A}">
                    <a16:rowId xmlns:a16="http://schemas.microsoft.com/office/drawing/2014/main" val="1811092025"/>
                  </a:ext>
                </a:extLst>
              </a:tr>
              <a:tr h="142579">
                <a:tc>
                  <a:txBody>
                    <a:bodyPr/>
                    <a:lstStyle/>
                    <a:p>
                      <a:pPr algn="ctr" fontAlgn="ctr"/>
                      <a:r>
                        <a:rPr lang="en-US" sz="900" u="none" strike="noStrike">
                          <a:effectLst/>
                        </a:rPr>
                        <a:t>24</a:t>
                      </a:r>
                      <a:endParaRPr lang="en-US" sz="900" b="0" i="0" u="none" strike="noStrike">
                        <a:solidFill>
                          <a:srgbClr val="000000"/>
                        </a:solidFill>
                        <a:effectLst/>
                        <a:latin typeface="Aptos Narrow" panose="020B0004020202020204" pitchFamily="34" charset="0"/>
                      </a:endParaRPr>
                    </a:p>
                  </a:txBody>
                  <a:tcPr marL="6482" marR="6482" marT="6482" marB="0" anchor="ctr"/>
                </a:tc>
                <a:tc>
                  <a:txBody>
                    <a:bodyPr/>
                    <a:lstStyle/>
                    <a:p>
                      <a:pPr algn="r" fontAlgn="b"/>
                      <a:r>
                        <a:rPr lang="en-US" sz="900" u="none" strike="noStrike">
                          <a:effectLst/>
                        </a:rPr>
                        <a:t>$61,384.55</a:t>
                      </a:r>
                      <a:endParaRPr lang="en-US" sz="900" b="0" i="0" u="none" strike="noStrike">
                        <a:solidFill>
                          <a:srgbClr val="000000"/>
                        </a:solidFill>
                        <a:effectLst/>
                        <a:latin typeface="Aptos Narrow" panose="020B0004020202020204" pitchFamily="34" charset="0"/>
                      </a:endParaRPr>
                    </a:p>
                  </a:txBody>
                  <a:tcPr marL="6482" marR="6482" marT="6482" marB="0" anchor="b"/>
                </a:tc>
                <a:tc>
                  <a:txBody>
                    <a:bodyPr/>
                    <a:lstStyle/>
                    <a:p>
                      <a:pPr algn="r" fontAlgn="b"/>
                      <a:r>
                        <a:rPr lang="en-US" sz="900" u="none" strike="noStrike">
                          <a:effectLst/>
                        </a:rPr>
                        <a:t>$28,338.17</a:t>
                      </a:r>
                      <a:endParaRPr lang="en-US" sz="900" b="0" i="0" u="none" strike="noStrike">
                        <a:solidFill>
                          <a:srgbClr val="000000"/>
                        </a:solidFill>
                        <a:effectLst/>
                        <a:latin typeface="Aptos Narrow" panose="020B0004020202020204" pitchFamily="34" charset="0"/>
                      </a:endParaRPr>
                    </a:p>
                  </a:txBody>
                  <a:tcPr marL="6482" marR="6482" marT="6482" marB="0" anchor="b"/>
                </a:tc>
                <a:extLst>
                  <a:ext uri="{0D108BD9-81ED-4DB2-BD59-A6C34878D82A}">
                    <a16:rowId xmlns:a16="http://schemas.microsoft.com/office/drawing/2014/main" val="2963935735"/>
                  </a:ext>
                </a:extLst>
              </a:tr>
              <a:tr h="142579">
                <a:tc>
                  <a:txBody>
                    <a:bodyPr/>
                    <a:lstStyle/>
                    <a:p>
                      <a:pPr algn="ctr" fontAlgn="ctr"/>
                      <a:r>
                        <a:rPr lang="en-US" sz="900" u="none" strike="noStrike">
                          <a:effectLst/>
                        </a:rPr>
                        <a:t>25</a:t>
                      </a:r>
                      <a:endParaRPr lang="en-US" sz="900" b="0" i="0" u="none" strike="noStrike">
                        <a:solidFill>
                          <a:srgbClr val="000000"/>
                        </a:solidFill>
                        <a:effectLst/>
                        <a:latin typeface="Aptos Narrow" panose="020B0004020202020204" pitchFamily="34" charset="0"/>
                      </a:endParaRPr>
                    </a:p>
                  </a:txBody>
                  <a:tcPr marL="6482" marR="6482" marT="6482" marB="0" anchor="ctr"/>
                </a:tc>
                <a:tc>
                  <a:txBody>
                    <a:bodyPr/>
                    <a:lstStyle/>
                    <a:p>
                      <a:pPr algn="r" fontAlgn="b"/>
                      <a:r>
                        <a:rPr lang="en-US" sz="900" u="none" strike="noStrike">
                          <a:effectLst/>
                        </a:rPr>
                        <a:t>$49,780.18</a:t>
                      </a:r>
                      <a:endParaRPr lang="en-US" sz="900" b="0" i="0" u="none" strike="noStrike">
                        <a:solidFill>
                          <a:srgbClr val="000000"/>
                        </a:solidFill>
                        <a:effectLst/>
                        <a:latin typeface="Aptos Narrow" panose="020B0004020202020204" pitchFamily="34" charset="0"/>
                      </a:endParaRPr>
                    </a:p>
                  </a:txBody>
                  <a:tcPr marL="6482" marR="6482" marT="6482" marB="0" anchor="b"/>
                </a:tc>
                <a:tc>
                  <a:txBody>
                    <a:bodyPr/>
                    <a:lstStyle/>
                    <a:p>
                      <a:pPr algn="r" fontAlgn="b"/>
                      <a:r>
                        <a:rPr lang="en-US" sz="900" u="none" strike="noStrike">
                          <a:effectLst/>
                        </a:rPr>
                        <a:t>$26,265.35</a:t>
                      </a:r>
                      <a:endParaRPr lang="en-US" sz="900" b="0" i="0" u="none" strike="noStrike">
                        <a:solidFill>
                          <a:srgbClr val="000000"/>
                        </a:solidFill>
                        <a:effectLst/>
                        <a:latin typeface="Aptos Narrow" panose="020B0004020202020204" pitchFamily="34" charset="0"/>
                      </a:endParaRPr>
                    </a:p>
                  </a:txBody>
                  <a:tcPr marL="6482" marR="6482" marT="6482" marB="0" anchor="b"/>
                </a:tc>
                <a:extLst>
                  <a:ext uri="{0D108BD9-81ED-4DB2-BD59-A6C34878D82A}">
                    <a16:rowId xmlns:a16="http://schemas.microsoft.com/office/drawing/2014/main" val="3333529834"/>
                  </a:ext>
                </a:extLst>
              </a:tr>
              <a:tr h="142579">
                <a:tc>
                  <a:txBody>
                    <a:bodyPr/>
                    <a:lstStyle/>
                    <a:p>
                      <a:pPr algn="ctr" fontAlgn="ctr"/>
                      <a:r>
                        <a:rPr lang="en-US" sz="900" u="none" strike="noStrike">
                          <a:effectLst/>
                        </a:rPr>
                        <a:t>26</a:t>
                      </a:r>
                      <a:endParaRPr lang="en-US" sz="900" b="0" i="0" u="none" strike="noStrike">
                        <a:solidFill>
                          <a:srgbClr val="000000"/>
                        </a:solidFill>
                        <a:effectLst/>
                        <a:latin typeface="Aptos Narrow" panose="020B0004020202020204" pitchFamily="34" charset="0"/>
                      </a:endParaRPr>
                    </a:p>
                  </a:txBody>
                  <a:tcPr marL="6482" marR="6482" marT="6482" marB="0" anchor="ctr"/>
                </a:tc>
                <a:tc>
                  <a:txBody>
                    <a:bodyPr/>
                    <a:lstStyle/>
                    <a:p>
                      <a:pPr algn="r" fontAlgn="b"/>
                      <a:r>
                        <a:rPr lang="en-US" sz="900" u="none" strike="noStrike">
                          <a:effectLst/>
                        </a:rPr>
                        <a:t>$50,474.57</a:t>
                      </a:r>
                      <a:endParaRPr lang="en-US" sz="900" b="0" i="0" u="none" strike="noStrike">
                        <a:solidFill>
                          <a:srgbClr val="000000"/>
                        </a:solidFill>
                        <a:effectLst/>
                        <a:latin typeface="Aptos Narrow" panose="020B0004020202020204" pitchFamily="34" charset="0"/>
                      </a:endParaRPr>
                    </a:p>
                  </a:txBody>
                  <a:tcPr marL="6482" marR="6482" marT="6482" marB="0" anchor="b"/>
                </a:tc>
                <a:tc>
                  <a:txBody>
                    <a:bodyPr/>
                    <a:lstStyle/>
                    <a:p>
                      <a:pPr algn="r" fontAlgn="b"/>
                      <a:r>
                        <a:rPr lang="en-US" sz="900" u="none" strike="noStrike">
                          <a:effectLst/>
                        </a:rPr>
                        <a:t>$34,373.99</a:t>
                      </a:r>
                      <a:endParaRPr lang="en-US" sz="900" b="0" i="0" u="none" strike="noStrike">
                        <a:solidFill>
                          <a:srgbClr val="000000"/>
                        </a:solidFill>
                        <a:effectLst/>
                        <a:latin typeface="Aptos Narrow" panose="020B0004020202020204" pitchFamily="34" charset="0"/>
                      </a:endParaRPr>
                    </a:p>
                  </a:txBody>
                  <a:tcPr marL="6482" marR="6482" marT="6482" marB="0" anchor="b"/>
                </a:tc>
                <a:extLst>
                  <a:ext uri="{0D108BD9-81ED-4DB2-BD59-A6C34878D82A}">
                    <a16:rowId xmlns:a16="http://schemas.microsoft.com/office/drawing/2014/main" val="4264620603"/>
                  </a:ext>
                </a:extLst>
              </a:tr>
              <a:tr h="142579">
                <a:tc>
                  <a:txBody>
                    <a:bodyPr/>
                    <a:lstStyle/>
                    <a:p>
                      <a:pPr algn="ctr" fontAlgn="ctr"/>
                      <a:r>
                        <a:rPr lang="en-US" sz="900" u="none" strike="noStrike">
                          <a:effectLst/>
                        </a:rPr>
                        <a:t>27</a:t>
                      </a:r>
                      <a:endParaRPr lang="en-US" sz="900" b="0" i="0" u="none" strike="noStrike">
                        <a:solidFill>
                          <a:srgbClr val="000000"/>
                        </a:solidFill>
                        <a:effectLst/>
                        <a:latin typeface="Aptos Narrow" panose="020B0004020202020204" pitchFamily="34" charset="0"/>
                      </a:endParaRPr>
                    </a:p>
                  </a:txBody>
                  <a:tcPr marL="6482" marR="6482" marT="6482" marB="0" anchor="ctr"/>
                </a:tc>
                <a:tc>
                  <a:txBody>
                    <a:bodyPr/>
                    <a:lstStyle/>
                    <a:p>
                      <a:pPr algn="r" fontAlgn="b"/>
                      <a:r>
                        <a:rPr lang="en-US" sz="900" u="none" strike="noStrike">
                          <a:effectLst/>
                        </a:rPr>
                        <a:t>$43,281.92</a:t>
                      </a:r>
                      <a:endParaRPr lang="en-US" sz="900" b="0" i="0" u="none" strike="noStrike">
                        <a:solidFill>
                          <a:srgbClr val="000000"/>
                        </a:solidFill>
                        <a:effectLst/>
                        <a:latin typeface="Aptos Narrow" panose="020B0004020202020204" pitchFamily="34" charset="0"/>
                      </a:endParaRPr>
                    </a:p>
                  </a:txBody>
                  <a:tcPr marL="6482" marR="6482" marT="6482" marB="0" anchor="b"/>
                </a:tc>
                <a:tc>
                  <a:txBody>
                    <a:bodyPr/>
                    <a:lstStyle/>
                    <a:p>
                      <a:pPr algn="r" fontAlgn="b"/>
                      <a:r>
                        <a:rPr lang="en-US" sz="900" u="none" strike="noStrike">
                          <a:effectLst/>
                        </a:rPr>
                        <a:t>$37,312.85</a:t>
                      </a:r>
                      <a:endParaRPr lang="en-US" sz="900" b="0" i="0" u="none" strike="noStrike">
                        <a:solidFill>
                          <a:srgbClr val="000000"/>
                        </a:solidFill>
                        <a:effectLst/>
                        <a:latin typeface="Aptos Narrow" panose="020B0004020202020204" pitchFamily="34" charset="0"/>
                      </a:endParaRPr>
                    </a:p>
                  </a:txBody>
                  <a:tcPr marL="6482" marR="6482" marT="6482" marB="0" anchor="b"/>
                </a:tc>
                <a:extLst>
                  <a:ext uri="{0D108BD9-81ED-4DB2-BD59-A6C34878D82A}">
                    <a16:rowId xmlns:a16="http://schemas.microsoft.com/office/drawing/2014/main" val="2735514006"/>
                  </a:ext>
                </a:extLst>
              </a:tr>
              <a:tr h="142579">
                <a:tc>
                  <a:txBody>
                    <a:bodyPr/>
                    <a:lstStyle/>
                    <a:p>
                      <a:pPr algn="ctr" fontAlgn="ctr"/>
                      <a:r>
                        <a:rPr lang="en-US" sz="900" u="none" strike="noStrike">
                          <a:effectLst/>
                        </a:rPr>
                        <a:t>28</a:t>
                      </a:r>
                      <a:endParaRPr lang="en-US" sz="900" b="0" i="0" u="none" strike="noStrike">
                        <a:solidFill>
                          <a:srgbClr val="000000"/>
                        </a:solidFill>
                        <a:effectLst/>
                        <a:latin typeface="Aptos Narrow" panose="020B0004020202020204" pitchFamily="34" charset="0"/>
                      </a:endParaRPr>
                    </a:p>
                  </a:txBody>
                  <a:tcPr marL="6482" marR="6482" marT="6482" marB="0" anchor="ctr"/>
                </a:tc>
                <a:tc>
                  <a:txBody>
                    <a:bodyPr/>
                    <a:lstStyle/>
                    <a:p>
                      <a:pPr algn="r" fontAlgn="b"/>
                      <a:r>
                        <a:rPr lang="en-US" sz="900" u="none" strike="noStrike">
                          <a:effectLst/>
                        </a:rPr>
                        <a:t>$55,484.64</a:t>
                      </a:r>
                      <a:endParaRPr lang="en-US" sz="900" b="0" i="0" u="none" strike="noStrike">
                        <a:solidFill>
                          <a:srgbClr val="000000"/>
                        </a:solidFill>
                        <a:effectLst/>
                        <a:latin typeface="Aptos Narrow" panose="020B0004020202020204" pitchFamily="34" charset="0"/>
                      </a:endParaRPr>
                    </a:p>
                  </a:txBody>
                  <a:tcPr marL="6482" marR="6482" marT="6482" marB="0" anchor="b"/>
                </a:tc>
                <a:tc>
                  <a:txBody>
                    <a:bodyPr/>
                    <a:lstStyle/>
                    <a:p>
                      <a:pPr algn="r" fontAlgn="b"/>
                      <a:r>
                        <a:rPr lang="en-US" sz="900" u="none" strike="noStrike" dirty="0">
                          <a:effectLst/>
                        </a:rPr>
                        <a:t>$37,709.73</a:t>
                      </a:r>
                      <a:endParaRPr lang="en-US" sz="900" b="0" i="0" u="none" strike="noStrike" dirty="0">
                        <a:solidFill>
                          <a:srgbClr val="000000"/>
                        </a:solidFill>
                        <a:effectLst/>
                        <a:latin typeface="Aptos Narrow" panose="020B0004020202020204" pitchFamily="34" charset="0"/>
                      </a:endParaRPr>
                    </a:p>
                  </a:txBody>
                  <a:tcPr marL="6482" marR="6482" marT="6482" marB="0" anchor="b"/>
                </a:tc>
                <a:extLst>
                  <a:ext uri="{0D108BD9-81ED-4DB2-BD59-A6C34878D82A}">
                    <a16:rowId xmlns:a16="http://schemas.microsoft.com/office/drawing/2014/main" val="3002554810"/>
                  </a:ext>
                </a:extLst>
              </a:tr>
              <a:tr h="142579">
                <a:tc>
                  <a:txBody>
                    <a:bodyPr/>
                    <a:lstStyle/>
                    <a:p>
                      <a:pPr algn="ctr" fontAlgn="ctr"/>
                      <a:r>
                        <a:rPr lang="en-US" sz="900" u="none" strike="noStrike">
                          <a:effectLst/>
                        </a:rPr>
                        <a:t>29</a:t>
                      </a:r>
                      <a:endParaRPr lang="en-US" sz="900" b="0" i="0" u="none" strike="noStrike">
                        <a:solidFill>
                          <a:srgbClr val="000000"/>
                        </a:solidFill>
                        <a:effectLst/>
                        <a:latin typeface="Aptos Narrow" panose="020B0004020202020204" pitchFamily="34" charset="0"/>
                      </a:endParaRPr>
                    </a:p>
                  </a:txBody>
                  <a:tcPr marL="6482" marR="6482" marT="6482" marB="0" anchor="ctr"/>
                </a:tc>
                <a:tc>
                  <a:txBody>
                    <a:bodyPr/>
                    <a:lstStyle/>
                    <a:p>
                      <a:pPr algn="r" fontAlgn="b"/>
                      <a:r>
                        <a:rPr lang="en-US" sz="900" u="none" strike="noStrike">
                          <a:effectLst/>
                        </a:rPr>
                        <a:t>$24,409.73</a:t>
                      </a:r>
                      <a:endParaRPr lang="en-US" sz="900" b="0" i="0" u="none" strike="noStrike">
                        <a:solidFill>
                          <a:srgbClr val="000000"/>
                        </a:solidFill>
                        <a:effectLst/>
                        <a:latin typeface="Aptos Narrow" panose="020B0004020202020204" pitchFamily="34" charset="0"/>
                      </a:endParaRPr>
                    </a:p>
                  </a:txBody>
                  <a:tcPr marL="6482" marR="6482" marT="6482" marB="0" anchor="b"/>
                </a:tc>
                <a:tc>
                  <a:txBody>
                    <a:bodyPr/>
                    <a:lstStyle/>
                    <a:p>
                      <a:pPr algn="r" fontAlgn="b"/>
                      <a:r>
                        <a:rPr lang="en-US" sz="900" u="none" strike="noStrike">
                          <a:effectLst/>
                        </a:rPr>
                        <a:t>$35,106.01</a:t>
                      </a:r>
                      <a:endParaRPr lang="en-US" sz="900" b="0" i="0" u="none" strike="noStrike">
                        <a:solidFill>
                          <a:srgbClr val="000000"/>
                        </a:solidFill>
                        <a:effectLst/>
                        <a:latin typeface="Aptos Narrow" panose="020B0004020202020204" pitchFamily="34" charset="0"/>
                      </a:endParaRPr>
                    </a:p>
                  </a:txBody>
                  <a:tcPr marL="6482" marR="6482" marT="6482" marB="0" anchor="b"/>
                </a:tc>
                <a:extLst>
                  <a:ext uri="{0D108BD9-81ED-4DB2-BD59-A6C34878D82A}">
                    <a16:rowId xmlns:a16="http://schemas.microsoft.com/office/drawing/2014/main" val="941501412"/>
                  </a:ext>
                </a:extLst>
              </a:tr>
              <a:tr h="142579">
                <a:tc>
                  <a:txBody>
                    <a:bodyPr/>
                    <a:lstStyle/>
                    <a:p>
                      <a:pPr algn="ctr" fontAlgn="ctr"/>
                      <a:r>
                        <a:rPr lang="en-US" sz="900" u="none" strike="noStrike">
                          <a:effectLst/>
                        </a:rPr>
                        <a:t>30</a:t>
                      </a:r>
                      <a:endParaRPr lang="en-US" sz="900" b="0" i="0" u="none" strike="noStrike">
                        <a:solidFill>
                          <a:srgbClr val="000000"/>
                        </a:solidFill>
                        <a:effectLst/>
                        <a:latin typeface="Aptos Narrow" panose="020B0004020202020204" pitchFamily="34" charset="0"/>
                      </a:endParaRPr>
                    </a:p>
                  </a:txBody>
                  <a:tcPr marL="6482" marR="6482" marT="6482" marB="0" anchor="ctr"/>
                </a:tc>
                <a:tc>
                  <a:txBody>
                    <a:bodyPr/>
                    <a:lstStyle/>
                    <a:p>
                      <a:pPr algn="r" fontAlgn="b"/>
                      <a:r>
                        <a:rPr lang="en-US" sz="900" u="none" strike="noStrike">
                          <a:effectLst/>
                        </a:rPr>
                        <a:t>$40,489.49</a:t>
                      </a:r>
                      <a:endParaRPr lang="en-US" sz="900" b="0" i="0" u="none" strike="noStrike">
                        <a:solidFill>
                          <a:srgbClr val="000000"/>
                        </a:solidFill>
                        <a:effectLst/>
                        <a:latin typeface="Aptos Narrow" panose="020B0004020202020204" pitchFamily="34" charset="0"/>
                      </a:endParaRPr>
                    </a:p>
                  </a:txBody>
                  <a:tcPr marL="6482" marR="6482" marT="6482" marB="0" anchor="b"/>
                </a:tc>
                <a:tc>
                  <a:txBody>
                    <a:bodyPr/>
                    <a:lstStyle/>
                    <a:p>
                      <a:pPr algn="r" fontAlgn="b"/>
                      <a:r>
                        <a:rPr lang="en-US" sz="900" u="none" strike="noStrike" dirty="0">
                          <a:effectLst/>
                        </a:rPr>
                        <a:t>$37,807.11</a:t>
                      </a:r>
                      <a:endParaRPr lang="en-US" sz="900" b="0" i="0" u="none" strike="noStrike" dirty="0">
                        <a:solidFill>
                          <a:srgbClr val="000000"/>
                        </a:solidFill>
                        <a:effectLst/>
                        <a:latin typeface="Aptos Narrow" panose="020B0004020202020204" pitchFamily="34" charset="0"/>
                      </a:endParaRPr>
                    </a:p>
                  </a:txBody>
                  <a:tcPr marL="6482" marR="6482" marT="6482" marB="0" anchor="b"/>
                </a:tc>
                <a:extLst>
                  <a:ext uri="{0D108BD9-81ED-4DB2-BD59-A6C34878D82A}">
                    <a16:rowId xmlns:a16="http://schemas.microsoft.com/office/drawing/2014/main" val="4138777277"/>
                  </a:ext>
                </a:extLst>
              </a:tr>
            </a:tbl>
          </a:graphicData>
        </a:graphic>
      </p:graphicFrame>
      <p:pic>
        <p:nvPicPr>
          <p:cNvPr id="17" name="Picture 16">
            <a:extLst>
              <a:ext uri="{FF2B5EF4-FFF2-40B4-BE49-F238E27FC236}">
                <a16:creationId xmlns:a16="http://schemas.microsoft.com/office/drawing/2014/main" id="{A446E4E7-2D2F-E56F-C1FF-B14D6CD31C64}"/>
              </a:ext>
            </a:extLst>
          </p:cNvPr>
          <p:cNvPicPr>
            <a:picLocks noChangeAspect="1"/>
          </p:cNvPicPr>
          <p:nvPr/>
        </p:nvPicPr>
        <p:blipFill>
          <a:blip r:embed="rId4"/>
          <a:stretch>
            <a:fillRect/>
          </a:stretch>
        </p:blipFill>
        <p:spPr>
          <a:xfrm>
            <a:off x="7029035" y="5422516"/>
            <a:ext cx="1528363" cy="1275922"/>
          </a:xfrm>
          <a:prstGeom prst="rect">
            <a:avLst/>
          </a:prstGeom>
        </p:spPr>
      </p:pic>
      <mc:AlternateContent xmlns:mc="http://schemas.openxmlformats.org/markup-compatibility/2006" xmlns:a14="http://schemas.microsoft.com/office/drawing/2010/main">
        <mc:Choice Requires="a14">
          <p:graphicFrame>
            <p:nvGraphicFramePr>
              <p:cNvPr id="18" name="Table 17">
                <a:extLst>
                  <a:ext uri="{FF2B5EF4-FFF2-40B4-BE49-F238E27FC236}">
                    <a16:creationId xmlns:a16="http://schemas.microsoft.com/office/drawing/2014/main" id="{938EC4BD-0DC9-1F7C-F997-F545622A836C}"/>
                  </a:ext>
                </a:extLst>
              </p:cNvPr>
              <p:cNvGraphicFramePr>
                <a:graphicFrameLocks noGrp="1"/>
              </p:cNvGraphicFramePr>
              <p:nvPr>
                <p:extLst>
                  <p:ext uri="{D42A27DB-BD31-4B8C-83A1-F6EECF244321}">
                    <p14:modId xmlns:p14="http://schemas.microsoft.com/office/powerpoint/2010/main" val="3692885900"/>
                  </p:ext>
                </p:extLst>
              </p:nvPr>
            </p:nvGraphicFramePr>
            <p:xfrm>
              <a:off x="711259" y="5799005"/>
              <a:ext cx="6059192" cy="741680"/>
            </p:xfrm>
            <a:graphic>
              <a:graphicData uri="http://schemas.openxmlformats.org/drawingml/2006/table">
                <a:tbl>
                  <a:tblPr firstRow="1" bandRow="1">
                    <a:tableStyleId>{2D5ABB26-0587-4C30-8999-92F81FD0307C}</a:tableStyleId>
                  </a:tblPr>
                  <a:tblGrid>
                    <a:gridCol w="2183565">
                      <a:extLst>
                        <a:ext uri="{9D8B030D-6E8A-4147-A177-3AD203B41FA5}">
                          <a16:colId xmlns:a16="http://schemas.microsoft.com/office/drawing/2014/main" val="1634309218"/>
                        </a:ext>
                      </a:extLst>
                    </a:gridCol>
                    <a:gridCol w="3875627">
                      <a:extLst>
                        <a:ext uri="{9D8B030D-6E8A-4147-A177-3AD203B41FA5}">
                          <a16:colId xmlns:a16="http://schemas.microsoft.com/office/drawing/2014/main" val="2145643364"/>
                        </a:ext>
                      </a:extLst>
                    </a:gridCol>
                  </a:tblGrid>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lang="pt-BR" sz="1200" i="1" smtClean="0">
                                        <a:solidFill>
                                          <a:srgbClr val="002060"/>
                                        </a:solidFill>
                                        <a:latin typeface="Cambria Math" panose="02040503050406030204" pitchFamily="18" charset="0"/>
                                      </a:rPr>
                                    </m:ctrlPr>
                                  </m:sSubPr>
                                  <m:e>
                                    <m:r>
                                      <a:rPr lang="en-US" sz="1200" b="0" i="1" smtClean="0">
                                        <a:solidFill>
                                          <a:srgbClr val="002060"/>
                                        </a:solidFill>
                                        <a:latin typeface="Cambria Math" panose="02040503050406030204" pitchFamily="18" charset="0"/>
                                      </a:rPr>
                                      <m:t>𝐻</m:t>
                                    </m:r>
                                  </m:e>
                                  <m:sub>
                                    <m:r>
                                      <a:rPr lang="pt-BR" sz="1200" i="1" smtClean="0">
                                        <a:solidFill>
                                          <a:srgbClr val="002060"/>
                                        </a:solidFill>
                                        <a:latin typeface="Cambria Math" panose="02040503050406030204" pitchFamily="18" charset="0"/>
                                      </a:rPr>
                                      <m:t>0</m:t>
                                    </m:r>
                                  </m:sub>
                                </m:sSub>
                                <m:r>
                                  <a:rPr lang="en-US" sz="1200" b="0" i="1" smtClean="0">
                                    <a:solidFill>
                                      <a:srgbClr val="002060"/>
                                    </a:solidFill>
                                    <a:latin typeface="Cambria Math" panose="02040503050406030204" pitchFamily="18" charset="0"/>
                                  </a:rPr>
                                  <m:t>:</m:t>
                                </m:r>
                                <m:sSub>
                                  <m:sSubPr>
                                    <m:ctrlPr>
                                      <a:rPr lang="pt-BR" sz="1200" i="1">
                                        <a:solidFill>
                                          <a:srgbClr val="002060"/>
                                        </a:solidFill>
                                        <a:latin typeface="Cambria Math" panose="02040503050406030204" pitchFamily="18" charset="0"/>
                                      </a:rPr>
                                    </m:ctrlPr>
                                  </m:sSubPr>
                                  <m:e>
                                    <m:r>
                                      <m:rPr>
                                        <m:nor/>
                                      </m:rPr>
                                      <a:rPr lang="en-US" sz="1200" i="1" dirty="0">
                                        <a:solidFill>
                                          <a:srgbClr val="002060"/>
                                        </a:solidFill>
                                      </a:rPr>
                                      <m:t>µ</m:t>
                                    </m:r>
                                  </m:e>
                                  <m:sub>
                                    <m:r>
                                      <a:rPr lang="en-US" sz="1200" b="0" i="1" smtClean="0">
                                        <a:solidFill>
                                          <a:srgbClr val="002060"/>
                                        </a:solidFill>
                                        <a:latin typeface="Cambria Math" panose="02040503050406030204" pitchFamily="18" charset="0"/>
                                      </a:rPr>
                                      <m:t>𝑚𝑎𝑙𝑒</m:t>
                                    </m:r>
                                  </m:sub>
                                </m:sSub>
                                <m:r>
                                  <a:rPr lang="en-US" sz="1200" b="0" i="1" dirty="0" smtClean="0">
                                    <a:solidFill>
                                      <a:srgbClr val="002060"/>
                                    </a:solidFill>
                                    <a:latin typeface="Cambria Math" panose="02040503050406030204" pitchFamily="18" charset="0"/>
                                  </a:rPr>
                                  <m:t>=</m:t>
                                </m:r>
                                <m:sSub>
                                  <m:sSubPr>
                                    <m:ctrlPr>
                                      <a:rPr lang="pt-BR" sz="1200" i="1">
                                        <a:solidFill>
                                          <a:srgbClr val="002060"/>
                                        </a:solidFill>
                                        <a:latin typeface="Cambria Math" panose="02040503050406030204" pitchFamily="18" charset="0"/>
                                      </a:rPr>
                                    </m:ctrlPr>
                                  </m:sSubPr>
                                  <m:e>
                                    <m:r>
                                      <m:rPr>
                                        <m:nor/>
                                      </m:rPr>
                                      <a:rPr lang="en-US" sz="1200" i="1" dirty="0">
                                        <a:solidFill>
                                          <a:srgbClr val="002060"/>
                                        </a:solidFill>
                                      </a:rPr>
                                      <m:t>µ</m:t>
                                    </m:r>
                                  </m:e>
                                  <m:sub>
                                    <m:r>
                                      <a:rPr lang="en-US" sz="1200" b="0" i="1" dirty="0" smtClean="0">
                                        <a:solidFill>
                                          <a:srgbClr val="002060"/>
                                        </a:solidFill>
                                        <a:latin typeface="Cambria Math" panose="02040503050406030204" pitchFamily="18" charset="0"/>
                                      </a:rPr>
                                      <m:t>𝑓𝑒</m:t>
                                    </m:r>
                                    <m:r>
                                      <a:rPr lang="en-US" sz="1200" i="1">
                                        <a:solidFill>
                                          <a:srgbClr val="002060"/>
                                        </a:solidFill>
                                        <a:latin typeface="Cambria Math" panose="02040503050406030204" pitchFamily="18" charset="0"/>
                                      </a:rPr>
                                      <m:t>𝑚𝑎𝑙𝑒</m:t>
                                    </m:r>
                                  </m:sub>
                                </m:sSub>
                              </m:oMath>
                            </m:oMathPara>
                          </a14:m>
                          <a:endParaRPr lang="en-US" sz="1200" b="0" i="1" dirty="0">
                            <a:solidFill>
                              <a:srgbClr val="002060"/>
                            </a:solidFill>
                          </a:endParaRPr>
                        </a:p>
                      </a:txBody>
                      <a:tcPr/>
                    </a:tc>
                    <a:tc>
                      <a:txBody>
                        <a:bodyPr/>
                        <a:lstStyle/>
                        <a:p>
                          <a:r>
                            <a:rPr lang="en-US" sz="1200" b="0" i="1" dirty="0">
                              <a:solidFill>
                                <a:srgbClr val="002060"/>
                              </a:solidFill>
                            </a:rPr>
                            <a:t>Null Hypothesis states that there is no difference</a:t>
                          </a:r>
                          <a:endParaRPr lang="en-US" sz="1200" i="1" dirty="0"/>
                        </a:p>
                      </a:txBody>
                      <a:tcPr/>
                    </a:tc>
                    <a:extLst>
                      <a:ext uri="{0D108BD9-81ED-4DB2-BD59-A6C34878D82A}">
                        <a16:rowId xmlns:a16="http://schemas.microsoft.com/office/drawing/2014/main" val="4212393107"/>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lang="pt-BR" sz="1200" i="1" smtClean="0">
                                        <a:solidFill>
                                          <a:srgbClr val="002060"/>
                                        </a:solidFill>
                                        <a:latin typeface="Cambria Math" panose="02040503050406030204" pitchFamily="18" charset="0"/>
                                      </a:rPr>
                                    </m:ctrlPr>
                                  </m:sSubPr>
                                  <m:e>
                                    <m:r>
                                      <a:rPr lang="en-US" sz="1200" b="0" i="1" smtClean="0">
                                        <a:solidFill>
                                          <a:srgbClr val="002060"/>
                                        </a:solidFill>
                                        <a:latin typeface="Cambria Math" panose="02040503050406030204" pitchFamily="18" charset="0"/>
                                      </a:rPr>
                                      <m:t>𝐻</m:t>
                                    </m:r>
                                  </m:e>
                                  <m:sub>
                                    <m:r>
                                      <a:rPr lang="en-US" sz="1200" b="0" i="1" smtClean="0">
                                        <a:solidFill>
                                          <a:srgbClr val="002060"/>
                                        </a:solidFill>
                                        <a:latin typeface="Cambria Math" panose="02040503050406030204" pitchFamily="18" charset="0"/>
                                      </a:rPr>
                                      <m:t>1</m:t>
                                    </m:r>
                                  </m:sub>
                                </m:sSub>
                                <m:r>
                                  <a:rPr lang="en-US" sz="1200" b="0" i="1" smtClean="0">
                                    <a:solidFill>
                                      <a:srgbClr val="002060"/>
                                    </a:solidFill>
                                    <a:latin typeface="Cambria Math" panose="02040503050406030204" pitchFamily="18" charset="0"/>
                                  </a:rPr>
                                  <m:t>:</m:t>
                                </m:r>
                                <m:sSub>
                                  <m:sSubPr>
                                    <m:ctrlPr>
                                      <a:rPr lang="pt-BR" sz="1200" i="1" smtClean="0">
                                        <a:solidFill>
                                          <a:srgbClr val="002060"/>
                                        </a:solidFill>
                                        <a:latin typeface="Cambria Math" panose="02040503050406030204" pitchFamily="18" charset="0"/>
                                      </a:rPr>
                                    </m:ctrlPr>
                                  </m:sSubPr>
                                  <m:e>
                                    <m:r>
                                      <m:rPr>
                                        <m:nor/>
                                      </m:rPr>
                                      <a:rPr lang="en-US" sz="1200" i="1" dirty="0">
                                        <a:solidFill>
                                          <a:srgbClr val="002060"/>
                                        </a:solidFill>
                                      </a:rPr>
                                      <m:t>µ</m:t>
                                    </m:r>
                                  </m:e>
                                  <m:sub>
                                    <m:r>
                                      <a:rPr lang="en-US" sz="1200" b="0" i="1" smtClean="0">
                                        <a:solidFill>
                                          <a:srgbClr val="002060"/>
                                        </a:solidFill>
                                        <a:latin typeface="Cambria Math" panose="02040503050406030204" pitchFamily="18" charset="0"/>
                                      </a:rPr>
                                      <m:t>𝑚𝑎𝑙𝑒</m:t>
                                    </m:r>
                                    <m:r>
                                      <m:rPr>
                                        <m:nor/>
                                      </m:rPr>
                                      <a:rPr lang="en-US" sz="1200" b="0" i="1" smtClean="0">
                                        <a:solidFill>
                                          <a:srgbClr val="002060"/>
                                        </a:solidFill>
                                        <a:latin typeface="Cambria Math" panose="02040503050406030204" pitchFamily="18" charset="0"/>
                                      </a:rPr>
                                      <m:t> </m:t>
                                    </m:r>
                                    <m:r>
                                      <m:rPr>
                                        <m:nor/>
                                      </m:rPr>
                                      <a:rPr lang="en-US" sz="1200" i="1" dirty="0">
                                        <a:solidFill>
                                          <a:srgbClr val="002060"/>
                                        </a:solidFill>
                                      </a:rPr>
                                      <m:t>≠</m:t>
                                    </m:r>
                                    <m:r>
                                      <m:rPr>
                                        <m:nor/>
                                      </m:rPr>
                                      <a:rPr lang="en-US" sz="1200" b="0" i="1" dirty="0" smtClean="0">
                                        <a:solidFill>
                                          <a:srgbClr val="002060"/>
                                        </a:solidFill>
                                      </a:rPr>
                                      <m:t> </m:t>
                                    </m:r>
                                  </m:sub>
                                </m:sSub>
                                <m:sSub>
                                  <m:sSubPr>
                                    <m:ctrlPr>
                                      <a:rPr lang="pt-BR" sz="1200" i="1">
                                        <a:solidFill>
                                          <a:srgbClr val="002060"/>
                                        </a:solidFill>
                                        <a:latin typeface="Cambria Math" panose="02040503050406030204" pitchFamily="18" charset="0"/>
                                      </a:rPr>
                                    </m:ctrlPr>
                                  </m:sSubPr>
                                  <m:e>
                                    <m:r>
                                      <m:rPr>
                                        <m:nor/>
                                      </m:rPr>
                                      <a:rPr lang="en-US" sz="1200" i="1" dirty="0">
                                        <a:solidFill>
                                          <a:srgbClr val="002060"/>
                                        </a:solidFill>
                                      </a:rPr>
                                      <m:t>µ</m:t>
                                    </m:r>
                                  </m:e>
                                  <m:sub>
                                    <m:r>
                                      <a:rPr lang="en-US" sz="1200" b="0" i="1" dirty="0" smtClean="0">
                                        <a:solidFill>
                                          <a:srgbClr val="002060"/>
                                        </a:solidFill>
                                        <a:latin typeface="Cambria Math" panose="02040503050406030204" pitchFamily="18" charset="0"/>
                                      </a:rPr>
                                      <m:t>𝑓𝑒</m:t>
                                    </m:r>
                                    <m:r>
                                      <a:rPr lang="en-US" sz="1200" i="1">
                                        <a:solidFill>
                                          <a:srgbClr val="002060"/>
                                        </a:solidFill>
                                        <a:latin typeface="Cambria Math" panose="02040503050406030204" pitchFamily="18" charset="0"/>
                                      </a:rPr>
                                      <m:t>𝑚𝑎𝑙𝑒</m:t>
                                    </m:r>
                                  </m:sub>
                                </m:sSub>
                              </m:oMath>
                            </m:oMathPara>
                          </a14:m>
                          <a:endParaRPr lang="en-US" sz="1200" b="0" i="1" dirty="0">
                            <a:solidFill>
                              <a:srgbClr val="002060"/>
                            </a:solidFill>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1" kern="1200" dirty="0">
                              <a:solidFill>
                                <a:srgbClr val="002060"/>
                              </a:solidFill>
                              <a:latin typeface="+mn-lt"/>
                              <a:ea typeface="+mn-ea"/>
                              <a:cs typeface="+mn-cs"/>
                            </a:rPr>
                            <a:t>Alternative Hypothesis claims that there is a difference</a:t>
                          </a:r>
                        </a:p>
                      </a:txBody>
                      <a:tcPr/>
                    </a:tc>
                    <a:extLst>
                      <a:ext uri="{0D108BD9-81ED-4DB2-BD59-A6C34878D82A}">
                        <a16:rowId xmlns:a16="http://schemas.microsoft.com/office/drawing/2014/main" val="2273922309"/>
                      </a:ext>
                    </a:extLst>
                  </a:tr>
                </a:tbl>
              </a:graphicData>
            </a:graphic>
          </p:graphicFrame>
        </mc:Choice>
        <mc:Fallback xmlns="">
          <p:graphicFrame>
            <p:nvGraphicFramePr>
              <p:cNvPr id="18" name="Table 17">
                <a:extLst>
                  <a:ext uri="{FF2B5EF4-FFF2-40B4-BE49-F238E27FC236}">
                    <a16:creationId xmlns:a16="http://schemas.microsoft.com/office/drawing/2014/main" id="{938EC4BD-0DC9-1F7C-F997-F545622A836C}"/>
                  </a:ext>
                </a:extLst>
              </p:cNvPr>
              <p:cNvGraphicFramePr>
                <a:graphicFrameLocks noGrp="1"/>
              </p:cNvGraphicFramePr>
              <p:nvPr>
                <p:extLst>
                  <p:ext uri="{D42A27DB-BD31-4B8C-83A1-F6EECF244321}">
                    <p14:modId xmlns:p14="http://schemas.microsoft.com/office/powerpoint/2010/main" val="3692885900"/>
                  </p:ext>
                </p:extLst>
              </p:nvPr>
            </p:nvGraphicFramePr>
            <p:xfrm>
              <a:off x="711259" y="5799005"/>
              <a:ext cx="6059192" cy="741680"/>
            </p:xfrm>
            <a:graphic>
              <a:graphicData uri="http://schemas.openxmlformats.org/drawingml/2006/table">
                <a:tbl>
                  <a:tblPr firstRow="1" bandRow="1">
                    <a:tableStyleId>{2D5ABB26-0587-4C30-8999-92F81FD0307C}</a:tableStyleId>
                  </a:tblPr>
                  <a:tblGrid>
                    <a:gridCol w="2183565">
                      <a:extLst>
                        <a:ext uri="{9D8B030D-6E8A-4147-A177-3AD203B41FA5}">
                          <a16:colId xmlns:a16="http://schemas.microsoft.com/office/drawing/2014/main" val="1634309218"/>
                        </a:ext>
                      </a:extLst>
                    </a:gridCol>
                    <a:gridCol w="3875627">
                      <a:extLst>
                        <a:ext uri="{9D8B030D-6E8A-4147-A177-3AD203B41FA5}">
                          <a16:colId xmlns:a16="http://schemas.microsoft.com/office/drawing/2014/main" val="2145643364"/>
                        </a:ext>
                      </a:extLst>
                    </a:gridCol>
                  </a:tblGrid>
                  <a:tr h="370840">
                    <a:tc>
                      <a:txBody>
                        <a:bodyPr/>
                        <a:lstStyle/>
                        <a:p>
                          <a:endParaRPr lang="en-US"/>
                        </a:p>
                      </a:txBody>
                      <a:tcPr>
                        <a:blipFill>
                          <a:blip r:embed="rId5"/>
                          <a:stretch>
                            <a:fillRect r="-177159" b="-100000"/>
                          </a:stretch>
                        </a:blipFill>
                      </a:tcPr>
                    </a:tc>
                    <a:tc>
                      <a:txBody>
                        <a:bodyPr/>
                        <a:lstStyle/>
                        <a:p>
                          <a:r>
                            <a:rPr lang="en-US" sz="1200" b="0" i="1" dirty="0">
                              <a:solidFill>
                                <a:srgbClr val="002060"/>
                              </a:solidFill>
                            </a:rPr>
                            <a:t>Null Hypothesis states that there is no difference</a:t>
                          </a:r>
                          <a:endParaRPr lang="en-US" sz="1200" i="1" dirty="0"/>
                        </a:p>
                      </a:txBody>
                      <a:tcPr/>
                    </a:tc>
                    <a:extLst>
                      <a:ext uri="{0D108BD9-81ED-4DB2-BD59-A6C34878D82A}">
                        <a16:rowId xmlns:a16="http://schemas.microsoft.com/office/drawing/2014/main" val="4212393107"/>
                      </a:ext>
                    </a:extLst>
                  </a:tr>
                  <a:tr h="370840">
                    <a:tc>
                      <a:txBody>
                        <a:bodyPr/>
                        <a:lstStyle/>
                        <a:p>
                          <a:endParaRPr lang="en-US"/>
                        </a:p>
                      </a:txBody>
                      <a:tcPr>
                        <a:blipFill>
                          <a:blip r:embed="rId5"/>
                          <a:stretch>
                            <a:fillRect t="-100000" r="-177159"/>
                          </a:stretch>
                        </a:blip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1" kern="1200" dirty="0">
                              <a:solidFill>
                                <a:srgbClr val="002060"/>
                              </a:solidFill>
                              <a:latin typeface="+mn-lt"/>
                              <a:ea typeface="+mn-ea"/>
                              <a:cs typeface="+mn-cs"/>
                            </a:rPr>
                            <a:t>Alternative Hypothesis claims that there is a difference</a:t>
                          </a:r>
                        </a:p>
                      </a:txBody>
                      <a:tcPr/>
                    </a:tc>
                    <a:extLst>
                      <a:ext uri="{0D108BD9-81ED-4DB2-BD59-A6C34878D82A}">
                        <a16:rowId xmlns:a16="http://schemas.microsoft.com/office/drawing/2014/main" val="2273922309"/>
                      </a:ext>
                    </a:extLst>
                  </a:tr>
                </a:tbl>
              </a:graphicData>
            </a:graphic>
          </p:graphicFrame>
        </mc:Fallback>
      </mc:AlternateContent>
    </p:spTree>
    <p:extLst>
      <p:ext uri="{BB962C8B-B14F-4D97-AF65-F5344CB8AC3E}">
        <p14:creationId xmlns:p14="http://schemas.microsoft.com/office/powerpoint/2010/main" val="898885298"/>
      </p:ext>
    </p:extLst>
  </p:cSld>
  <p:clrMapOvr>
    <a:masterClrMapping/>
  </p:clrMapOvr>
  <p:transition spd="med">
    <p:pull/>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4" name="Picture 23">
            <a:extLst>
              <a:ext uri="{FF2B5EF4-FFF2-40B4-BE49-F238E27FC236}">
                <a16:creationId xmlns:a16="http://schemas.microsoft.com/office/drawing/2014/main" id="{78D4F890-CA62-B0EF-8AB4-7766EF08DD67}"/>
              </a:ext>
            </a:extLst>
          </p:cNvPr>
          <p:cNvPicPr>
            <a:picLocks noChangeAspect="1"/>
          </p:cNvPicPr>
          <p:nvPr/>
        </p:nvPicPr>
        <p:blipFill>
          <a:blip r:embed="rId2"/>
          <a:stretch>
            <a:fillRect/>
          </a:stretch>
        </p:blipFill>
        <p:spPr>
          <a:xfrm>
            <a:off x="7116725" y="1868136"/>
            <a:ext cx="3967384" cy="2587748"/>
          </a:xfrm>
          <a:prstGeom prst="rect">
            <a:avLst/>
          </a:prstGeom>
        </p:spPr>
      </p:pic>
      <p:sp>
        <p:nvSpPr>
          <p:cNvPr id="2" name="Title 1">
            <a:extLst>
              <a:ext uri="{FF2B5EF4-FFF2-40B4-BE49-F238E27FC236}">
                <a16:creationId xmlns:a16="http://schemas.microsoft.com/office/drawing/2014/main" id="{FF1B4821-12CC-C73F-FEEF-457E351A61EF}"/>
              </a:ext>
            </a:extLst>
          </p:cNvPr>
          <p:cNvSpPr>
            <a:spLocks noGrp="1"/>
          </p:cNvSpPr>
          <p:nvPr>
            <p:ph type="title"/>
          </p:nvPr>
        </p:nvSpPr>
        <p:spPr/>
        <p:txBody>
          <a:bodyPr>
            <a:noAutofit/>
          </a:bodyPr>
          <a:lstStyle/>
          <a:p>
            <a:pPr algn="ctr"/>
            <a:r>
              <a:rPr lang="en-US" sz="2400" dirty="0"/>
              <a:t>Two Samples T-Test – Testing Independent Groups (Unpaired T Test)</a:t>
            </a:r>
            <a:br>
              <a:rPr lang="en-US" sz="2400" dirty="0"/>
            </a:br>
            <a:r>
              <a:rPr lang="en-US" sz="2400" dirty="0"/>
              <a:t>(variance assumed to be equal)</a:t>
            </a:r>
          </a:p>
        </p:txBody>
      </p:sp>
      <p:pic>
        <p:nvPicPr>
          <p:cNvPr id="8" name="Picture 6" descr="References">
            <a:hlinkClick r:id="rId3"/>
            <a:extLst>
              <a:ext uri="{FF2B5EF4-FFF2-40B4-BE49-F238E27FC236}">
                <a16:creationId xmlns:a16="http://schemas.microsoft.com/office/drawing/2014/main" id="{A234D96B-EB0A-B103-4FB0-0A3C61FDED7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177204" y="6266743"/>
            <a:ext cx="856068" cy="547884"/>
          </a:xfrm>
          <a:prstGeom prst="rect">
            <a:avLst/>
          </a:prstGeom>
          <a:noFill/>
          <a:extLst>
            <a:ext uri="{909E8E84-426E-40DD-AFC4-6F175D3DCCD1}">
              <a14:hiddenFill xmlns:a14="http://schemas.microsoft.com/office/drawing/2010/main">
                <a:solidFill>
                  <a:srgbClr val="FFFFFF"/>
                </a:solidFill>
              </a14:hiddenFill>
            </a:ext>
          </a:extLst>
        </p:spPr>
      </p:pic>
      <p:sp>
        <p:nvSpPr>
          <p:cNvPr id="10" name="Content Placeholder 5">
            <a:extLst>
              <a:ext uri="{FF2B5EF4-FFF2-40B4-BE49-F238E27FC236}">
                <a16:creationId xmlns:a16="http://schemas.microsoft.com/office/drawing/2014/main" id="{91688D97-1A51-3B1C-E6E8-1BE8C7450D74}"/>
              </a:ext>
            </a:extLst>
          </p:cNvPr>
          <p:cNvSpPr txBox="1">
            <a:spLocks/>
          </p:cNvSpPr>
          <p:nvPr/>
        </p:nvSpPr>
        <p:spPr>
          <a:xfrm>
            <a:off x="838199" y="1706007"/>
            <a:ext cx="8060141" cy="4991039"/>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endParaRPr lang="en-US" dirty="0"/>
          </a:p>
        </p:txBody>
      </p:sp>
      <p:sp>
        <p:nvSpPr>
          <p:cNvPr id="11" name="TextBox 10">
            <a:extLst>
              <a:ext uri="{FF2B5EF4-FFF2-40B4-BE49-F238E27FC236}">
                <a16:creationId xmlns:a16="http://schemas.microsoft.com/office/drawing/2014/main" id="{17EC6790-8F63-8213-E000-1453973B36EE}"/>
              </a:ext>
            </a:extLst>
          </p:cNvPr>
          <p:cNvSpPr txBox="1"/>
          <p:nvPr/>
        </p:nvSpPr>
        <p:spPr>
          <a:xfrm>
            <a:off x="929276" y="4956675"/>
            <a:ext cx="10594758" cy="1200329"/>
          </a:xfrm>
          <a:prstGeom prst="rect">
            <a:avLst/>
          </a:prstGeom>
          <a:noFill/>
        </p:spPr>
        <p:txBody>
          <a:bodyPr wrap="square">
            <a:spAutoFit/>
          </a:bodyPr>
          <a:lstStyle/>
          <a:p>
            <a:pPr marL="285750" indent="-285750">
              <a:buFont typeface="Arial" panose="020B0604020202020204" pitchFamily="34" charset="0"/>
              <a:buChar char="•"/>
            </a:pPr>
            <a:r>
              <a:rPr lang="en-US" dirty="0"/>
              <a:t>Based on the sample data and the test statistic, we found that there is a statistically significant difference between male salaries and female salaries.</a:t>
            </a:r>
          </a:p>
          <a:p>
            <a:pPr marL="285750" indent="-285750">
              <a:buFont typeface="Arial" panose="020B0604020202020204" pitchFamily="34" charset="0"/>
              <a:buChar char="•"/>
            </a:pPr>
            <a:r>
              <a:rPr lang="en-US" dirty="0"/>
              <a:t>This finding is supported by the test statistic and the p-value, therefore we REJECT the null hypothesis, and we conclude that the salaries of male graduates and female graduates are not equal.</a:t>
            </a:r>
          </a:p>
        </p:txBody>
      </p:sp>
      <p:pic>
        <p:nvPicPr>
          <p:cNvPr id="16" name="Picture 15">
            <a:extLst>
              <a:ext uri="{FF2B5EF4-FFF2-40B4-BE49-F238E27FC236}">
                <a16:creationId xmlns:a16="http://schemas.microsoft.com/office/drawing/2014/main" id="{44CD7396-D213-4604-4711-39132E2F36E8}"/>
              </a:ext>
            </a:extLst>
          </p:cNvPr>
          <p:cNvPicPr>
            <a:picLocks noChangeAspect="1"/>
          </p:cNvPicPr>
          <p:nvPr/>
        </p:nvPicPr>
        <p:blipFill>
          <a:blip r:embed="rId5"/>
          <a:stretch>
            <a:fillRect/>
          </a:stretch>
        </p:blipFill>
        <p:spPr>
          <a:xfrm>
            <a:off x="1063259" y="1868136"/>
            <a:ext cx="5637791" cy="2635990"/>
          </a:xfrm>
          <a:prstGeom prst="rect">
            <a:avLst/>
          </a:prstGeom>
        </p:spPr>
      </p:pic>
      <p:pic>
        <p:nvPicPr>
          <p:cNvPr id="18" name="Picture 17">
            <a:extLst>
              <a:ext uri="{FF2B5EF4-FFF2-40B4-BE49-F238E27FC236}">
                <a16:creationId xmlns:a16="http://schemas.microsoft.com/office/drawing/2014/main" id="{E8389A90-4747-3D04-D737-6BF8A6B888E3}"/>
              </a:ext>
            </a:extLst>
          </p:cNvPr>
          <p:cNvPicPr>
            <a:picLocks noChangeAspect="1"/>
          </p:cNvPicPr>
          <p:nvPr/>
        </p:nvPicPr>
        <p:blipFill>
          <a:blip r:embed="rId6"/>
          <a:stretch>
            <a:fillRect/>
          </a:stretch>
        </p:blipFill>
        <p:spPr>
          <a:xfrm>
            <a:off x="91118" y="2759095"/>
            <a:ext cx="2776998" cy="1242215"/>
          </a:xfrm>
          <a:prstGeom prst="rect">
            <a:avLst/>
          </a:prstGeom>
        </p:spPr>
      </p:pic>
      <p:sp>
        <p:nvSpPr>
          <p:cNvPr id="20" name="Oval 19">
            <a:extLst>
              <a:ext uri="{FF2B5EF4-FFF2-40B4-BE49-F238E27FC236}">
                <a16:creationId xmlns:a16="http://schemas.microsoft.com/office/drawing/2014/main" id="{66BA3F22-42FB-AEAF-6989-2AAD52441801}"/>
              </a:ext>
            </a:extLst>
          </p:cNvPr>
          <p:cNvSpPr/>
          <p:nvPr/>
        </p:nvSpPr>
        <p:spPr>
          <a:xfrm>
            <a:off x="194553" y="2306546"/>
            <a:ext cx="350196" cy="36531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1</a:t>
            </a:r>
          </a:p>
        </p:txBody>
      </p:sp>
      <p:sp>
        <p:nvSpPr>
          <p:cNvPr id="21" name="Oval 20">
            <a:extLst>
              <a:ext uri="{FF2B5EF4-FFF2-40B4-BE49-F238E27FC236}">
                <a16:creationId xmlns:a16="http://schemas.microsoft.com/office/drawing/2014/main" id="{98927380-ABDB-1A9C-F287-0009EBBEEC15}"/>
              </a:ext>
            </a:extLst>
          </p:cNvPr>
          <p:cNvSpPr/>
          <p:nvPr/>
        </p:nvSpPr>
        <p:spPr>
          <a:xfrm>
            <a:off x="3429056" y="1916378"/>
            <a:ext cx="350196" cy="36531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2</a:t>
            </a:r>
          </a:p>
        </p:txBody>
      </p:sp>
      <p:sp>
        <p:nvSpPr>
          <p:cNvPr id="22" name="Oval 21">
            <a:extLst>
              <a:ext uri="{FF2B5EF4-FFF2-40B4-BE49-F238E27FC236}">
                <a16:creationId xmlns:a16="http://schemas.microsoft.com/office/drawing/2014/main" id="{2FC9EDF6-7CA2-72EE-3CD8-8E9EEBED05FB}"/>
              </a:ext>
            </a:extLst>
          </p:cNvPr>
          <p:cNvSpPr/>
          <p:nvPr/>
        </p:nvSpPr>
        <p:spPr>
          <a:xfrm>
            <a:off x="7070501" y="1502818"/>
            <a:ext cx="350196" cy="36531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3</a:t>
            </a:r>
          </a:p>
        </p:txBody>
      </p:sp>
    </p:spTree>
    <p:extLst>
      <p:ext uri="{BB962C8B-B14F-4D97-AF65-F5344CB8AC3E}">
        <p14:creationId xmlns:p14="http://schemas.microsoft.com/office/powerpoint/2010/main" val="2652660250"/>
      </p:ext>
    </p:extLst>
  </p:cSld>
  <p:clrMapOvr>
    <a:masterClrMapping/>
  </p:clrMapOvr>
  <p:transition spd="med">
    <p:pull/>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2">
            <a:extLst>
              <a:ext uri="{FF2B5EF4-FFF2-40B4-BE49-F238E27FC236}">
                <a16:creationId xmlns:a16="http://schemas.microsoft.com/office/drawing/2014/main" id="{90BAE149-48F3-29AC-F67F-01A60FEF407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108993" y="5427337"/>
            <a:ext cx="2001980" cy="1429985"/>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FF1B4821-12CC-C73F-FEEF-457E351A61EF}"/>
              </a:ext>
            </a:extLst>
          </p:cNvPr>
          <p:cNvSpPr>
            <a:spLocks noGrp="1"/>
          </p:cNvSpPr>
          <p:nvPr>
            <p:ph type="title"/>
          </p:nvPr>
        </p:nvSpPr>
        <p:spPr/>
        <p:txBody>
          <a:bodyPr>
            <a:noAutofit/>
          </a:bodyPr>
          <a:lstStyle/>
          <a:p>
            <a:pPr algn="ctr"/>
            <a:r>
              <a:rPr lang="en-US" sz="2400" dirty="0"/>
              <a:t>Two Samples T-Test – Testing Independent Groups (Unpaired T Test)</a:t>
            </a:r>
            <a:br>
              <a:rPr lang="en-US" sz="2400" dirty="0"/>
            </a:br>
            <a:r>
              <a:rPr lang="en-US" sz="2400" dirty="0"/>
              <a:t>(variance assumed to be NOT equal)</a:t>
            </a:r>
          </a:p>
        </p:txBody>
      </p:sp>
      <p:sp>
        <p:nvSpPr>
          <p:cNvPr id="3" name="Content Placeholder 2">
            <a:extLst>
              <a:ext uri="{FF2B5EF4-FFF2-40B4-BE49-F238E27FC236}">
                <a16:creationId xmlns:a16="http://schemas.microsoft.com/office/drawing/2014/main" id="{DDB8F6FE-FF12-0BA5-D224-71F068E4DF88}"/>
              </a:ext>
            </a:extLst>
          </p:cNvPr>
          <p:cNvSpPr>
            <a:spLocks noGrp="1"/>
          </p:cNvSpPr>
          <p:nvPr>
            <p:ph idx="1"/>
          </p:nvPr>
        </p:nvSpPr>
        <p:spPr>
          <a:xfrm>
            <a:off x="838199" y="1706007"/>
            <a:ext cx="8098277" cy="4991039"/>
          </a:xfrm>
        </p:spPr>
        <p:txBody>
          <a:bodyPr>
            <a:normAutofit/>
          </a:bodyPr>
          <a:lstStyle/>
          <a:p>
            <a:r>
              <a:rPr lang="en-US" dirty="0"/>
              <a:t>In this section we perform a hypothesis test for the means of two populations. </a:t>
            </a:r>
          </a:p>
          <a:p>
            <a:r>
              <a:rPr lang="en-US" dirty="0"/>
              <a:t>To showcase the non-pooled t-test we test a claim that states that the annual salaries for political science female students is higher than the annual salaries of the social science female students. </a:t>
            </a:r>
          </a:p>
          <a:p>
            <a:r>
              <a:rPr lang="en-US" dirty="0"/>
              <a:t>The standard deviations of the two populations are unknown and assumed to be unequal.</a:t>
            </a:r>
          </a:p>
          <a:p>
            <a:r>
              <a:rPr lang="en-US" dirty="0"/>
              <a:t>We want to test at α 1%, whether the mean political science salary is higher than the mean salary of the social science (one tail test, upper tail).</a:t>
            </a:r>
          </a:p>
          <a:p>
            <a:pPr marL="1147763" indent="0">
              <a:lnSpc>
                <a:spcPct val="150000"/>
              </a:lnSpc>
              <a:buNone/>
            </a:pPr>
            <a:endParaRPr lang="en-US" sz="3200" b="0" i="1" dirty="0">
              <a:solidFill>
                <a:srgbClr val="002060"/>
              </a:solidFill>
            </a:endParaRPr>
          </a:p>
          <a:p>
            <a:endParaRPr lang="en-US" dirty="0"/>
          </a:p>
          <a:p>
            <a:endParaRPr lang="en-US" dirty="0"/>
          </a:p>
          <a:p>
            <a:endParaRPr lang="en-US" dirty="0"/>
          </a:p>
          <a:p>
            <a:endParaRPr lang="en-US" dirty="0"/>
          </a:p>
        </p:txBody>
      </p:sp>
      <p:pic>
        <p:nvPicPr>
          <p:cNvPr id="4" name="Picture 6" descr="References">
            <a:hlinkClick r:id="rId3"/>
            <a:extLst>
              <a:ext uri="{FF2B5EF4-FFF2-40B4-BE49-F238E27FC236}">
                <a16:creationId xmlns:a16="http://schemas.microsoft.com/office/drawing/2014/main" id="{B6651D8D-0DF2-AC80-9DA5-BE51C298194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177204" y="6266743"/>
            <a:ext cx="856068" cy="547884"/>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8" name="Table 7">
            <a:extLst>
              <a:ext uri="{FF2B5EF4-FFF2-40B4-BE49-F238E27FC236}">
                <a16:creationId xmlns:a16="http://schemas.microsoft.com/office/drawing/2014/main" id="{EE47F059-4605-7029-1B41-A320E64EF7B7}"/>
              </a:ext>
            </a:extLst>
          </p:cNvPr>
          <p:cNvGraphicFramePr>
            <a:graphicFrameLocks noGrp="1"/>
          </p:cNvGraphicFramePr>
          <p:nvPr>
            <p:extLst>
              <p:ext uri="{D42A27DB-BD31-4B8C-83A1-F6EECF244321}">
                <p14:modId xmlns:p14="http://schemas.microsoft.com/office/powerpoint/2010/main" val="1943494028"/>
              </p:ext>
            </p:extLst>
          </p:nvPr>
        </p:nvGraphicFramePr>
        <p:xfrm>
          <a:off x="9160167" y="1806859"/>
          <a:ext cx="2193633" cy="4351350"/>
        </p:xfrm>
        <a:graphic>
          <a:graphicData uri="http://schemas.openxmlformats.org/drawingml/2006/table">
            <a:tbl>
              <a:tblPr>
                <a:tableStyleId>{5C22544A-7EE6-4342-B048-85BDC9FD1C3A}</a:tableStyleId>
              </a:tblPr>
              <a:tblGrid>
                <a:gridCol w="453855">
                  <a:extLst>
                    <a:ext uri="{9D8B030D-6E8A-4147-A177-3AD203B41FA5}">
                      <a16:colId xmlns:a16="http://schemas.microsoft.com/office/drawing/2014/main" val="2971488133"/>
                    </a:ext>
                  </a:extLst>
                </a:gridCol>
                <a:gridCol w="813157">
                  <a:extLst>
                    <a:ext uri="{9D8B030D-6E8A-4147-A177-3AD203B41FA5}">
                      <a16:colId xmlns:a16="http://schemas.microsoft.com/office/drawing/2014/main" val="2088539395"/>
                    </a:ext>
                  </a:extLst>
                </a:gridCol>
                <a:gridCol w="926621">
                  <a:extLst>
                    <a:ext uri="{9D8B030D-6E8A-4147-A177-3AD203B41FA5}">
                      <a16:colId xmlns:a16="http://schemas.microsoft.com/office/drawing/2014/main" val="1770848902"/>
                    </a:ext>
                  </a:extLst>
                </a:gridCol>
              </a:tblGrid>
              <a:tr h="266640">
                <a:tc>
                  <a:txBody>
                    <a:bodyPr/>
                    <a:lstStyle/>
                    <a:p>
                      <a:pPr algn="l" fontAlgn="b"/>
                      <a:endParaRPr lang="en-US" sz="800" b="0" i="0" u="none" strike="noStrike">
                        <a:solidFill>
                          <a:srgbClr val="000000"/>
                        </a:solidFill>
                        <a:effectLst/>
                        <a:latin typeface="Aptos Narrow" panose="020B0004020202020204" pitchFamily="34" charset="0"/>
                      </a:endParaRPr>
                    </a:p>
                  </a:txBody>
                  <a:tcPr marL="5673" marR="5673" marT="5673" marB="0" anchor="b"/>
                </a:tc>
                <a:tc>
                  <a:txBody>
                    <a:bodyPr/>
                    <a:lstStyle/>
                    <a:p>
                      <a:pPr algn="ctr" fontAlgn="b"/>
                      <a:r>
                        <a:rPr lang="en-US" sz="800" u="none" strike="noStrike">
                          <a:effectLst/>
                        </a:rPr>
                        <a:t>Political Science Random Sample</a:t>
                      </a:r>
                      <a:endParaRPr lang="en-US" sz="800" b="0" i="0" u="none" strike="noStrike">
                        <a:solidFill>
                          <a:srgbClr val="000000"/>
                        </a:solidFill>
                        <a:effectLst/>
                        <a:latin typeface="Aptos Narrow" panose="020B0004020202020204" pitchFamily="34" charset="0"/>
                      </a:endParaRPr>
                    </a:p>
                  </a:txBody>
                  <a:tcPr marL="5673" marR="5673" marT="5673" marB="0" anchor="b"/>
                </a:tc>
                <a:tc>
                  <a:txBody>
                    <a:bodyPr/>
                    <a:lstStyle/>
                    <a:p>
                      <a:pPr algn="ctr" fontAlgn="b"/>
                      <a:r>
                        <a:rPr lang="en-US" sz="800" u="none" strike="noStrike">
                          <a:effectLst/>
                        </a:rPr>
                        <a:t>Social Science Random Sample</a:t>
                      </a:r>
                      <a:endParaRPr lang="en-US" sz="800" b="0" i="0" u="none" strike="noStrike">
                        <a:solidFill>
                          <a:srgbClr val="000000"/>
                        </a:solidFill>
                        <a:effectLst/>
                        <a:latin typeface="Aptos Narrow" panose="020B0004020202020204" pitchFamily="34" charset="0"/>
                      </a:endParaRPr>
                    </a:p>
                  </a:txBody>
                  <a:tcPr marL="5673" marR="5673" marT="5673" marB="0" anchor="b"/>
                </a:tc>
                <a:extLst>
                  <a:ext uri="{0D108BD9-81ED-4DB2-BD59-A6C34878D82A}">
                    <a16:rowId xmlns:a16="http://schemas.microsoft.com/office/drawing/2014/main" val="1439340687"/>
                  </a:ext>
                </a:extLst>
              </a:tr>
              <a:tr h="136157">
                <a:tc>
                  <a:txBody>
                    <a:bodyPr/>
                    <a:lstStyle/>
                    <a:p>
                      <a:pPr algn="ctr" fontAlgn="ctr"/>
                      <a:r>
                        <a:rPr lang="en-US" sz="800" u="none" strike="noStrike">
                          <a:effectLst/>
                        </a:rPr>
                        <a:t>1</a:t>
                      </a:r>
                      <a:endParaRPr lang="en-US" sz="800" b="0" i="0" u="none" strike="noStrike">
                        <a:solidFill>
                          <a:srgbClr val="000000"/>
                        </a:solidFill>
                        <a:effectLst/>
                        <a:latin typeface="Aptos Narrow" panose="020B0004020202020204" pitchFamily="34" charset="0"/>
                      </a:endParaRPr>
                    </a:p>
                  </a:txBody>
                  <a:tcPr marL="5673" marR="5673" marT="5673" marB="0" anchor="ctr"/>
                </a:tc>
                <a:tc>
                  <a:txBody>
                    <a:bodyPr/>
                    <a:lstStyle/>
                    <a:p>
                      <a:pPr algn="ctr" fontAlgn="b"/>
                      <a:r>
                        <a:rPr lang="en-US" sz="800" u="none" strike="noStrike">
                          <a:effectLst/>
                        </a:rPr>
                        <a:t>$30,796.16</a:t>
                      </a:r>
                      <a:endParaRPr lang="en-US" sz="800" b="0" i="0" u="none" strike="noStrike">
                        <a:solidFill>
                          <a:srgbClr val="000000"/>
                        </a:solidFill>
                        <a:effectLst/>
                        <a:latin typeface="Aptos Narrow" panose="020B0004020202020204" pitchFamily="34" charset="0"/>
                      </a:endParaRPr>
                    </a:p>
                  </a:txBody>
                  <a:tcPr marL="5673" marR="5673" marT="5673" marB="0" anchor="b"/>
                </a:tc>
                <a:tc>
                  <a:txBody>
                    <a:bodyPr/>
                    <a:lstStyle/>
                    <a:p>
                      <a:pPr algn="ctr" fontAlgn="b"/>
                      <a:r>
                        <a:rPr lang="en-US" sz="800" u="none" strike="noStrike">
                          <a:effectLst/>
                        </a:rPr>
                        <a:t>$33,641.73</a:t>
                      </a:r>
                      <a:endParaRPr lang="en-US" sz="800" b="0" i="0" u="none" strike="noStrike">
                        <a:solidFill>
                          <a:srgbClr val="000000"/>
                        </a:solidFill>
                        <a:effectLst/>
                        <a:latin typeface="Aptos Narrow" panose="020B0004020202020204" pitchFamily="34" charset="0"/>
                      </a:endParaRPr>
                    </a:p>
                  </a:txBody>
                  <a:tcPr marL="5673" marR="5673" marT="5673" marB="0" anchor="b"/>
                </a:tc>
                <a:extLst>
                  <a:ext uri="{0D108BD9-81ED-4DB2-BD59-A6C34878D82A}">
                    <a16:rowId xmlns:a16="http://schemas.microsoft.com/office/drawing/2014/main" val="3630188647"/>
                  </a:ext>
                </a:extLst>
              </a:tr>
              <a:tr h="136157">
                <a:tc>
                  <a:txBody>
                    <a:bodyPr/>
                    <a:lstStyle/>
                    <a:p>
                      <a:pPr algn="ctr" fontAlgn="ctr"/>
                      <a:r>
                        <a:rPr lang="en-US" sz="800" u="none" strike="noStrike">
                          <a:effectLst/>
                        </a:rPr>
                        <a:t>2</a:t>
                      </a:r>
                      <a:endParaRPr lang="en-US" sz="800" b="0" i="0" u="none" strike="noStrike">
                        <a:solidFill>
                          <a:srgbClr val="000000"/>
                        </a:solidFill>
                        <a:effectLst/>
                        <a:latin typeface="Aptos Narrow" panose="020B0004020202020204" pitchFamily="34" charset="0"/>
                      </a:endParaRPr>
                    </a:p>
                  </a:txBody>
                  <a:tcPr marL="5673" marR="5673" marT="5673" marB="0" anchor="ctr"/>
                </a:tc>
                <a:tc>
                  <a:txBody>
                    <a:bodyPr/>
                    <a:lstStyle/>
                    <a:p>
                      <a:pPr algn="ctr" fontAlgn="b"/>
                      <a:r>
                        <a:rPr lang="en-US" sz="800" u="none" strike="noStrike">
                          <a:effectLst/>
                        </a:rPr>
                        <a:t>$32,038.41</a:t>
                      </a:r>
                      <a:endParaRPr lang="en-US" sz="800" b="0" i="0" u="none" strike="noStrike">
                        <a:solidFill>
                          <a:srgbClr val="000000"/>
                        </a:solidFill>
                        <a:effectLst/>
                        <a:latin typeface="Aptos Narrow" panose="020B0004020202020204" pitchFamily="34" charset="0"/>
                      </a:endParaRPr>
                    </a:p>
                  </a:txBody>
                  <a:tcPr marL="5673" marR="5673" marT="5673" marB="0" anchor="b"/>
                </a:tc>
                <a:tc>
                  <a:txBody>
                    <a:bodyPr/>
                    <a:lstStyle/>
                    <a:p>
                      <a:pPr algn="ctr" fontAlgn="b"/>
                      <a:r>
                        <a:rPr lang="en-US" sz="800" u="none" strike="noStrike">
                          <a:effectLst/>
                        </a:rPr>
                        <a:t>$29,635.67</a:t>
                      </a:r>
                      <a:endParaRPr lang="en-US" sz="800" b="0" i="0" u="none" strike="noStrike">
                        <a:solidFill>
                          <a:srgbClr val="000000"/>
                        </a:solidFill>
                        <a:effectLst/>
                        <a:latin typeface="Aptos Narrow" panose="020B0004020202020204" pitchFamily="34" charset="0"/>
                      </a:endParaRPr>
                    </a:p>
                  </a:txBody>
                  <a:tcPr marL="5673" marR="5673" marT="5673" marB="0" anchor="b"/>
                </a:tc>
                <a:extLst>
                  <a:ext uri="{0D108BD9-81ED-4DB2-BD59-A6C34878D82A}">
                    <a16:rowId xmlns:a16="http://schemas.microsoft.com/office/drawing/2014/main" val="1723418691"/>
                  </a:ext>
                </a:extLst>
              </a:tr>
              <a:tr h="136157">
                <a:tc>
                  <a:txBody>
                    <a:bodyPr/>
                    <a:lstStyle/>
                    <a:p>
                      <a:pPr algn="ctr" fontAlgn="ctr"/>
                      <a:r>
                        <a:rPr lang="en-US" sz="800" u="none" strike="noStrike">
                          <a:effectLst/>
                        </a:rPr>
                        <a:t>3</a:t>
                      </a:r>
                      <a:endParaRPr lang="en-US" sz="800" b="0" i="0" u="none" strike="noStrike">
                        <a:solidFill>
                          <a:srgbClr val="000000"/>
                        </a:solidFill>
                        <a:effectLst/>
                        <a:latin typeface="Aptos Narrow" panose="020B0004020202020204" pitchFamily="34" charset="0"/>
                      </a:endParaRPr>
                    </a:p>
                  </a:txBody>
                  <a:tcPr marL="5673" marR="5673" marT="5673" marB="0" anchor="ctr"/>
                </a:tc>
                <a:tc>
                  <a:txBody>
                    <a:bodyPr/>
                    <a:lstStyle/>
                    <a:p>
                      <a:pPr algn="ctr" fontAlgn="b"/>
                      <a:r>
                        <a:rPr lang="en-US" sz="800" u="none" strike="noStrike">
                          <a:effectLst/>
                        </a:rPr>
                        <a:t>$32,038.41</a:t>
                      </a:r>
                      <a:endParaRPr lang="en-US" sz="800" b="0" i="0" u="none" strike="noStrike">
                        <a:solidFill>
                          <a:srgbClr val="000000"/>
                        </a:solidFill>
                        <a:effectLst/>
                        <a:latin typeface="Aptos Narrow" panose="020B0004020202020204" pitchFamily="34" charset="0"/>
                      </a:endParaRPr>
                    </a:p>
                  </a:txBody>
                  <a:tcPr marL="5673" marR="5673" marT="5673" marB="0" anchor="b"/>
                </a:tc>
                <a:tc>
                  <a:txBody>
                    <a:bodyPr/>
                    <a:lstStyle/>
                    <a:p>
                      <a:pPr algn="ctr" fontAlgn="b"/>
                      <a:r>
                        <a:rPr lang="en-US" sz="800" u="none" strike="noStrike">
                          <a:effectLst/>
                        </a:rPr>
                        <a:t>$38,738.01</a:t>
                      </a:r>
                      <a:endParaRPr lang="en-US" sz="800" b="0" i="0" u="none" strike="noStrike">
                        <a:solidFill>
                          <a:srgbClr val="000000"/>
                        </a:solidFill>
                        <a:effectLst/>
                        <a:latin typeface="Aptos Narrow" panose="020B0004020202020204" pitchFamily="34" charset="0"/>
                      </a:endParaRPr>
                    </a:p>
                  </a:txBody>
                  <a:tcPr marL="5673" marR="5673" marT="5673" marB="0" anchor="b"/>
                </a:tc>
                <a:extLst>
                  <a:ext uri="{0D108BD9-81ED-4DB2-BD59-A6C34878D82A}">
                    <a16:rowId xmlns:a16="http://schemas.microsoft.com/office/drawing/2014/main" val="3797755738"/>
                  </a:ext>
                </a:extLst>
              </a:tr>
              <a:tr h="136157">
                <a:tc>
                  <a:txBody>
                    <a:bodyPr/>
                    <a:lstStyle/>
                    <a:p>
                      <a:pPr algn="ctr" fontAlgn="ctr"/>
                      <a:r>
                        <a:rPr lang="en-US" sz="800" u="none" strike="noStrike">
                          <a:effectLst/>
                        </a:rPr>
                        <a:t>4</a:t>
                      </a:r>
                      <a:endParaRPr lang="en-US" sz="800" b="0" i="0" u="none" strike="noStrike">
                        <a:solidFill>
                          <a:srgbClr val="000000"/>
                        </a:solidFill>
                        <a:effectLst/>
                        <a:latin typeface="Aptos Narrow" panose="020B0004020202020204" pitchFamily="34" charset="0"/>
                      </a:endParaRPr>
                    </a:p>
                  </a:txBody>
                  <a:tcPr marL="5673" marR="5673" marT="5673" marB="0" anchor="ctr"/>
                </a:tc>
                <a:tc>
                  <a:txBody>
                    <a:bodyPr/>
                    <a:lstStyle/>
                    <a:p>
                      <a:pPr algn="ctr" fontAlgn="b"/>
                      <a:r>
                        <a:rPr lang="en-US" sz="800" u="none" strike="noStrike">
                          <a:effectLst/>
                        </a:rPr>
                        <a:t>$32,996.39</a:t>
                      </a:r>
                      <a:endParaRPr lang="en-US" sz="800" b="0" i="0" u="none" strike="noStrike">
                        <a:solidFill>
                          <a:srgbClr val="000000"/>
                        </a:solidFill>
                        <a:effectLst/>
                        <a:latin typeface="Aptos Narrow" panose="020B0004020202020204" pitchFamily="34" charset="0"/>
                      </a:endParaRPr>
                    </a:p>
                  </a:txBody>
                  <a:tcPr marL="5673" marR="5673" marT="5673" marB="0" anchor="b"/>
                </a:tc>
                <a:tc>
                  <a:txBody>
                    <a:bodyPr/>
                    <a:lstStyle/>
                    <a:p>
                      <a:pPr algn="ctr" fontAlgn="b"/>
                      <a:r>
                        <a:rPr lang="en-US" sz="800" u="none" strike="noStrike">
                          <a:effectLst/>
                        </a:rPr>
                        <a:t>$21,453.99</a:t>
                      </a:r>
                      <a:endParaRPr lang="en-US" sz="800" b="0" i="0" u="none" strike="noStrike">
                        <a:solidFill>
                          <a:srgbClr val="000000"/>
                        </a:solidFill>
                        <a:effectLst/>
                        <a:latin typeface="Aptos Narrow" panose="020B0004020202020204" pitchFamily="34" charset="0"/>
                      </a:endParaRPr>
                    </a:p>
                  </a:txBody>
                  <a:tcPr marL="5673" marR="5673" marT="5673" marB="0" anchor="b"/>
                </a:tc>
                <a:extLst>
                  <a:ext uri="{0D108BD9-81ED-4DB2-BD59-A6C34878D82A}">
                    <a16:rowId xmlns:a16="http://schemas.microsoft.com/office/drawing/2014/main" val="3945680174"/>
                  </a:ext>
                </a:extLst>
              </a:tr>
              <a:tr h="136157">
                <a:tc>
                  <a:txBody>
                    <a:bodyPr/>
                    <a:lstStyle/>
                    <a:p>
                      <a:pPr algn="ctr" fontAlgn="ctr"/>
                      <a:r>
                        <a:rPr lang="en-US" sz="800" u="none" strike="noStrike">
                          <a:effectLst/>
                        </a:rPr>
                        <a:t>5</a:t>
                      </a:r>
                      <a:endParaRPr lang="en-US" sz="800" b="0" i="0" u="none" strike="noStrike">
                        <a:solidFill>
                          <a:srgbClr val="000000"/>
                        </a:solidFill>
                        <a:effectLst/>
                        <a:latin typeface="Aptos Narrow" panose="020B0004020202020204" pitchFamily="34" charset="0"/>
                      </a:endParaRPr>
                    </a:p>
                  </a:txBody>
                  <a:tcPr marL="5673" marR="5673" marT="5673" marB="0" anchor="ctr"/>
                </a:tc>
                <a:tc>
                  <a:txBody>
                    <a:bodyPr/>
                    <a:lstStyle/>
                    <a:p>
                      <a:pPr algn="ctr" fontAlgn="b"/>
                      <a:r>
                        <a:rPr lang="en-US" sz="800" u="none" strike="noStrike">
                          <a:effectLst/>
                        </a:rPr>
                        <a:t>$33,648.38</a:t>
                      </a:r>
                      <a:endParaRPr lang="en-US" sz="800" b="0" i="0" u="none" strike="noStrike">
                        <a:solidFill>
                          <a:srgbClr val="000000"/>
                        </a:solidFill>
                        <a:effectLst/>
                        <a:latin typeface="Aptos Narrow" panose="020B0004020202020204" pitchFamily="34" charset="0"/>
                      </a:endParaRPr>
                    </a:p>
                  </a:txBody>
                  <a:tcPr marL="5673" marR="5673" marT="5673" marB="0" anchor="b"/>
                </a:tc>
                <a:tc>
                  <a:txBody>
                    <a:bodyPr/>
                    <a:lstStyle/>
                    <a:p>
                      <a:pPr algn="ctr" fontAlgn="b"/>
                      <a:r>
                        <a:rPr lang="en-US" sz="800" u="none" strike="noStrike">
                          <a:effectLst/>
                        </a:rPr>
                        <a:t>$31,484.80</a:t>
                      </a:r>
                      <a:endParaRPr lang="en-US" sz="800" b="0" i="0" u="none" strike="noStrike">
                        <a:solidFill>
                          <a:srgbClr val="000000"/>
                        </a:solidFill>
                        <a:effectLst/>
                        <a:latin typeface="Aptos Narrow" panose="020B0004020202020204" pitchFamily="34" charset="0"/>
                      </a:endParaRPr>
                    </a:p>
                  </a:txBody>
                  <a:tcPr marL="5673" marR="5673" marT="5673" marB="0" anchor="b"/>
                </a:tc>
                <a:extLst>
                  <a:ext uri="{0D108BD9-81ED-4DB2-BD59-A6C34878D82A}">
                    <a16:rowId xmlns:a16="http://schemas.microsoft.com/office/drawing/2014/main" val="83999993"/>
                  </a:ext>
                </a:extLst>
              </a:tr>
              <a:tr h="136157">
                <a:tc>
                  <a:txBody>
                    <a:bodyPr/>
                    <a:lstStyle/>
                    <a:p>
                      <a:pPr algn="ctr" fontAlgn="ctr"/>
                      <a:r>
                        <a:rPr lang="en-US" sz="800" u="none" strike="noStrike">
                          <a:effectLst/>
                        </a:rPr>
                        <a:t>6</a:t>
                      </a:r>
                      <a:endParaRPr lang="en-US" sz="800" b="0" i="0" u="none" strike="noStrike">
                        <a:solidFill>
                          <a:srgbClr val="000000"/>
                        </a:solidFill>
                        <a:effectLst/>
                        <a:latin typeface="Aptos Narrow" panose="020B0004020202020204" pitchFamily="34" charset="0"/>
                      </a:endParaRPr>
                    </a:p>
                  </a:txBody>
                  <a:tcPr marL="5673" marR="5673" marT="5673" marB="0" anchor="ctr"/>
                </a:tc>
                <a:tc>
                  <a:txBody>
                    <a:bodyPr/>
                    <a:lstStyle/>
                    <a:p>
                      <a:pPr algn="ctr" fontAlgn="b"/>
                      <a:r>
                        <a:rPr lang="en-US" sz="800" u="none" strike="noStrike">
                          <a:effectLst/>
                        </a:rPr>
                        <a:t>$41,430.16</a:t>
                      </a:r>
                      <a:endParaRPr lang="en-US" sz="800" b="0" i="0" u="none" strike="noStrike">
                        <a:solidFill>
                          <a:srgbClr val="000000"/>
                        </a:solidFill>
                        <a:effectLst/>
                        <a:latin typeface="Aptos Narrow" panose="020B0004020202020204" pitchFamily="34" charset="0"/>
                      </a:endParaRPr>
                    </a:p>
                  </a:txBody>
                  <a:tcPr marL="5673" marR="5673" marT="5673" marB="0" anchor="b"/>
                </a:tc>
                <a:tc>
                  <a:txBody>
                    <a:bodyPr/>
                    <a:lstStyle/>
                    <a:p>
                      <a:pPr algn="ctr" fontAlgn="b"/>
                      <a:r>
                        <a:rPr lang="en-US" sz="800" u="none" strike="noStrike">
                          <a:effectLst/>
                        </a:rPr>
                        <a:t>$34,287.96</a:t>
                      </a:r>
                      <a:endParaRPr lang="en-US" sz="800" b="0" i="0" u="none" strike="noStrike">
                        <a:solidFill>
                          <a:srgbClr val="000000"/>
                        </a:solidFill>
                        <a:effectLst/>
                        <a:latin typeface="Aptos Narrow" panose="020B0004020202020204" pitchFamily="34" charset="0"/>
                      </a:endParaRPr>
                    </a:p>
                  </a:txBody>
                  <a:tcPr marL="5673" marR="5673" marT="5673" marB="0" anchor="b"/>
                </a:tc>
                <a:extLst>
                  <a:ext uri="{0D108BD9-81ED-4DB2-BD59-A6C34878D82A}">
                    <a16:rowId xmlns:a16="http://schemas.microsoft.com/office/drawing/2014/main" val="3330373732"/>
                  </a:ext>
                </a:extLst>
              </a:tr>
              <a:tr h="136157">
                <a:tc>
                  <a:txBody>
                    <a:bodyPr/>
                    <a:lstStyle/>
                    <a:p>
                      <a:pPr algn="ctr" fontAlgn="ctr"/>
                      <a:r>
                        <a:rPr lang="en-US" sz="800" u="none" strike="noStrike">
                          <a:effectLst/>
                        </a:rPr>
                        <a:t>7</a:t>
                      </a:r>
                      <a:endParaRPr lang="en-US" sz="800" b="0" i="0" u="none" strike="noStrike">
                        <a:solidFill>
                          <a:srgbClr val="000000"/>
                        </a:solidFill>
                        <a:effectLst/>
                        <a:latin typeface="Aptos Narrow" panose="020B0004020202020204" pitchFamily="34" charset="0"/>
                      </a:endParaRPr>
                    </a:p>
                  </a:txBody>
                  <a:tcPr marL="5673" marR="5673" marT="5673" marB="0" anchor="ctr"/>
                </a:tc>
                <a:tc>
                  <a:txBody>
                    <a:bodyPr/>
                    <a:lstStyle/>
                    <a:p>
                      <a:pPr algn="ctr" fontAlgn="b"/>
                      <a:r>
                        <a:rPr lang="en-US" sz="800" u="none" strike="noStrike">
                          <a:effectLst/>
                        </a:rPr>
                        <a:t>$40,032.78</a:t>
                      </a:r>
                      <a:endParaRPr lang="en-US" sz="800" b="0" i="0" u="none" strike="noStrike">
                        <a:solidFill>
                          <a:srgbClr val="000000"/>
                        </a:solidFill>
                        <a:effectLst/>
                        <a:latin typeface="Aptos Narrow" panose="020B0004020202020204" pitchFamily="34" charset="0"/>
                      </a:endParaRPr>
                    </a:p>
                  </a:txBody>
                  <a:tcPr marL="5673" marR="5673" marT="5673" marB="0" anchor="b"/>
                </a:tc>
                <a:tc>
                  <a:txBody>
                    <a:bodyPr/>
                    <a:lstStyle/>
                    <a:p>
                      <a:pPr algn="ctr" fontAlgn="b"/>
                      <a:r>
                        <a:rPr lang="en-US" sz="800" u="none" strike="noStrike">
                          <a:effectLst/>
                        </a:rPr>
                        <a:t>$35,583.43</a:t>
                      </a:r>
                      <a:endParaRPr lang="en-US" sz="800" b="0" i="0" u="none" strike="noStrike">
                        <a:solidFill>
                          <a:srgbClr val="000000"/>
                        </a:solidFill>
                        <a:effectLst/>
                        <a:latin typeface="Aptos Narrow" panose="020B0004020202020204" pitchFamily="34" charset="0"/>
                      </a:endParaRPr>
                    </a:p>
                  </a:txBody>
                  <a:tcPr marL="5673" marR="5673" marT="5673" marB="0" anchor="b"/>
                </a:tc>
                <a:extLst>
                  <a:ext uri="{0D108BD9-81ED-4DB2-BD59-A6C34878D82A}">
                    <a16:rowId xmlns:a16="http://schemas.microsoft.com/office/drawing/2014/main" val="2078468334"/>
                  </a:ext>
                </a:extLst>
              </a:tr>
              <a:tr h="136157">
                <a:tc>
                  <a:txBody>
                    <a:bodyPr/>
                    <a:lstStyle/>
                    <a:p>
                      <a:pPr algn="ctr" fontAlgn="ctr"/>
                      <a:r>
                        <a:rPr lang="en-US" sz="800" u="none" strike="noStrike">
                          <a:effectLst/>
                        </a:rPr>
                        <a:t>8</a:t>
                      </a:r>
                      <a:endParaRPr lang="en-US" sz="800" b="0" i="0" u="none" strike="noStrike">
                        <a:solidFill>
                          <a:srgbClr val="000000"/>
                        </a:solidFill>
                        <a:effectLst/>
                        <a:latin typeface="Aptos Narrow" panose="020B0004020202020204" pitchFamily="34" charset="0"/>
                      </a:endParaRPr>
                    </a:p>
                  </a:txBody>
                  <a:tcPr marL="5673" marR="5673" marT="5673" marB="0" anchor="ctr"/>
                </a:tc>
                <a:tc>
                  <a:txBody>
                    <a:bodyPr/>
                    <a:lstStyle/>
                    <a:p>
                      <a:pPr algn="ctr" fontAlgn="b"/>
                      <a:r>
                        <a:rPr lang="en-US" sz="800" u="none" strike="noStrike">
                          <a:effectLst/>
                        </a:rPr>
                        <a:t>$39,710.80</a:t>
                      </a:r>
                      <a:endParaRPr lang="en-US" sz="800" b="0" i="0" u="none" strike="noStrike">
                        <a:solidFill>
                          <a:srgbClr val="000000"/>
                        </a:solidFill>
                        <a:effectLst/>
                        <a:latin typeface="Aptos Narrow" panose="020B0004020202020204" pitchFamily="34" charset="0"/>
                      </a:endParaRPr>
                    </a:p>
                  </a:txBody>
                  <a:tcPr marL="5673" marR="5673" marT="5673" marB="0" anchor="b"/>
                </a:tc>
                <a:tc>
                  <a:txBody>
                    <a:bodyPr/>
                    <a:lstStyle/>
                    <a:p>
                      <a:pPr algn="ctr" fontAlgn="b"/>
                      <a:r>
                        <a:rPr lang="en-US" sz="800" u="none" strike="noStrike">
                          <a:effectLst/>
                        </a:rPr>
                        <a:t>$28,672.85</a:t>
                      </a:r>
                      <a:endParaRPr lang="en-US" sz="800" b="0" i="0" u="none" strike="noStrike">
                        <a:solidFill>
                          <a:srgbClr val="000000"/>
                        </a:solidFill>
                        <a:effectLst/>
                        <a:latin typeface="Aptos Narrow" panose="020B0004020202020204" pitchFamily="34" charset="0"/>
                      </a:endParaRPr>
                    </a:p>
                  </a:txBody>
                  <a:tcPr marL="5673" marR="5673" marT="5673" marB="0" anchor="b"/>
                </a:tc>
                <a:extLst>
                  <a:ext uri="{0D108BD9-81ED-4DB2-BD59-A6C34878D82A}">
                    <a16:rowId xmlns:a16="http://schemas.microsoft.com/office/drawing/2014/main" val="1345085196"/>
                  </a:ext>
                </a:extLst>
              </a:tr>
              <a:tr h="136157">
                <a:tc>
                  <a:txBody>
                    <a:bodyPr/>
                    <a:lstStyle/>
                    <a:p>
                      <a:pPr algn="ctr" fontAlgn="ctr"/>
                      <a:r>
                        <a:rPr lang="en-US" sz="800" u="none" strike="noStrike">
                          <a:effectLst/>
                        </a:rPr>
                        <a:t>9</a:t>
                      </a:r>
                      <a:endParaRPr lang="en-US" sz="800" b="0" i="0" u="none" strike="noStrike">
                        <a:solidFill>
                          <a:srgbClr val="000000"/>
                        </a:solidFill>
                        <a:effectLst/>
                        <a:latin typeface="Aptos Narrow" panose="020B0004020202020204" pitchFamily="34" charset="0"/>
                      </a:endParaRPr>
                    </a:p>
                  </a:txBody>
                  <a:tcPr marL="5673" marR="5673" marT="5673" marB="0" anchor="ctr"/>
                </a:tc>
                <a:tc>
                  <a:txBody>
                    <a:bodyPr/>
                    <a:lstStyle/>
                    <a:p>
                      <a:pPr algn="ctr" fontAlgn="b"/>
                      <a:r>
                        <a:rPr lang="en-US" sz="800" u="none" strike="noStrike">
                          <a:effectLst/>
                        </a:rPr>
                        <a:t>$36,911.26</a:t>
                      </a:r>
                      <a:endParaRPr lang="en-US" sz="800" b="0" i="0" u="none" strike="noStrike">
                        <a:solidFill>
                          <a:srgbClr val="000000"/>
                        </a:solidFill>
                        <a:effectLst/>
                        <a:latin typeface="Aptos Narrow" panose="020B0004020202020204" pitchFamily="34" charset="0"/>
                      </a:endParaRPr>
                    </a:p>
                  </a:txBody>
                  <a:tcPr marL="5673" marR="5673" marT="5673" marB="0" anchor="b"/>
                </a:tc>
                <a:tc>
                  <a:txBody>
                    <a:bodyPr/>
                    <a:lstStyle/>
                    <a:p>
                      <a:pPr algn="ctr" fontAlgn="b"/>
                      <a:r>
                        <a:rPr lang="en-US" sz="800" u="none" strike="noStrike">
                          <a:effectLst/>
                        </a:rPr>
                        <a:t>$30,062.71</a:t>
                      </a:r>
                      <a:endParaRPr lang="en-US" sz="800" b="0" i="0" u="none" strike="noStrike">
                        <a:solidFill>
                          <a:srgbClr val="000000"/>
                        </a:solidFill>
                        <a:effectLst/>
                        <a:latin typeface="Aptos Narrow" panose="020B0004020202020204" pitchFamily="34" charset="0"/>
                      </a:endParaRPr>
                    </a:p>
                  </a:txBody>
                  <a:tcPr marL="5673" marR="5673" marT="5673" marB="0" anchor="b"/>
                </a:tc>
                <a:extLst>
                  <a:ext uri="{0D108BD9-81ED-4DB2-BD59-A6C34878D82A}">
                    <a16:rowId xmlns:a16="http://schemas.microsoft.com/office/drawing/2014/main" val="2556235665"/>
                  </a:ext>
                </a:extLst>
              </a:tr>
              <a:tr h="136157">
                <a:tc>
                  <a:txBody>
                    <a:bodyPr/>
                    <a:lstStyle/>
                    <a:p>
                      <a:pPr algn="ctr" fontAlgn="ctr"/>
                      <a:r>
                        <a:rPr lang="en-US" sz="800" u="none" strike="noStrike">
                          <a:effectLst/>
                        </a:rPr>
                        <a:t>10</a:t>
                      </a:r>
                      <a:endParaRPr lang="en-US" sz="800" b="0" i="0" u="none" strike="noStrike">
                        <a:solidFill>
                          <a:srgbClr val="000000"/>
                        </a:solidFill>
                        <a:effectLst/>
                        <a:latin typeface="Aptos Narrow" panose="020B0004020202020204" pitchFamily="34" charset="0"/>
                      </a:endParaRPr>
                    </a:p>
                  </a:txBody>
                  <a:tcPr marL="5673" marR="5673" marT="5673" marB="0" anchor="ctr"/>
                </a:tc>
                <a:tc>
                  <a:txBody>
                    <a:bodyPr/>
                    <a:lstStyle/>
                    <a:p>
                      <a:pPr algn="ctr" fontAlgn="b"/>
                      <a:r>
                        <a:rPr lang="en-US" sz="800" u="none" strike="noStrike">
                          <a:effectLst/>
                        </a:rPr>
                        <a:t>$45,900.13</a:t>
                      </a:r>
                      <a:endParaRPr lang="en-US" sz="800" b="0" i="0" u="none" strike="noStrike">
                        <a:solidFill>
                          <a:srgbClr val="000000"/>
                        </a:solidFill>
                        <a:effectLst/>
                        <a:latin typeface="Aptos Narrow" panose="020B0004020202020204" pitchFamily="34" charset="0"/>
                      </a:endParaRPr>
                    </a:p>
                  </a:txBody>
                  <a:tcPr marL="5673" marR="5673" marT="5673" marB="0" anchor="b"/>
                </a:tc>
                <a:tc>
                  <a:txBody>
                    <a:bodyPr/>
                    <a:lstStyle/>
                    <a:p>
                      <a:pPr algn="ctr" fontAlgn="b"/>
                      <a:r>
                        <a:rPr lang="en-US" sz="800" u="none" strike="noStrike">
                          <a:effectLst/>
                        </a:rPr>
                        <a:t>$34,420.48</a:t>
                      </a:r>
                      <a:endParaRPr lang="en-US" sz="800" b="0" i="0" u="none" strike="noStrike">
                        <a:solidFill>
                          <a:srgbClr val="000000"/>
                        </a:solidFill>
                        <a:effectLst/>
                        <a:latin typeface="Aptos Narrow" panose="020B0004020202020204" pitchFamily="34" charset="0"/>
                      </a:endParaRPr>
                    </a:p>
                  </a:txBody>
                  <a:tcPr marL="5673" marR="5673" marT="5673" marB="0" anchor="b"/>
                </a:tc>
                <a:extLst>
                  <a:ext uri="{0D108BD9-81ED-4DB2-BD59-A6C34878D82A}">
                    <a16:rowId xmlns:a16="http://schemas.microsoft.com/office/drawing/2014/main" val="3450384966"/>
                  </a:ext>
                </a:extLst>
              </a:tr>
              <a:tr h="136157">
                <a:tc>
                  <a:txBody>
                    <a:bodyPr/>
                    <a:lstStyle/>
                    <a:p>
                      <a:pPr algn="ctr" fontAlgn="ctr"/>
                      <a:r>
                        <a:rPr lang="en-US" sz="800" u="none" strike="noStrike">
                          <a:effectLst/>
                        </a:rPr>
                        <a:t>11</a:t>
                      </a:r>
                      <a:endParaRPr lang="en-US" sz="800" b="0" i="0" u="none" strike="noStrike">
                        <a:solidFill>
                          <a:srgbClr val="000000"/>
                        </a:solidFill>
                        <a:effectLst/>
                        <a:latin typeface="Aptos Narrow" panose="020B0004020202020204" pitchFamily="34" charset="0"/>
                      </a:endParaRPr>
                    </a:p>
                  </a:txBody>
                  <a:tcPr marL="5673" marR="5673" marT="5673" marB="0" anchor="ctr"/>
                </a:tc>
                <a:tc>
                  <a:txBody>
                    <a:bodyPr/>
                    <a:lstStyle/>
                    <a:p>
                      <a:pPr algn="ctr" fontAlgn="b"/>
                      <a:r>
                        <a:rPr lang="en-US" sz="800" u="none" strike="noStrike">
                          <a:effectLst/>
                        </a:rPr>
                        <a:t>$35,270.19</a:t>
                      </a:r>
                      <a:endParaRPr lang="en-US" sz="800" b="0" i="0" u="none" strike="noStrike">
                        <a:solidFill>
                          <a:srgbClr val="000000"/>
                        </a:solidFill>
                        <a:effectLst/>
                        <a:latin typeface="Aptos Narrow" panose="020B0004020202020204" pitchFamily="34" charset="0"/>
                      </a:endParaRPr>
                    </a:p>
                  </a:txBody>
                  <a:tcPr marL="5673" marR="5673" marT="5673" marB="0" anchor="b"/>
                </a:tc>
                <a:tc>
                  <a:txBody>
                    <a:bodyPr/>
                    <a:lstStyle/>
                    <a:p>
                      <a:pPr algn="ctr" fontAlgn="b"/>
                      <a:r>
                        <a:rPr lang="en-US" sz="800" u="none" strike="noStrike">
                          <a:effectLst/>
                        </a:rPr>
                        <a:t>$33,641.73</a:t>
                      </a:r>
                      <a:endParaRPr lang="en-US" sz="800" b="0" i="0" u="none" strike="noStrike">
                        <a:solidFill>
                          <a:srgbClr val="000000"/>
                        </a:solidFill>
                        <a:effectLst/>
                        <a:latin typeface="Aptos Narrow" panose="020B0004020202020204" pitchFamily="34" charset="0"/>
                      </a:endParaRPr>
                    </a:p>
                  </a:txBody>
                  <a:tcPr marL="5673" marR="5673" marT="5673" marB="0" anchor="b"/>
                </a:tc>
                <a:extLst>
                  <a:ext uri="{0D108BD9-81ED-4DB2-BD59-A6C34878D82A}">
                    <a16:rowId xmlns:a16="http://schemas.microsoft.com/office/drawing/2014/main" val="1698828774"/>
                  </a:ext>
                </a:extLst>
              </a:tr>
              <a:tr h="136157">
                <a:tc>
                  <a:txBody>
                    <a:bodyPr/>
                    <a:lstStyle/>
                    <a:p>
                      <a:pPr algn="ctr" fontAlgn="ctr"/>
                      <a:r>
                        <a:rPr lang="en-US" sz="800" u="none" strike="noStrike">
                          <a:effectLst/>
                        </a:rPr>
                        <a:t>12</a:t>
                      </a:r>
                      <a:endParaRPr lang="en-US" sz="800" b="0" i="0" u="none" strike="noStrike">
                        <a:solidFill>
                          <a:srgbClr val="000000"/>
                        </a:solidFill>
                        <a:effectLst/>
                        <a:latin typeface="Aptos Narrow" panose="020B0004020202020204" pitchFamily="34" charset="0"/>
                      </a:endParaRPr>
                    </a:p>
                  </a:txBody>
                  <a:tcPr marL="5673" marR="5673" marT="5673" marB="0" anchor="ctr"/>
                </a:tc>
                <a:tc>
                  <a:txBody>
                    <a:bodyPr/>
                    <a:lstStyle/>
                    <a:p>
                      <a:pPr algn="ctr" fontAlgn="b"/>
                      <a:r>
                        <a:rPr lang="en-US" sz="800" u="none" strike="noStrike">
                          <a:effectLst/>
                        </a:rPr>
                        <a:t>$43,318.41</a:t>
                      </a:r>
                      <a:endParaRPr lang="en-US" sz="800" b="0" i="0" u="none" strike="noStrike">
                        <a:solidFill>
                          <a:srgbClr val="000000"/>
                        </a:solidFill>
                        <a:effectLst/>
                        <a:latin typeface="Aptos Narrow" panose="020B0004020202020204" pitchFamily="34" charset="0"/>
                      </a:endParaRPr>
                    </a:p>
                  </a:txBody>
                  <a:tcPr marL="5673" marR="5673" marT="5673" marB="0" anchor="b"/>
                </a:tc>
                <a:tc>
                  <a:txBody>
                    <a:bodyPr/>
                    <a:lstStyle/>
                    <a:p>
                      <a:pPr algn="ctr" fontAlgn="b"/>
                      <a:r>
                        <a:rPr lang="en-US" sz="800" u="none" strike="noStrike">
                          <a:effectLst/>
                        </a:rPr>
                        <a:t>$26,291.32</a:t>
                      </a:r>
                      <a:endParaRPr lang="en-US" sz="800" b="0" i="0" u="none" strike="noStrike">
                        <a:solidFill>
                          <a:srgbClr val="000000"/>
                        </a:solidFill>
                        <a:effectLst/>
                        <a:latin typeface="Aptos Narrow" panose="020B0004020202020204" pitchFamily="34" charset="0"/>
                      </a:endParaRPr>
                    </a:p>
                  </a:txBody>
                  <a:tcPr marL="5673" marR="5673" marT="5673" marB="0" anchor="b"/>
                </a:tc>
                <a:extLst>
                  <a:ext uri="{0D108BD9-81ED-4DB2-BD59-A6C34878D82A}">
                    <a16:rowId xmlns:a16="http://schemas.microsoft.com/office/drawing/2014/main" val="2622746350"/>
                  </a:ext>
                </a:extLst>
              </a:tr>
              <a:tr h="136157">
                <a:tc>
                  <a:txBody>
                    <a:bodyPr/>
                    <a:lstStyle/>
                    <a:p>
                      <a:pPr algn="ctr" fontAlgn="ctr"/>
                      <a:r>
                        <a:rPr lang="en-US" sz="800" u="none" strike="noStrike">
                          <a:effectLst/>
                        </a:rPr>
                        <a:t>13</a:t>
                      </a:r>
                      <a:endParaRPr lang="en-US" sz="800" b="0" i="0" u="none" strike="noStrike">
                        <a:solidFill>
                          <a:srgbClr val="000000"/>
                        </a:solidFill>
                        <a:effectLst/>
                        <a:latin typeface="Aptos Narrow" panose="020B0004020202020204" pitchFamily="34" charset="0"/>
                      </a:endParaRPr>
                    </a:p>
                  </a:txBody>
                  <a:tcPr marL="5673" marR="5673" marT="5673" marB="0" anchor="ctr"/>
                </a:tc>
                <a:tc>
                  <a:txBody>
                    <a:bodyPr/>
                    <a:lstStyle/>
                    <a:p>
                      <a:pPr algn="ctr" fontAlgn="b"/>
                      <a:r>
                        <a:rPr lang="en-US" sz="800" u="none" strike="noStrike">
                          <a:effectLst/>
                        </a:rPr>
                        <a:t>$41,282.13</a:t>
                      </a:r>
                      <a:endParaRPr lang="en-US" sz="800" b="0" i="0" u="none" strike="noStrike">
                        <a:solidFill>
                          <a:srgbClr val="000000"/>
                        </a:solidFill>
                        <a:effectLst/>
                        <a:latin typeface="Aptos Narrow" panose="020B0004020202020204" pitchFamily="34" charset="0"/>
                      </a:endParaRPr>
                    </a:p>
                  </a:txBody>
                  <a:tcPr marL="5673" marR="5673" marT="5673" marB="0" anchor="b"/>
                </a:tc>
                <a:tc>
                  <a:txBody>
                    <a:bodyPr/>
                    <a:lstStyle/>
                    <a:p>
                      <a:pPr algn="ctr" fontAlgn="b"/>
                      <a:r>
                        <a:rPr lang="en-US" sz="800" u="none" strike="noStrike">
                          <a:effectLst/>
                        </a:rPr>
                        <a:t>$31,151.42</a:t>
                      </a:r>
                      <a:endParaRPr lang="en-US" sz="800" b="0" i="0" u="none" strike="noStrike">
                        <a:solidFill>
                          <a:srgbClr val="000000"/>
                        </a:solidFill>
                        <a:effectLst/>
                        <a:latin typeface="Aptos Narrow" panose="020B0004020202020204" pitchFamily="34" charset="0"/>
                      </a:endParaRPr>
                    </a:p>
                  </a:txBody>
                  <a:tcPr marL="5673" marR="5673" marT="5673" marB="0" anchor="b"/>
                </a:tc>
                <a:extLst>
                  <a:ext uri="{0D108BD9-81ED-4DB2-BD59-A6C34878D82A}">
                    <a16:rowId xmlns:a16="http://schemas.microsoft.com/office/drawing/2014/main" val="2946090456"/>
                  </a:ext>
                </a:extLst>
              </a:tr>
              <a:tr h="136157">
                <a:tc>
                  <a:txBody>
                    <a:bodyPr/>
                    <a:lstStyle/>
                    <a:p>
                      <a:pPr algn="ctr" fontAlgn="ctr"/>
                      <a:r>
                        <a:rPr lang="en-US" sz="800" u="none" strike="noStrike">
                          <a:effectLst/>
                        </a:rPr>
                        <a:t>14</a:t>
                      </a:r>
                      <a:endParaRPr lang="en-US" sz="800" b="0" i="0" u="none" strike="noStrike">
                        <a:solidFill>
                          <a:srgbClr val="000000"/>
                        </a:solidFill>
                        <a:effectLst/>
                        <a:latin typeface="Aptos Narrow" panose="020B0004020202020204" pitchFamily="34" charset="0"/>
                      </a:endParaRPr>
                    </a:p>
                  </a:txBody>
                  <a:tcPr marL="5673" marR="5673" marT="5673" marB="0" anchor="ctr"/>
                </a:tc>
                <a:tc>
                  <a:txBody>
                    <a:bodyPr/>
                    <a:lstStyle/>
                    <a:p>
                      <a:pPr algn="ctr" fontAlgn="b"/>
                      <a:r>
                        <a:rPr lang="en-US" sz="800" u="none" strike="noStrike">
                          <a:effectLst/>
                        </a:rPr>
                        <a:t>$41,430.16</a:t>
                      </a:r>
                      <a:endParaRPr lang="en-US" sz="800" b="0" i="0" u="none" strike="noStrike">
                        <a:solidFill>
                          <a:srgbClr val="000000"/>
                        </a:solidFill>
                        <a:effectLst/>
                        <a:latin typeface="Aptos Narrow" panose="020B0004020202020204" pitchFamily="34" charset="0"/>
                      </a:endParaRPr>
                    </a:p>
                  </a:txBody>
                  <a:tcPr marL="5673" marR="5673" marT="5673" marB="0" anchor="b"/>
                </a:tc>
                <a:tc>
                  <a:txBody>
                    <a:bodyPr/>
                    <a:lstStyle/>
                    <a:p>
                      <a:pPr algn="ctr" fontAlgn="b"/>
                      <a:r>
                        <a:rPr lang="en-US" sz="800" u="none" strike="noStrike">
                          <a:effectLst/>
                        </a:rPr>
                        <a:t>$38,738.01</a:t>
                      </a:r>
                      <a:endParaRPr lang="en-US" sz="800" b="0" i="0" u="none" strike="noStrike">
                        <a:solidFill>
                          <a:srgbClr val="000000"/>
                        </a:solidFill>
                        <a:effectLst/>
                        <a:latin typeface="Aptos Narrow" panose="020B0004020202020204" pitchFamily="34" charset="0"/>
                      </a:endParaRPr>
                    </a:p>
                  </a:txBody>
                  <a:tcPr marL="5673" marR="5673" marT="5673" marB="0" anchor="b"/>
                </a:tc>
                <a:extLst>
                  <a:ext uri="{0D108BD9-81ED-4DB2-BD59-A6C34878D82A}">
                    <a16:rowId xmlns:a16="http://schemas.microsoft.com/office/drawing/2014/main" val="3724204041"/>
                  </a:ext>
                </a:extLst>
              </a:tr>
              <a:tr h="136157">
                <a:tc>
                  <a:txBody>
                    <a:bodyPr/>
                    <a:lstStyle/>
                    <a:p>
                      <a:pPr algn="ctr" fontAlgn="ctr"/>
                      <a:r>
                        <a:rPr lang="en-US" sz="800" u="none" strike="noStrike">
                          <a:effectLst/>
                        </a:rPr>
                        <a:t>15</a:t>
                      </a:r>
                      <a:endParaRPr lang="en-US" sz="800" b="0" i="0" u="none" strike="noStrike">
                        <a:solidFill>
                          <a:srgbClr val="000000"/>
                        </a:solidFill>
                        <a:effectLst/>
                        <a:latin typeface="Aptos Narrow" panose="020B0004020202020204" pitchFamily="34" charset="0"/>
                      </a:endParaRPr>
                    </a:p>
                  </a:txBody>
                  <a:tcPr marL="5673" marR="5673" marT="5673" marB="0" anchor="ctr"/>
                </a:tc>
                <a:tc>
                  <a:txBody>
                    <a:bodyPr/>
                    <a:lstStyle/>
                    <a:p>
                      <a:pPr algn="ctr" fontAlgn="b"/>
                      <a:r>
                        <a:rPr lang="en-US" sz="800" u="none" strike="noStrike">
                          <a:effectLst/>
                        </a:rPr>
                        <a:t>$21,485.62</a:t>
                      </a:r>
                      <a:endParaRPr lang="en-US" sz="800" b="0" i="0" u="none" strike="noStrike">
                        <a:solidFill>
                          <a:srgbClr val="000000"/>
                        </a:solidFill>
                        <a:effectLst/>
                        <a:latin typeface="Aptos Narrow" panose="020B0004020202020204" pitchFamily="34" charset="0"/>
                      </a:endParaRPr>
                    </a:p>
                  </a:txBody>
                  <a:tcPr marL="5673" marR="5673" marT="5673" marB="0" anchor="b"/>
                </a:tc>
                <a:tc>
                  <a:txBody>
                    <a:bodyPr/>
                    <a:lstStyle/>
                    <a:p>
                      <a:pPr algn="ctr" fontAlgn="b"/>
                      <a:r>
                        <a:rPr lang="en-US" sz="800" u="none" strike="noStrike">
                          <a:effectLst/>
                        </a:rPr>
                        <a:t>$33,565.74</a:t>
                      </a:r>
                      <a:endParaRPr lang="en-US" sz="800" b="0" i="0" u="none" strike="noStrike">
                        <a:solidFill>
                          <a:srgbClr val="000000"/>
                        </a:solidFill>
                        <a:effectLst/>
                        <a:latin typeface="Aptos Narrow" panose="020B0004020202020204" pitchFamily="34" charset="0"/>
                      </a:endParaRPr>
                    </a:p>
                  </a:txBody>
                  <a:tcPr marL="5673" marR="5673" marT="5673" marB="0" anchor="b"/>
                </a:tc>
                <a:extLst>
                  <a:ext uri="{0D108BD9-81ED-4DB2-BD59-A6C34878D82A}">
                    <a16:rowId xmlns:a16="http://schemas.microsoft.com/office/drawing/2014/main" val="717709879"/>
                  </a:ext>
                </a:extLst>
              </a:tr>
              <a:tr h="136157">
                <a:tc>
                  <a:txBody>
                    <a:bodyPr/>
                    <a:lstStyle/>
                    <a:p>
                      <a:pPr algn="ctr" fontAlgn="ctr"/>
                      <a:r>
                        <a:rPr lang="en-US" sz="800" u="none" strike="noStrike">
                          <a:effectLst/>
                        </a:rPr>
                        <a:t>16</a:t>
                      </a:r>
                      <a:endParaRPr lang="en-US" sz="800" b="0" i="0" u="none" strike="noStrike">
                        <a:solidFill>
                          <a:srgbClr val="000000"/>
                        </a:solidFill>
                        <a:effectLst/>
                        <a:latin typeface="Aptos Narrow" panose="020B0004020202020204" pitchFamily="34" charset="0"/>
                      </a:endParaRPr>
                    </a:p>
                  </a:txBody>
                  <a:tcPr marL="5673" marR="5673" marT="5673" marB="0" anchor="ctr"/>
                </a:tc>
                <a:tc>
                  <a:txBody>
                    <a:bodyPr/>
                    <a:lstStyle/>
                    <a:p>
                      <a:pPr algn="ctr" fontAlgn="b"/>
                      <a:r>
                        <a:rPr lang="en-US" sz="800" u="none" strike="noStrike">
                          <a:effectLst/>
                        </a:rPr>
                        <a:t>$29,195.50</a:t>
                      </a:r>
                      <a:endParaRPr lang="en-US" sz="800" b="0" i="0" u="none" strike="noStrike">
                        <a:solidFill>
                          <a:srgbClr val="000000"/>
                        </a:solidFill>
                        <a:effectLst/>
                        <a:latin typeface="Aptos Narrow" panose="020B0004020202020204" pitchFamily="34" charset="0"/>
                      </a:endParaRPr>
                    </a:p>
                  </a:txBody>
                  <a:tcPr marL="5673" marR="5673" marT="5673" marB="0" anchor="b"/>
                </a:tc>
                <a:tc>
                  <a:txBody>
                    <a:bodyPr/>
                    <a:lstStyle/>
                    <a:p>
                      <a:pPr algn="ctr" fontAlgn="b"/>
                      <a:r>
                        <a:rPr lang="en-US" sz="800" u="none" strike="noStrike">
                          <a:effectLst/>
                        </a:rPr>
                        <a:t>$31,484.80</a:t>
                      </a:r>
                      <a:endParaRPr lang="en-US" sz="800" b="0" i="0" u="none" strike="noStrike">
                        <a:solidFill>
                          <a:srgbClr val="000000"/>
                        </a:solidFill>
                        <a:effectLst/>
                        <a:latin typeface="Aptos Narrow" panose="020B0004020202020204" pitchFamily="34" charset="0"/>
                      </a:endParaRPr>
                    </a:p>
                  </a:txBody>
                  <a:tcPr marL="5673" marR="5673" marT="5673" marB="0" anchor="b"/>
                </a:tc>
                <a:extLst>
                  <a:ext uri="{0D108BD9-81ED-4DB2-BD59-A6C34878D82A}">
                    <a16:rowId xmlns:a16="http://schemas.microsoft.com/office/drawing/2014/main" val="178070527"/>
                  </a:ext>
                </a:extLst>
              </a:tr>
              <a:tr h="136157">
                <a:tc>
                  <a:txBody>
                    <a:bodyPr/>
                    <a:lstStyle/>
                    <a:p>
                      <a:pPr algn="ctr" fontAlgn="ctr"/>
                      <a:r>
                        <a:rPr lang="en-US" sz="800" u="none" strike="noStrike">
                          <a:effectLst/>
                        </a:rPr>
                        <a:t>17</a:t>
                      </a:r>
                      <a:endParaRPr lang="en-US" sz="800" b="0" i="0" u="none" strike="noStrike">
                        <a:solidFill>
                          <a:srgbClr val="000000"/>
                        </a:solidFill>
                        <a:effectLst/>
                        <a:latin typeface="Aptos Narrow" panose="020B0004020202020204" pitchFamily="34" charset="0"/>
                      </a:endParaRPr>
                    </a:p>
                  </a:txBody>
                  <a:tcPr marL="5673" marR="5673" marT="5673" marB="0" anchor="ctr"/>
                </a:tc>
                <a:tc>
                  <a:txBody>
                    <a:bodyPr/>
                    <a:lstStyle/>
                    <a:p>
                      <a:pPr algn="ctr" fontAlgn="b"/>
                      <a:r>
                        <a:rPr lang="en-US" sz="800" u="none" strike="noStrike">
                          <a:effectLst/>
                        </a:rPr>
                        <a:t>$45,141.81</a:t>
                      </a:r>
                      <a:endParaRPr lang="en-US" sz="800" b="0" i="0" u="none" strike="noStrike">
                        <a:solidFill>
                          <a:srgbClr val="000000"/>
                        </a:solidFill>
                        <a:effectLst/>
                        <a:latin typeface="Aptos Narrow" panose="020B0004020202020204" pitchFamily="34" charset="0"/>
                      </a:endParaRPr>
                    </a:p>
                  </a:txBody>
                  <a:tcPr marL="5673" marR="5673" marT="5673" marB="0" anchor="b"/>
                </a:tc>
                <a:tc>
                  <a:txBody>
                    <a:bodyPr/>
                    <a:lstStyle/>
                    <a:p>
                      <a:pPr algn="ctr" fontAlgn="b"/>
                      <a:r>
                        <a:rPr lang="en-US" sz="800" u="none" strike="noStrike">
                          <a:effectLst/>
                        </a:rPr>
                        <a:t>$32,194.59</a:t>
                      </a:r>
                      <a:endParaRPr lang="en-US" sz="800" b="0" i="0" u="none" strike="noStrike">
                        <a:solidFill>
                          <a:srgbClr val="000000"/>
                        </a:solidFill>
                        <a:effectLst/>
                        <a:latin typeface="Aptos Narrow" panose="020B0004020202020204" pitchFamily="34" charset="0"/>
                      </a:endParaRPr>
                    </a:p>
                  </a:txBody>
                  <a:tcPr marL="5673" marR="5673" marT="5673" marB="0" anchor="b"/>
                </a:tc>
                <a:extLst>
                  <a:ext uri="{0D108BD9-81ED-4DB2-BD59-A6C34878D82A}">
                    <a16:rowId xmlns:a16="http://schemas.microsoft.com/office/drawing/2014/main" val="1480391090"/>
                  </a:ext>
                </a:extLst>
              </a:tr>
              <a:tr h="136157">
                <a:tc>
                  <a:txBody>
                    <a:bodyPr/>
                    <a:lstStyle/>
                    <a:p>
                      <a:pPr algn="ctr" fontAlgn="ctr"/>
                      <a:r>
                        <a:rPr lang="en-US" sz="800" u="none" strike="noStrike">
                          <a:effectLst/>
                        </a:rPr>
                        <a:t>18</a:t>
                      </a:r>
                      <a:endParaRPr lang="en-US" sz="800" b="0" i="0" u="none" strike="noStrike">
                        <a:solidFill>
                          <a:srgbClr val="000000"/>
                        </a:solidFill>
                        <a:effectLst/>
                        <a:latin typeface="Aptos Narrow" panose="020B0004020202020204" pitchFamily="34" charset="0"/>
                      </a:endParaRPr>
                    </a:p>
                  </a:txBody>
                  <a:tcPr marL="5673" marR="5673" marT="5673" marB="0" anchor="ctr"/>
                </a:tc>
                <a:tc>
                  <a:txBody>
                    <a:bodyPr/>
                    <a:lstStyle/>
                    <a:p>
                      <a:pPr algn="ctr" fontAlgn="b"/>
                      <a:r>
                        <a:rPr lang="en-US" sz="800" u="none" strike="noStrike">
                          <a:effectLst/>
                        </a:rPr>
                        <a:t>$34,492.08</a:t>
                      </a:r>
                      <a:endParaRPr lang="en-US" sz="800" b="0" i="0" u="none" strike="noStrike">
                        <a:solidFill>
                          <a:srgbClr val="000000"/>
                        </a:solidFill>
                        <a:effectLst/>
                        <a:latin typeface="Aptos Narrow" panose="020B0004020202020204" pitchFamily="34" charset="0"/>
                      </a:endParaRPr>
                    </a:p>
                  </a:txBody>
                  <a:tcPr marL="5673" marR="5673" marT="5673" marB="0" anchor="b"/>
                </a:tc>
                <a:tc>
                  <a:txBody>
                    <a:bodyPr/>
                    <a:lstStyle/>
                    <a:p>
                      <a:pPr algn="ctr" fontAlgn="b"/>
                      <a:r>
                        <a:rPr lang="en-US" sz="800" u="none" strike="noStrike">
                          <a:effectLst/>
                        </a:rPr>
                        <a:t>$35,746.22</a:t>
                      </a:r>
                      <a:endParaRPr lang="en-US" sz="800" b="0" i="0" u="none" strike="noStrike">
                        <a:solidFill>
                          <a:srgbClr val="000000"/>
                        </a:solidFill>
                        <a:effectLst/>
                        <a:latin typeface="Aptos Narrow" panose="020B0004020202020204" pitchFamily="34" charset="0"/>
                      </a:endParaRPr>
                    </a:p>
                  </a:txBody>
                  <a:tcPr marL="5673" marR="5673" marT="5673" marB="0" anchor="b"/>
                </a:tc>
                <a:extLst>
                  <a:ext uri="{0D108BD9-81ED-4DB2-BD59-A6C34878D82A}">
                    <a16:rowId xmlns:a16="http://schemas.microsoft.com/office/drawing/2014/main" val="2480383817"/>
                  </a:ext>
                </a:extLst>
              </a:tr>
              <a:tr h="136157">
                <a:tc>
                  <a:txBody>
                    <a:bodyPr/>
                    <a:lstStyle/>
                    <a:p>
                      <a:pPr algn="ctr" fontAlgn="ctr"/>
                      <a:r>
                        <a:rPr lang="en-US" sz="800" u="none" strike="noStrike">
                          <a:effectLst/>
                        </a:rPr>
                        <a:t>19</a:t>
                      </a:r>
                      <a:endParaRPr lang="en-US" sz="800" b="0" i="0" u="none" strike="noStrike">
                        <a:solidFill>
                          <a:srgbClr val="000000"/>
                        </a:solidFill>
                        <a:effectLst/>
                        <a:latin typeface="Aptos Narrow" panose="020B0004020202020204" pitchFamily="34" charset="0"/>
                      </a:endParaRPr>
                    </a:p>
                  </a:txBody>
                  <a:tcPr marL="5673" marR="5673" marT="5673" marB="0" anchor="ctr"/>
                </a:tc>
                <a:tc>
                  <a:txBody>
                    <a:bodyPr/>
                    <a:lstStyle/>
                    <a:p>
                      <a:pPr algn="ctr" fontAlgn="b"/>
                      <a:r>
                        <a:rPr lang="en-US" sz="800" u="none" strike="noStrike">
                          <a:effectLst/>
                        </a:rPr>
                        <a:t>$27,893.26</a:t>
                      </a:r>
                      <a:endParaRPr lang="en-US" sz="800" b="0" i="0" u="none" strike="noStrike">
                        <a:solidFill>
                          <a:srgbClr val="000000"/>
                        </a:solidFill>
                        <a:effectLst/>
                        <a:latin typeface="Aptos Narrow" panose="020B0004020202020204" pitchFamily="34" charset="0"/>
                      </a:endParaRPr>
                    </a:p>
                  </a:txBody>
                  <a:tcPr marL="5673" marR="5673" marT="5673" marB="0" anchor="b"/>
                </a:tc>
                <a:tc>
                  <a:txBody>
                    <a:bodyPr/>
                    <a:lstStyle/>
                    <a:p>
                      <a:pPr algn="ctr" fontAlgn="b"/>
                      <a:r>
                        <a:rPr lang="en-US" sz="800" u="none" strike="noStrike">
                          <a:effectLst/>
                        </a:rPr>
                        <a:t>$28,281.25</a:t>
                      </a:r>
                      <a:endParaRPr lang="en-US" sz="800" b="0" i="0" u="none" strike="noStrike">
                        <a:solidFill>
                          <a:srgbClr val="000000"/>
                        </a:solidFill>
                        <a:effectLst/>
                        <a:latin typeface="Aptos Narrow" panose="020B0004020202020204" pitchFamily="34" charset="0"/>
                      </a:endParaRPr>
                    </a:p>
                  </a:txBody>
                  <a:tcPr marL="5673" marR="5673" marT="5673" marB="0" anchor="b"/>
                </a:tc>
                <a:extLst>
                  <a:ext uri="{0D108BD9-81ED-4DB2-BD59-A6C34878D82A}">
                    <a16:rowId xmlns:a16="http://schemas.microsoft.com/office/drawing/2014/main" val="2977799350"/>
                  </a:ext>
                </a:extLst>
              </a:tr>
              <a:tr h="136157">
                <a:tc>
                  <a:txBody>
                    <a:bodyPr/>
                    <a:lstStyle/>
                    <a:p>
                      <a:pPr algn="ctr" fontAlgn="ctr"/>
                      <a:r>
                        <a:rPr lang="en-US" sz="800" u="none" strike="noStrike">
                          <a:effectLst/>
                        </a:rPr>
                        <a:t>20</a:t>
                      </a:r>
                      <a:endParaRPr lang="en-US" sz="800" b="0" i="0" u="none" strike="noStrike">
                        <a:solidFill>
                          <a:srgbClr val="000000"/>
                        </a:solidFill>
                        <a:effectLst/>
                        <a:latin typeface="Aptos Narrow" panose="020B0004020202020204" pitchFamily="34" charset="0"/>
                      </a:endParaRPr>
                    </a:p>
                  </a:txBody>
                  <a:tcPr marL="5673" marR="5673" marT="5673" marB="0" anchor="ctr"/>
                </a:tc>
                <a:tc>
                  <a:txBody>
                    <a:bodyPr/>
                    <a:lstStyle/>
                    <a:p>
                      <a:pPr algn="ctr" fontAlgn="b"/>
                      <a:r>
                        <a:rPr lang="en-US" sz="800" u="none" strike="noStrike">
                          <a:effectLst/>
                        </a:rPr>
                        <a:t>$38,591.54</a:t>
                      </a:r>
                      <a:endParaRPr lang="en-US" sz="800" b="0" i="0" u="none" strike="noStrike">
                        <a:solidFill>
                          <a:srgbClr val="000000"/>
                        </a:solidFill>
                        <a:effectLst/>
                        <a:latin typeface="Aptos Narrow" panose="020B0004020202020204" pitchFamily="34" charset="0"/>
                      </a:endParaRPr>
                    </a:p>
                  </a:txBody>
                  <a:tcPr marL="5673" marR="5673" marT="5673" marB="0" anchor="b"/>
                </a:tc>
                <a:tc>
                  <a:txBody>
                    <a:bodyPr/>
                    <a:lstStyle/>
                    <a:p>
                      <a:pPr algn="ctr" fontAlgn="b"/>
                      <a:r>
                        <a:rPr lang="en-US" sz="800" u="none" strike="noStrike">
                          <a:effectLst/>
                        </a:rPr>
                        <a:t>$31,405.48</a:t>
                      </a:r>
                      <a:endParaRPr lang="en-US" sz="800" b="0" i="0" u="none" strike="noStrike">
                        <a:solidFill>
                          <a:srgbClr val="000000"/>
                        </a:solidFill>
                        <a:effectLst/>
                        <a:latin typeface="Aptos Narrow" panose="020B0004020202020204" pitchFamily="34" charset="0"/>
                      </a:endParaRPr>
                    </a:p>
                  </a:txBody>
                  <a:tcPr marL="5673" marR="5673" marT="5673" marB="0" anchor="b"/>
                </a:tc>
                <a:extLst>
                  <a:ext uri="{0D108BD9-81ED-4DB2-BD59-A6C34878D82A}">
                    <a16:rowId xmlns:a16="http://schemas.microsoft.com/office/drawing/2014/main" val="102643484"/>
                  </a:ext>
                </a:extLst>
              </a:tr>
              <a:tr h="136157">
                <a:tc>
                  <a:txBody>
                    <a:bodyPr/>
                    <a:lstStyle/>
                    <a:p>
                      <a:pPr algn="ctr" fontAlgn="ctr"/>
                      <a:r>
                        <a:rPr lang="en-US" sz="800" u="none" strike="noStrike">
                          <a:effectLst/>
                        </a:rPr>
                        <a:t>21</a:t>
                      </a:r>
                      <a:endParaRPr lang="en-US" sz="800" b="0" i="0" u="none" strike="noStrike">
                        <a:solidFill>
                          <a:srgbClr val="000000"/>
                        </a:solidFill>
                        <a:effectLst/>
                        <a:latin typeface="Aptos Narrow" panose="020B0004020202020204" pitchFamily="34" charset="0"/>
                      </a:endParaRPr>
                    </a:p>
                  </a:txBody>
                  <a:tcPr marL="5673" marR="5673" marT="5673" marB="0" anchor="ctr"/>
                </a:tc>
                <a:tc>
                  <a:txBody>
                    <a:bodyPr/>
                    <a:lstStyle/>
                    <a:p>
                      <a:pPr algn="ctr" fontAlgn="b"/>
                      <a:r>
                        <a:rPr lang="en-US" sz="800" u="none" strike="noStrike">
                          <a:effectLst/>
                        </a:rPr>
                        <a:t>$33,726.58</a:t>
                      </a:r>
                      <a:endParaRPr lang="en-US" sz="800" b="0" i="0" u="none" strike="noStrike">
                        <a:solidFill>
                          <a:srgbClr val="000000"/>
                        </a:solidFill>
                        <a:effectLst/>
                        <a:latin typeface="Aptos Narrow" panose="020B0004020202020204" pitchFamily="34" charset="0"/>
                      </a:endParaRPr>
                    </a:p>
                  </a:txBody>
                  <a:tcPr marL="5673" marR="5673" marT="5673" marB="0" anchor="b"/>
                </a:tc>
                <a:tc>
                  <a:txBody>
                    <a:bodyPr/>
                    <a:lstStyle/>
                    <a:p>
                      <a:pPr algn="ctr" fontAlgn="b"/>
                      <a:r>
                        <a:rPr lang="en-US" sz="800" u="none" strike="noStrike">
                          <a:effectLst/>
                        </a:rPr>
                        <a:t>$32,194.59</a:t>
                      </a:r>
                      <a:endParaRPr lang="en-US" sz="800" b="0" i="0" u="none" strike="noStrike">
                        <a:solidFill>
                          <a:srgbClr val="000000"/>
                        </a:solidFill>
                        <a:effectLst/>
                        <a:latin typeface="Aptos Narrow" panose="020B0004020202020204" pitchFamily="34" charset="0"/>
                      </a:endParaRPr>
                    </a:p>
                  </a:txBody>
                  <a:tcPr marL="5673" marR="5673" marT="5673" marB="0" anchor="b"/>
                </a:tc>
                <a:extLst>
                  <a:ext uri="{0D108BD9-81ED-4DB2-BD59-A6C34878D82A}">
                    <a16:rowId xmlns:a16="http://schemas.microsoft.com/office/drawing/2014/main" val="776492237"/>
                  </a:ext>
                </a:extLst>
              </a:tr>
              <a:tr h="136157">
                <a:tc>
                  <a:txBody>
                    <a:bodyPr/>
                    <a:lstStyle/>
                    <a:p>
                      <a:pPr algn="ctr" fontAlgn="ctr"/>
                      <a:r>
                        <a:rPr lang="en-US" sz="800" u="none" strike="noStrike">
                          <a:effectLst/>
                        </a:rPr>
                        <a:t>22</a:t>
                      </a:r>
                      <a:endParaRPr lang="en-US" sz="800" b="0" i="0" u="none" strike="noStrike">
                        <a:solidFill>
                          <a:srgbClr val="000000"/>
                        </a:solidFill>
                        <a:effectLst/>
                        <a:latin typeface="Aptos Narrow" panose="020B0004020202020204" pitchFamily="34" charset="0"/>
                      </a:endParaRPr>
                    </a:p>
                  </a:txBody>
                  <a:tcPr marL="5673" marR="5673" marT="5673" marB="0" anchor="ctr"/>
                </a:tc>
                <a:tc>
                  <a:txBody>
                    <a:bodyPr/>
                    <a:lstStyle/>
                    <a:p>
                      <a:pPr algn="ctr" fontAlgn="b"/>
                      <a:r>
                        <a:rPr lang="en-US" sz="800" u="none" strike="noStrike">
                          <a:effectLst/>
                        </a:rPr>
                        <a:t>$29,832.22</a:t>
                      </a:r>
                      <a:endParaRPr lang="en-US" sz="800" b="0" i="0" u="none" strike="noStrike">
                        <a:solidFill>
                          <a:srgbClr val="000000"/>
                        </a:solidFill>
                        <a:effectLst/>
                        <a:latin typeface="Aptos Narrow" panose="020B0004020202020204" pitchFamily="34" charset="0"/>
                      </a:endParaRPr>
                    </a:p>
                  </a:txBody>
                  <a:tcPr marL="5673" marR="5673" marT="5673" marB="0" anchor="b"/>
                </a:tc>
                <a:tc>
                  <a:txBody>
                    <a:bodyPr/>
                    <a:lstStyle/>
                    <a:p>
                      <a:pPr algn="ctr" fontAlgn="b"/>
                      <a:r>
                        <a:rPr lang="en-US" sz="800" u="none" strike="noStrike">
                          <a:effectLst/>
                        </a:rPr>
                        <a:t>$35,987.41</a:t>
                      </a:r>
                      <a:endParaRPr lang="en-US" sz="800" b="0" i="0" u="none" strike="noStrike">
                        <a:solidFill>
                          <a:srgbClr val="000000"/>
                        </a:solidFill>
                        <a:effectLst/>
                        <a:latin typeface="Aptos Narrow" panose="020B0004020202020204" pitchFamily="34" charset="0"/>
                      </a:endParaRPr>
                    </a:p>
                  </a:txBody>
                  <a:tcPr marL="5673" marR="5673" marT="5673" marB="0" anchor="b"/>
                </a:tc>
                <a:extLst>
                  <a:ext uri="{0D108BD9-81ED-4DB2-BD59-A6C34878D82A}">
                    <a16:rowId xmlns:a16="http://schemas.microsoft.com/office/drawing/2014/main" val="2568941580"/>
                  </a:ext>
                </a:extLst>
              </a:tr>
              <a:tr h="136157">
                <a:tc>
                  <a:txBody>
                    <a:bodyPr/>
                    <a:lstStyle/>
                    <a:p>
                      <a:pPr algn="ctr" fontAlgn="ctr"/>
                      <a:r>
                        <a:rPr lang="en-US" sz="800" u="none" strike="noStrike">
                          <a:effectLst/>
                        </a:rPr>
                        <a:t>23</a:t>
                      </a:r>
                      <a:endParaRPr lang="en-US" sz="800" b="0" i="0" u="none" strike="noStrike">
                        <a:solidFill>
                          <a:srgbClr val="000000"/>
                        </a:solidFill>
                        <a:effectLst/>
                        <a:latin typeface="Aptos Narrow" panose="020B0004020202020204" pitchFamily="34" charset="0"/>
                      </a:endParaRPr>
                    </a:p>
                  </a:txBody>
                  <a:tcPr marL="5673" marR="5673" marT="5673" marB="0" anchor="ctr"/>
                </a:tc>
                <a:tc>
                  <a:txBody>
                    <a:bodyPr/>
                    <a:lstStyle/>
                    <a:p>
                      <a:pPr algn="ctr" fontAlgn="b"/>
                      <a:r>
                        <a:rPr lang="en-US" sz="800" u="none" strike="noStrike">
                          <a:effectLst/>
                        </a:rPr>
                        <a:t>$32,154.94</a:t>
                      </a:r>
                      <a:endParaRPr lang="en-US" sz="800" b="0" i="0" u="none" strike="noStrike">
                        <a:solidFill>
                          <a:srgbClr val="000000"/>
                        </a:solidFill>
                        <a:effectLst/>
                        <a:latin typeface="Aptos Narrow" panose="020B0004020202020204" pitchFamily="34" charset="0"/>
                      </a:endParaRPr>
                    </a:p>
                  </a:txBody>
                  <a:tcPr marL="5673" marR="5673" marT="5673" marB="0" anchor="b"/>
                </a:tc>
                <a:tc>
                  <a:txBody>
                    <a:bodyPr/>
                    <a:lstStyle/>
                    <a:p>
                      <a:pPr algn="ctr" fontAlgn="b"/>
                      <a:r>
                        <a:rPr lang="en-US" sz="800" u="none" strike="noStrike">
                          <a:effectLst/>
                        </a:rPr>
                        <a:t>$35,583.43</a:t>
                      </a:r>
                      <a:endParaRPr lang="en-US" sz="800" b="0" i="0" u="none" strike="noStrike">
                        <a:solidFill>
                          <a:srgbClr val="000000"/>
                        </a:solidFill>
                        <a:effectLst/>
                        <a:latin typeface="Aptos Narrow" panose="020B0004020202020204" pitchFamily="34" charset="0"/>
                      </a:endParaRPr>
                    </a:p>
                  </a:txBody>
                  <a:tcPr marL="5673" marR="5673" marT="5673" marB="0" anchor="b"/>
                </a:tc>
                <a:extLst>
                  <a:ext uri="{0D108BD9-81ED-4DB2-BD59-A6C34878D82A}">
                    <a16:rowId xmlns:a16="http://schemas.microsoft.com/office/drawing/2014/main" val="1308883452"/>
                  </a:ext>
                </a:extLst>
              </a:tr>
              <a:tr h="136157">
                <a:tc>
                  <a:txBody>
                    <a:bodyPr/>
                    <a:lstStyle/>
                    <a:p>
                      <a:pPr algn="ctr" fontAlgn="ctr"/>
                      <a:r>
                        <a:rPr lang="en-US" sz="800" u="none" strike="noStrike">
                          <a:effectLst/>
                        </a:rPr>
                        <a:t>24</a:t>
                      </a:r>
                      <a:endParaRPr lang="en-US" sz="800" b="0" i="0" u="none" strike="noStrike">
                        <a:solidFill>
                          <a:srgbClr val="000000"/>
                        </a:solidFill>
                        <a:effectLst/>
                        <a:latin typeface="Aptos Narrow" panose="020B0004020202020204" pitchFamily="34" charset="0"/>
                      </a:endParaRPr>
                    </a:p>
                  </a:txBody>
                  <a:tcPr marL="5673" marR="5673" marT="5673" marB="0" anchor="ctr"/>
                </a:tc>
                <a:tc>
                  <a:txBody>
                    <a:bodyPr/>
                    <a:lstStyle/>
                    <a:p>
                      <a:pPr algn="ctr" fontAlgn="b"/>
                      <a:r>
                        <a:rPr lang="en-US" sz="800" u="none" strike="noStrike">
                          <a:effectLst/>
                        </a:rPr>
                        <a:t>$34,686.49</a:t>
                      </a:r>
                      <a:endParaRPr lang="en-US" sz="800" b="0" i="0" u="none" strike="noStrike">
                        <a:solidFill>
                          <a:srgbClr val="000000"/>
                        </a:solidFill>
                        <a:effectLst/>
                        <a:latin typeface="Aptos Narrow" panose="020B0004020202020204" pitchFamily="34" charset="0"/>
                      </a:endParaRPr>
                    </a:p>
                  </a:txBody>
                  <a:tcPr marL="5673" marR="5673" marT="5673" marB="0" anchor="b"/>
                </a:tc>
                <a:tc>
                  <a:txBody>
                    <a:bodyPr/>
                    <a:lstStyle/>
                    <a:p>
                      <a:pPr algn="ctr" fontAlgn="b"/>
                      <a:r>
                        <a:rPr lang="en-US" sz="800" u="none" strike="noStrike">
                          <a:effectLst/>
                        </a:rPr>
                        <a:t>$34,227.49</a:t>
                      </a:r>
                      <a:endParaRPr lang="en-US" sz="800" b="0" i="0" u="none" strike="noStrike">
                        <a:solidFill>
                          <a:srgbClr val="000000"/>
                        </a:solidFill>
                        <a:effectLst/>
                        <a:latin typeface="Aptos Narrow" panose="020B0004020202020204" pitchFamily="34" charset="0"/>
                      </a:endParaRPr>
                    </a:p>
                  </a:txBody>
                  <a:tcPr marL="5673" marR="5673" marT="5673" marB="0" anchor="b"/>
                </a:tc>
                <a:extLst>
                  <a:ext uri="{0D108BD9-81ED-4DB2-BD59-A6C34878D82A}">
                    <a16:rowId xmlns:a16="http://schemas.microsoft.com/office/drawing/2014/main" val="874625524"/>
                  </a:ext>
                </a:extLst>
              </a:tr>
              <a:tr h="136157">
                <a:tc>
                  <a:txBody>
                    <a:bodyPr/>
                    <a:lstStyle/>
                    <a:p>
                      <a:pPr algn="ctr" fontAlgn="ctr"/>
                      <a:r>
                        <a:rPr lang="en-US" sz="800" u="none" strike="noStrike">
                          <a:effectLst/>
                        </a:rPr>
                        <a:t>25</a:t>
                      </a:r>
                      <a:endParaRPr lang="en-US" sz="800" b="0" i="0" u="none" strike="noStrike">
                        <a:solidFill>
                          <a:srgbClr val="000000"/>
                        </a:solidFill>
                        <a:effectLst/>
                        <a:latin typeface="Aptos Narrow" panose="020B0004020202020204" pitchFamily="34" charset="0"/>
                      </a:endParaRPr>
                    </a:p>
                  </a:txBody>
                  <a:tcPr marL="5673" marR="5673" marT="5673" marB="0" anchor="ctr"/>
                </a:tc>
                <a:tc>
                  <a:txBody>
                    <a:bodyPr/>
                    <a:lstStyle/>
                    <a:p>
                      <a:pPr algn="ctr" fontAlgn="b"/>
                      <a:r>
                        <a:rPr lang="en-US" sz="800" u="none" strike="noStrike">
                          <a:effectLst/>
                        </a:rPr>
                        <a:t>$25,607.82</a:t>
                      </a:r>
                      <a:endParaRPr lang="en-US" sz="800" b="0" i="0" u="none" strike="noStrike">
                        <a:solidFill>
                          <a:srgbClr val="000000"/>
                        </a:solidFill>
                        <a:effectLst/>
                        <a:latin typeface="Aptos Narrow" panose="020B0004020202020204" pitchFamily="34" charset="0"/>
                      </a:endParaRPr>
                    </a:p>
                  </a:txBody>
                  <a:tcPr marL="5673" marR="5673" marT="5673" marB="0" anchor="b"/>
                </a:tc>
                <a:tc>
                  <a:txBody>
                    <a:bodyPr/>
                    <a:lstStyle/>
                    <a:p>
                      <a:pPr algn="ctr" fontAlgn="b"/>
                      <a:r>
                        <a:rPr lang="en-US" sz="800" u="none" strike="noStrike">
                          <a:effectLst/>
                        </a:rPr>
                        <a:t>$25,758.88</a:t>
                      </a:r>
                      <a:endParaRPr lang="en-US" sz="800" b="0" i="0" u="none" strike="noStrike">
                        <a:solidFill>
                          <a:srgbClr val="000000"/>
                        </a:solidFill>
                        <a:effectLst/>
                        <a:latin typeface="Aptos Narrow" panose="020B0004020202020204" pitchFamily="34" charset="0"/>
                      </a:endParaRPr>
                    </a:p>
                  </a:txBody>
                  <a:tcPr marL="5673" marR="5673" marT="5673" marB="0" anchor="b"/>
                </a:tc>
                <a:extLst>
                  <a:ext uri="{0D108BD9-81ED-4DB2-BD59-A6C34878D82A}">
                    <a16:rowId xmlns:a16="http://schemas.microsoft.com/office/drawing/2014/main" val="2402726851"/>
                  </a:ext>
                </a:extLst>
              </a:tr>
              <a:tr h="136157">
                <a:tc>
                  <a:txBody>
                    <a:bodyPr/>
                    <a:lstStyle/>
                    <a:p>
                      <a:pPr algn="ctr" fontAlgn="ctr"/>
                      <a:r>
                        <a:rPr lang="en-US" sz="800" u="none" strike="noStrike">
                          <a:effectLst/>
                        </a:rPr>
                        <a:t>26</a:t>
                      </a:r>
                      <a:endParaRPr lang="en-US" sz="800" b="0" i="0" u="none" strike="noStrike">
                        <a:solidFill>
                          <a:srgbClr val="000000"/>
                        </a:solidFill>
                        <a:effectLst/>
                        <a:latin typeface="Aptos Narrow" panose="020B0004020202020204" pitchFamily="34" charset="0"/>
                      </a:endParaRPr>
                    </a:p>
                  </a:txBody>
                  <a:tcPr marL="5673" marR="5673" marT="5673" marB="0" anchor="ctr"/>
                </a:tc>
                <a:tc>
                  <a:txBody>
                    <a:bodyPr/>
                    <a:lstStyle/>
                    <a:p>
                      <a:pPr algn="ctr" fontAlgn="b"/>
                      <a:r>
                        <a:rPr lang="en-US" sz="800" u="none" strike="noStrike">
                          <a:effectLst/>
                        </a:rPr>
                        <a:t>$33,726.58</a:t>
                      </a:r>
                      <a:endParaRPr lang="en-US" sz="800" b="0" i="0" u="none" strike="noStrike">
                        <a:solidFill>
                          <a:srgbClr val="000000"/>
                        </a:solidFill>
                        <a:effectLst/>
                        <a:latin typeface="Aptos Narrow" panose="020B0004020202020204" pitchFamily="34" charset="0"/>
                      </a:endParaRPr>
                    </a:p>
                  </a:txBody>
                  <a:tcPr marL="5673" marR="5673" marT="5673" marB="0" anchor="b"/>
                </a:tc>
                <a:tc>
                  <a:txBody>
                    <a:bodyPr/>
                    <a:lstStyle/>
                    <a:p>
                      <a:pPr algn="ctr" fontAlgn="b"/>
                      <a:r>
                        <a:rPr lang="en-US" sz="800" u="none" strike="noStrike">
                          <a:effectLst/>
                        </a:rPr>
                        <a:t>$34,373.99</a:t>
                      </a:r>
                      <a:endParaRPr lang="en-US" sz="800" b="0" i="0" u="none" strike="noStrike">
                        <a:solidFill>
                          <a:srgbClr val="000000"/>
                        </a:solidFill>
                        <a:effectLst/>
                        <a:latin typeface="Aptos Narrow" panose="020B0004020202020204" pitchFamily="34" charset="0"/>
                      </a:endParaRPr>
                    </a:p>
                  </a:txBody>
                  <a:tcPr marL="5673" marR="5673" marT="5673" marB="0" anchor="b"/>
                </a:tc>
                <a:extLst>
                  <a:ext uri="{0D108BD9-81ED-4DB2-BD59-A6C34878D82A}">
                    <a16:rowId xmlns:a16="http://schemas.microsoft.com/office/drawing/2014/main" val="1486942303"/>
                  </a:ext>
                </a:extLst>
              </a:tr>
              <a:tr h="136157">
                <a:tc>
                  <a:txBody>
                    <a:bodyPr/>
                    <a:lstStyle/>
                    <a:p>
                      <a:pPr algn="ctr" fontAlgn="ctr"/>
                      <a:r>
                        <a:rPr lang="en-US" sz="800" u="none" strike="noStrike">
                          <a:effectLst/>
                        </a:rPr>
                        <a:t>27</a:t>
                      </a:r>
                      <a:endParaRPr lang="en-US" sz="800" b="0" i="0" u="none" strike="noStrike">
                        <a:solidFill>
                          <a:srgbClr val="000000"/>
                        </a:solidFill>
                        <a:effectLst/>
                        <a:latin typeface="Aptos Narrow" panose="020B0004020202020204" pitchFamily="34" charset="0"/>
                      </a:endParaRPr>
                    </a:p>
                  </a:txBody>
                  <a:tcPr marL="5673" marR="5673" marT="5673" marB="0" anchor="ctr"/>
                </a:tc>
                <a:tc>
                  <a:txBody>
                    <a:bodyPr/>
                    <a:lstStyle/>
                    <a:p>
                      <a:pPr algn="ctr" fontAlgn="b"/>
                      <a:r>
                        <a:rPr lang="en-US" sz="800" u="none" strike="noStrike">
                          <a:effectLst/>
                        </a:rPr>
                        <a:t>$37,782.86</a:t>
                      </a:r>
                      <a:endParaRPr lang="en-US" sz="800" b="0" i="0" u="none" strike="noStrike">
                        <a:solidFill>
                          <a:srgbClr val="000000"/>
                        </a:solidFill>
                        <a:effectLst/>
                        <a:latin typeface="Aptos Narrow" panose="020B0004020202020204" pitchFamily="34" charset="0"/>
                      </a:endParaRPr>
                    </a:p>
                  </a:txBody>
                  <a:tcPr marL="5673" marR="5673" marT="5673" marB="0" anchor="b"/>
                </a:tc>
                <a:tc>
                  <a:txBody>
                    <a:bodyPr/>
                    <a:lstStyle/>
                    <a:p>
                      <a:pPr algn="ctr" fontAlgn="b"/>
                      <a:r>
                        <a:rPr lang="en-US" sz="800" u="none" strike="noStrike">
                          <a:effectLst/>
                        </a:rPr>
                        <a:t>$25,658.83</a:t>
                      </a:r>
                      <a:endParaRPr lang="en-US" sz="800" b="0" i="0" u="none" strike="noStrike">
                        <a:solidFill>
                          <a:srgbClr val="000000"/>
                        </a:solidFill>
                        <a:effectLst/>
                        <a:latin typeface="Aptos Narrow" panose="020B0004020202020204" pitchFamily="34" charset="0"/>
                      </a:endParaRPr>
                    </a:p>
                  </a:txBody>
                  <a:tcPr marL="5673" marR="5673" marT="5673" marB="0" anchor="b"/>
                </a:tc>
                <a:extLst>
                  <a:ext uri="{0D108BD9-81ED-4DB2-BD59-A6C34878D82A}">
                    <a16:rowId xmlns:a16="http://schemas.microsoft.com/office/drawing/2014/main" val="3436235479"/>
                  </a:ext>
                </a:extLst>
              </a:tr>
              <a:tr h="136157">
                <a:tc>
                  <a:txBody>
                    <a:bodyPr/>
                    <a:lstStyle/>
                    <a:p>
                      <a:pPr algn="ctr" fontAlgn="ctr"/>
                      <a:r>
                        <a:rPr lang="en-US" sz="800" u="none" strike="noStrike">
                          <a:effectLst/>
                        </a:rPr>
                        <a:t>28</a:t>
                      </a:r>
                      <a:endParaRPr lang="en-US" sz="800" b="0" i="0" u="none" strike="noStrike">
                        <a:solidFill>
                          <a:srgbClr val="000000"/>
                        </a:solidFill>
                        <a:effectLst/>
                        <a:latin typeface="Aptos Narrow" panose="020B0004020202020204" pitchFamily="34" charset="0"/>
                      </a:endParaRPr>
                    </a:p>
                  </a:txBody>
                  <a:tcPr marL="5673" marR="5673" marT="5673" marB="0" anchor="ctr"/>
                </a:tc>
                <a:tc>
                  <a:txBody>
                    <a:bodyPr/>
                    <a:lstStyle/>
                    <a:p>
                      <a:pPr algn="ctr" fontAlgn="b"/>
                      <a:r>
                        <a:rPr lang="en-US" sz="800" u="none" strike="noStrike">
                          <a:effectLst/>
                        </a:rPr>
                        <a:t>$35,507.83</a:t>
                      </a:r>
                      <a:endParaRPr lang="en-US" sz="800" b="0" i="0" u="none" strike="noStrike">
                        <a:solidFill>
                          <a:srgbClr val="000000"/>
                        </a:solidFill>
                        <a:effectLst/>
                        <a:latin typeface="Aptos Narrow" panose="020B0004020202020204" pitchFamily="34" charset="0"/>
                      </a:endParaRPr>
                    </a:p>
                  </a:txBody>
                  <a:tcPr marL="5673" marR="5673" marT="5673" marB="0" anchor="b"/>
                </a:tc>
                <a:tc>
                  <a:txBody>
                    <a:bodyPr/>
                    <a:lstStyle/>
                    <a:p>
                      <a:pPr algn="ctr" fontAlgn="b"/>
                      <a:r>
                        <a:rPr lang="en-US" sz="800" u="none" strike="noStrike">
                          <a:effectLst/>
                        </a:rPr>
                        <a:t>$34,201.58</a:t>
                      </a:r>
                      <a:endParaRPr lang="en-US" sz="800" b="0" i="0" u="none" strike="noStrike">
                        <a:solidFill>
                          <a:srgbClr val="000000"/>
                        </a:solidFill>
                        <a:effectLst/>
                        <a:latin typeface="Aptos Narrow" panose="020B0004020202020204" pitchFamily="34" charset="0"/>
                      </a:endParaRPr>
                    </a:p>
                  </a:txBody>
                  <a:tcPr marL="5673" marR="5673" marT="5673" marB="0" anchor="b"/>
                </a:tc>
                <a:extLst>
                  <a:ext uri="{0D108BD9-81ED-4DB2-BD59-A6C34878D82A}">
                    <a16:rowId xmlns:a16="http://schemas.microsoft.com/office/drawing/2014/main" val="3345710856"/>
                  </a:ext>
                </a:extLst>
              </a:tr>
              <a:tr h="136157">
                <a:tc>
                  <a:txBody>
                    <a:bodyPr/>
                    <a:lstStyle/>
                    <a:p>
                      <a:pPr algn="ctr" fontAlgn="ctr"/>
                      <a:r>
                        <a:rPr lang="en-US" sz="800" u="none" strike="noStrike">
                          <a:effectLst/>
                        </a:rPr>
                        <a:t>29</a:t>
                      </a:r>
                      <a:endParaRPr lang="en-US" sz="800" b="0" i="0" u="none" strike="noStrike">
                        <a:solidFill>
                          <a:srgbClr val="000000"/>
                        </a:solidFill>
                        <a:effectLst/>
                        <a:latin typeface="Aptos Narrow" panose="020B0004020202020204" pitchFamily="34" charset="0"/>
                      </a:endParaRPr>
                    </a:p>
                  </a:txBody>
                  <a:tcPr marL="5673" marR="5673" marT="5673" marB="0" anchor="ctr"/>
                </a:tc>
                <a:tc>
                  <a:txBody>
                    <a:bodyPr/>
                    <a:lstStyle/>
                    <a:p>
                      <a:pPr algn="ctr" fontAlgn="b"/>
                      <a:r>
                        <a:rPr lang="en-US" sz="800" u="none" strike="noStrike">
                          <a:effectLst/>
                        </a:rPr>
                        <a:t>$33,955.21</a:t>
                      </a:r>
                      <a:endParaRPr lang="en-US" sz="800" b="0" i="0" u="none" strike="noStrike">
                        <a:solidFill>
                          <a:srgbClr val="000000"/>
                        </a:solidFill>
                        <a:effectLst/>
                        <a:latin typeface="Aptos Narrow" panose="020B0004020202020204" pitchFamily="34" charset="0"/>
                      </a:endParaRPr>
                    </a:p>
                  </a:txBody>
                  <a:tcPr marL="5673" marR="5673" marT="5673" marB="0" anchor="b"/>
                </a:tc>
                <a:tc>
                  <a:txBody>
                    <a:bodyPr/>
                    <a:lstStyle/>
                    <a:p>
                      <a:pPr algn="ctr" fontAlgn="b"/>
                      <a:r>
                        <a:rPr lang="en-US" sz="800" u="none" strike="noStrike">
                          <a:effectLst/>
                        </a:rPr>
                        <a:t>$31,151.42</a:t>
                      </a:r>
                      <a:endParaRPr lang="en-US" sz="800" b="0" i="0" u="none" strike="noStrike">
                        <a:solidFill>
                          <a:srgbClr val="000000"/>
                        </a:solidFill>
                        <a:effectLst/>
                        <a:latin typeface="Aptos Narrow" panose="020B0004020202020204" pitchFamily="34" charset="0"/>
                      </a:endParaRPr>
                    </a:p>
                  </a:txBody>
                  <a:tcPr marL="5673" marR="5673" marT="5673" marB="0" anchor="b"/>
                </a:tc>
                <a:extLst>
                  <a:ext uri="{0D108BD9-81ED-4DB2-BD59-A6C34878D82A}">
                    <a16:rowId xmlns:a16="http://schemas.microsoft.com/office/drawing/2014/main" val="579131367"/>
                  </a:ext>
                </a:extLst>
              </a:tr>
              <a:tr h="136157">
                <a:tc>
                  <a:txBody>
                    <a:bodyPr/>
                    <a:lstStyle/>
                    <a:p>
                      <a:pPr algn="ctr" fontAlgn="ctr"/>
                      <a:r>
                        <a:rPr lang="en-US" sz="800" u="none" strike="noStrike">
                          <a:effectLst/>
                        </a:rPr>
                        <a:t>30</a:t>
                      </a:r>
                      <a:endParaRPr lang="en-US" sz="800" b="0" i="0" u="none" strike="noStrike">
                        <a:solidFill>
                          <a:srgbClr val="000000"/>
                        </a:solidFill>
                        <a:effectLst/>
                        <a:latin typeface="Aptos Narrow" panose="020B0004020202020204" pitchFamily="34" charset="0"/>
                      </a:endParaRPr>
                    </a:p>
                  </a:txBody>
                  <a:tcPr marL="5673" marR="5673" marT="5673" marB="0" anchor="ctr"/>
                </a:tc>
                <a:tc>
                  <a:txBody>
                    <a:bodyPr/>
                    <a:lstStyle/>
                    <a:p>
                      <a:pPr algn="ctr" fontAlgn="b"/>
                      <a:r>
                        <a:rPr lang="en-US" sz="800" u="none" strike="noStrike">
                          <a:effectLst/>
                        </a:rPr>
                        <a:t>$25,883.03</a:t>
                      </a:r>
                      <a:endParaRPr lang="en-US" sz="800" b="0" i="0" u="none" strike="noStrike">
                        <a:solidFill>
                          <a:srgbClr val="000000"/>
                        </a:solidFill>
                        <a:effectLst/>
                        <a:latin typeface="Aptos Narrow" panose="020B0004020202020204" pitchFamily="34" charset="0"/>
                      </a:endParaRPr>
                    </a:p>
                  </a:txBody>
                  <a:tcPr marL="5673" marR="5673" marT="5673" marB="0" anchor="b"/>
                </a:tc>
                <a:tc>
                  <a:txBody>
                    <a:bodyPr/>
                    <a:lstStyle/>
                    <a:p>
                      <a:pPr algn="ctr" fontAlgn="b"/>
                      <a:r>
                        <a:rPr lang="en-US" sz="800" u="none" strike="noStrike" dirty="0">
                          <a:effectLst/>
                        </a:rPr>
                        <a:t>$33,641.73</a:t>
                      </a:r>
                      <a:endParaRPr lang="en-US" sz="800" b="0" i="0" u="none" strike="noStrike" dirty="0">
                        <a:solidFill>
                          <a:srgbClr val="000000"/>
                        </a:solidFill>
                        <a:effectLst/>
                        <a:latin typeface="Aptos Narrow" panose="020B0004020202020204" pitchFamily="34" charset="0"/>
                      </a:endParaRPr>
                    </a:p>
                  </a:txBody>
                  <a:tcPr marL="5673" marR="5673" marT="5673" marB="0" anchor="b"/>
                </a:tc>
                <a:extLst>
                  <a:ext uri="{0D108BD9-81ED-4DB2-BD59-A6C34878D82A}">
                    <a16:rowId xmlns:a16="http://schemas.microsoft.com/office/drawing/2014/main" val="4062499044"/>
                  </a:ext>
                </a:extLst>
              </a:tr>
            </a:tbl>
          </a:graphicData>
        </a:graphic>
      </p:graphicFrame>
      <mc:AlternateContent xmlns:mc="http://schemas.openxmlformats.org/markup-compatibility/2006" xmlns:a14="http://schemas.microsoft.com/office/drawing/2010/main">
        <mc:Choice Requires="a14">
          <p:graphicFrame>
            <p:nvGraphicFramePr>
              <p:cNvPr id="10" name="Table 9">
                <a:extLst>
                  <a:ext uri="{FF2B5EF4-FFF2-40B4-BE49-F238E27FC236}">
                    <a16:creationId xmlns:a16="http://schemas.microsoft.com/office/drawing/2014/main" id="{A626B7DF-167B-F6A0-6EDD-BA4073F64966}"/>
                  </a:ext>
                </a:extLst>
              </p:cNvPr>
              <p:cNvGraphicFramePr>
                <a:graphicFrameLocks noGrp="1"/>
              </p:cNvGraphicFramePr>
              <p:nvPr>
                <p:extLst>
                  <p:ext uri="{D42A27DB-BD31-4B8C-83A1-F6EECF244321}">
                    <p14:modId xmlns:p14="http://schemas.microsoft.com/office/powerpoint/2010/main" val="676268173"/>
                  </p:ext>
                </p:extLst>
              </p:nvPr>
            </p:nvGraphicFramePr>
            <p:xfrm>
              <a:off x="421531" y="5980514"/>
              <a:ext cx="6623211" cy="774066"/>
            </p:xfrm>
            <a:graphic>
              <a:graphicData uri="http://schemas.openxmlformats.org/drawingml/2006/table">
                <a:tbl>
                  <a:tblPr firstRow="1" bandRow="1">
                    <a:tableStyleId>{2D5ABB26-0587-4C30-8999-92F81FD0307C}</a:tableStyleId>
                  </a:tblPr>
                  <a:tblGrid>
                    <a:gridCol w="2736716">
                      <a:extLst>
                        <a:ext uri="{9D8B030D-6E8A-4147-A177-3AD203B41FA5}">
                          <a16:colId xmlns:a16="http://schemas.microsoft.com/office/drawing/2014/main" val="1634309218"/>
                        </a:ext>
                      </a:extLst>
                    </a:gridCol>
                    <a:gridCol w="3886495">
                      <a:extLst>
                        <a:ext uri="{9D8B030D-6E8A-4147-A177-3AD203B41FA5}">
                          <a16:colId xmlns:a16="http://schemas.microsoft.com/office/drawing/2014/main" val="2145643364"/>
                        </a:ext>
                      </a:extLst>
                    </a:gridCol>
                  </a:tblGrid>
                  <a:tr h="370840">
                    <a:tc>
                      <a:txBody>
                        <a:bodyPr/>
                        <a:lstStyle/>
                        <a:p>
                          <a:pPr marL="0" indent="0">
                            <a:lnSpc>
                              <a:spcPct val="150000"/>
                            </a:lnSpc>
                            <a:buNone/>
                          </a:pPr>
                          <a14:m>
                            <m:oMathPara xmlns:m="http://schemas.openxmlformats.org/officeDocument/2006/math">
                              <m:oMathParaPr>
                                <m:jc m:val="left"/>
                              </m:oMathParaPr>
                              <m:oMath xmlns:m="http://schemas.openxmlformats.org/officeDocument/2006/math">
                                <m:sSub>
                                  <m:sSubPr>
                                    <m:ctrlPr>
                                      <a:rPr lang="pt-BR" sz="1200" i="1" smtClean="0">
                                        <a:solidFill>
                                          <a:srgbClr val="002060"/>
                                        </a:solidFill>
                                        <a:latin typeface="Cambria Math" panose="02040503050406030204" pitchFamily="18" charset="0"/>
                                      </a:rPr>
                                    </m:ctrlPr>
                                  </m:sSubPr>
                                  <m:e>
                                    <m:r>
                                      <a:rPr lang="en-US" sz="1200" b="0" i="1" smtClean="0">
                                        <a:solidFill>
                                          <a:srgbClr val="002060"/>
                                        </a:solidFill>
                                        <a:latin typeface="Cambria Math" panose="02040503050406030204" pitchFamily="18" charset="0"/>
                                      </a:rPr>
                                      <m:t>𝐻</m:t>
                                    </m:r>
                                  </m:e>
                                  <m:sub>
                                    <m:r>
                                      <a:rPr lang="pt-BR" sz="1200" i="1" smtClean="0">
                                        <a:solidFill>
                                          <a:srgbClr val="002060"/>
                                        </a:solidFill>
                                        <a:latin typeface="Cambria Math" panose="02040503050406030204" pitchFamily="18" charset="0"/>
                                      </a:rPr>
                                      <m:t>0</m:t>
                                    </m:r>
                                  </m:sub>
                                </m:sSub>
                                <m:r>
                                  <a:rPr lang="en-US" sz="1200" b="0" i="1" smtClean="0">
                                    <a:solidFill>
                                      <a:srgbClr val="002060"/>
                                    </a:solidFill>
                                    <a:latin typeface="Cambria Math" panose="02040503050406030204" pitchFamily="18" charset="0"/>
                                  </a:rPr>
                                  <m:t>:</m:t>
                                </m:r>
                                <m:sSub>
                                  <m:sSubPr>
                                    <m:ctrlPr>
                                      <a:rPr lang="pt-BR" sz="1200" i="1">
                                        <a:solidFill>
                                          <a:srgbClr val="002060"/>
                                        </a:solidFill>
                                        <a:latin typeface="Cambria Math" panose="02040503050406030204" pitchFamily="18" charset="0"/>
                                      </a:rPr>
                                    </m:ctrlPr>
                                  </m:sSubPr>
                                  <m:e>
                                    <m:r>
                                      <m:rPr>
                                        <m:nor/>
                                      </m:rPr>
                                      <a:rPr lang="en-US" sz="1200" i="1" dirty="0">
                                        <a:solidFill>
                                          <a:srgbClr val="002060"/>
                                        </a:solidFill>
                                      </a:rPr>
                                      <m:t>µ</m:t>
                                    </m:r>
                                  </m:e>
                                  <m:sub>
                                    <m:r>
                                      <a:rPr lang="en-US" sz="1200" b="0" i="1" dirty="0" smtClean="0">
                                        <a:solidFill>
                                          <a:srgbClr val="002060"/>
                                        </a:solidFill>
                                        <a:latin typeface="Cambria Math" panose="02040503050406030204" pitchFamily="18" charset="0"/>
                                      </a:rPr>
                                      <m:t>𝑝𝑜𝑙𝑖𝑡𝑖𝑐𝑎𝑙</m:t>
                                    </m:r>
                                    <m:r>
                                      <a:rPr lang="en-US" sz="1200" b="0" i="1" dirty="0" smtClean="0">
                                        <a:solidFill>
                                          <a:srgbClr val="002060"/>
                                        </a:solidFill>
                                        <a:latin typeface="Cambria Math" panose="02040503050406030204" pitchFamily="18" charset="0"/>
                                      </a:rPr>
                                      <m:t> </m:t>
                                    </m:r>
                                    <m:r>
                                      <a:rPr lang="en-US" sz="1200" b="0" i="1" dirty="0" smtClean="0">
                                        <a:solidFill>
                                          <a:srgbClr val="002060"/>
                                        </a:solidFill>
                                        <a:latin typeface="Cambria Math" panose="02040503050406030204" pitchFamily="18" charset="0"/>
                                      </a:rPr>
                                      <m:t>𝑠𝑐𝑖𝑒𝑛𝑐𝑒</m:t>
                                    </m:r>
                                  </m:sub>
                                </m:sSub>
                                <m:r>
                                  <a:rPr lang="en-US" sz="1200" i="1" dirty="0">
                                    <a:solidFill>
                                      <a:srgbClr val="002060"/>
                                    </a:solidFill>
                                    <a:latin typeface="Cambria Math" panose="02040503050406030204" pitchFamily="18" charset="0"/>
                                  </a:rPr>
                                  <m:t>≤</m:t>
                                </m:r>
                                <m:sSub>
                                  <m:sSubPr>
                                    <m:ctrlPr>
                                      <a:rPr lang="pt-BR" sz="1200" i="1">
                                        <a:solidFill>
                                          <a:srgbClr val="002060"/>
                                        </a:solidFill>
                                        <a:latin typeface="Cambria Math" panose="02040503050406030204" pitchFamily="18" charset="0"/>
                                      </a:rPr>
                                    </m:ctrlPr>
                                  </m:sSubPr>
                                  <m:e>
                                    <m:r>
                                      <m:rPr>
                                        <m:nor/>
                                      </m:rPr>
                                      <a:rPr lang="en-US" sz="1200" i="1" dirty="0">
                                        <a:solidFill>
                                          <a:srgbClr val="002060"/>
                                        </a:solidFill>
                                      </a:rPr>
                                      <m:t>µ</m:t>
                                    </m:r>
                                  </m:e>
                                  <m:sub>
                                    <m:r>
                                      <a:rPr lang="en-US" sz="1200" b="0" i="1" dirty="0" smtClean="0">
                                        <a:solidFill>
                                          <a:srgbClr val="002060"/>
                                        </a:solidFill>
                                        <a:latin typeface="Cambria Math" panose="02040503050406030204" pitchFamily="18" charset="0"/>
                                      </a:rPr>
                                      <m:t>𝑠𝑜𝑐𝑖𝑎𝑙</m:t>
                                    </m:r>
                                    <m:r>
                                      <a:rPr lang="en-US" sz="1200" b="0" i="1" dirty="0" smtClean="0">
                                        <a:solidFill>
                                          <a:srgbClr val="002060"/>
                                        </a:solidFill>
                                        <a:latin typeface="Cambria Math" panose="02040503050406030204" pitchFamily="18" charset="0"/>
                                      </a:rPr>
                                      <m:t> </m:t>
                                    </m:r>
                                    <m:r>
                                      <a:rPr lang="en-US" sz="1200" b="0" i="1" dirty="0" smtClean="0">
                                        <a:solidFill>
                                          <a:srgbClr val="002060"/>
                                        </a:solidFill>
                                        <a:latin typeface="Cambria Math" panose="02040503050406030204" pitchFamily="18" charset="0"/>
                                      </a:rPr>
                                      <m:t>𝑠𝑐𝑖𝑒𝑛𝑐𝑒</m:t>
                                    </m:r>
                                  </m:sub>
                                </m:sSub>
                              </m:oMath>
                            </m:oMathPara>
                          </a14:m>
                          <a:endParaRPr lang="en-US" sz="1200" b="0" i="1" dirty="0">
                            <a:solidFill>
                              <a:srgbClr val="002060"/>
                            </a:solidFill>
                          </a:endParaRPr>
                        </a:p>
                      </a:txBody>
                      <a:tcPr/>
                    </a:tc>
                    <a:tc>
                      <a:txBody>
                        <a:bodyPr/>
                        <a:lstStyle/>
                        <a:p>
                          <a:r>
                            <a:rPr lang="en-US" sz="1200" b="0" i="1" dirty="0">
                              <a:solidFill>
                                <a:srgbClr val="002060"/>
                              </a:solidFill>
                            </a:rPr>
                            <a:t>Null Hypothesis states that the salaries are equal</a:t>
                          </a:r>
                          <a:endParaRPr lang="en-US" sz="1200" i="1" dirty="0"/>
                        </a:p>
                      </a:txBody>
                      <a:tcPr/>
                    </a:tc>
                    <a:extLst>
                      <a:ext uri="{0D108BD9-81ED-4DB2-BD59-A6C34878D82A}">
                        <a16:rowId xmlns:a16="http://schemas.microsoft.com/office/drawing/2014/main" val="4212393107"/>
                      </a:ext>
                    </a:extLst>
                  </a:tr>
                  <a:tr h="370840">
                    <a:tc>
                      <a:txBody>
                        <a:bodyPr/>
                        <a:lstStyle/>
                        <a:p>
                          <a:pPr marL="0" indent="0">
                            <a:lnSpc>
                              <a:spcPct val="150000"/>
                            </a:lnSpc>
                            <a:buNone/>
                          </a:pPr>
                          <a14:m>
                            <m:oMathPara xmlns:m="http://schemas.openxmlformats.org/officeDocument/2006/math">
                              <m:oMathParaPr>
                                <m:jc m:val="left"/>
                              </m:oMathParaPr>
                              <m:oMath xmlns:m="http://schemas.openxmlformats.org/officeDocument/2006/math">
                                <m:sSub>
                                  <m:sSubPr>
                                    <m:ctrlPr>
                                      <a:rPr lang="pt-BR" sz="1200" i="1" smtClean="0">
                                        <a:solidFill>
                                          <a:srgbClr val="002060"/>
                                        </a:solidFill>
                                        <a:latin typeface="Cambria Math" panose="02040503050406030204" pitchFamily="18" charset="0"/>
                                      </a:rPr>
                                    </m:ctrlPr>
                                  </m:sSubPr>
                                  <m:e>
                                    <m:r>
                                      <a:rPr lang="en-US" sz="1200" b="0" i="1" smtClean="0">
                                        <a:solidFill>
                                          <a:srgbClr val="002060"/>
                                        </a:solidFill>
                                        <a:latin typeface="Cambria Math" panose="02040503050406030204" pitchFamily="18" charset="0"/>
                                      </a:rPr>
                                      <m:t>𝐻</m:t>
                                    </m:r>
                                  </m:e>
                                  <m:sub>
                                    <m:r>
                                      <a:rPr lang="en-US" sz="1200" b="0" i="1" smtClean="0">
                                        <a:solidFill>
                                          <a:srgbClr val="002060"/>
                                        </a:solidFill>
                                        <a:latin typeface="Cambria Math" panose="02040503050406030204" pitchFamily="18" charset="0"/>
                                      </a:rPr>
                                      <m:t>1</m:t>
                                    </m:r>
                                  </m:sub>
                                </m:sSub>
                                <m:r>
                                  <a:rPr lang="en-US" sz="1200" b="0" i="1" smtClean="0">
                                    <a:solidFill>
                                      <a:srgbClr val="002060"/>
                                    </a:solidFill>
                                    <a:latin typeface="Cambria Math" panose="02040503050406030204" pitchFamily="18" charset="0"/>
                                  </a:rPr>
                                  <m:t>:</m:t>
                                </m:r>
                                <m:sSub>
                                  <m:sSubPr>
                                    <m:ctrlPr>
                                      <a:rPr lang="pt-BR" sz="1200" i="1" smtClean="0">
                                        <a:solidFill>
                                          <a:srgbClr val="002060"/>
                                        </a:solidFill>
                                        <a:latin typeface="Cambria Math" panose="02040503050406030204" pitchFamily="18" charset="0"/>
                                      </a:rPr>
                                    </m:ctrlPr>
                                  </m:sSubPr>
                                  <m:e>
                                    <m:r>
                                      <m:rPr>
                                        <m:nor/>
                                      </m:rPr>
                                      <a:rPr lang="en-US" sz="1200" i="1" dirty="0">
                                        <a:solidFill>
                                          <a:srgbClr val="002060"/>
                                        </a:solidFill>
                                      </a:rPr>
                                      <m:t>µ</m:t>
                                    </m:r>
                                  </m:e>
                                  <m:sub>
                                    <m:r>
                                      <a:rPr lang="en-US" sz="1200" i="1" dirty="0">
                                        <a:solidFill>
                                          <a:srgbClr val="002060"/>
                                        </a:solidFill>
                                        <a:latin typeface="Cambria Math" panose="02040503050406030204" pitchFamily="18" charset="0"/>
                                      </a:rPr>
                                      <m:t>𝑝𝑜𝑙𝑖𝑡𝑖𝑐𝑎𝑙</m:t>
                                    </m:r>
                                    <m:r>
                                      <a:rPr lang="en-US" sz="1200" i="1" dirty="0">
                                        <a:solidFill>
                                          <a:srgbClr val="002060"/>
                                        </a:solidFill>
                                        <a:latin typeface="Cambria Math" panose="02040503050406030204" pitchFamily="18" charset="0"/>
                                      </a:rPr>
                                      <m:t> </m:t>
                                    </m:r>
                                    <m:r>
                                      <a:rPr lang="en-US" sz="1200" i="1" dirty="0">
                                        <a:solidFill>
                                          <a:srgbClr val="002060"/>
                                        </a:solidFill>
                                        <a:latin typeface="Cambria Math" panose="02040503050406030204" pitchFamily="18" charset="0"/>
                                      </a:rPr>
                                      <m:t>𝑠𝑐𝑖𝑒𝑛𝑐𝑒</m:t>
                                    </m:r>
                                    <m:r>
                                      <m:rPr>
                                        <m:nor/>
                                      </m:rPr>
                                      <a:rPr lang="en-US" sz="1200" b="0" i="1" dirty="0" smtClean="0">
                                        <a:solidFill>
                                          <a:srgbClr val="002060"/>
                                        </a:solidFill>
                                      </a:rPr>
                                      <m:t> &gt; </m:t>
                                    </m:r>
                                  </m:sub>
                                </m:sSub>
                                <m:sSub>
                                  <m:sSubPr>
                                    <m:ctrlPr>
                                      <a:rPr lang="pt-BR" sz="1200" i="1">
                                        <a:solidFill>
                                          <a:srgbClr val="002060"/>
                                        </a:solidFill>
                                        <a:latin typeface="Cambria Math" panose="02040503050406030204" pitchFamily="18" charset="0"/>
                                      </a:rPr>
                                    </m:ctrlPr>
                                  </m:sSubPr>
                                  <m:e>
                                    <m:r>
                                      <m:rPr>
                                        <m:nor/>
                                      </m:rPr>
                                      <a:rPr lang="en-US" sz="1200" i="1" dirty="0">
                                        <a:solidFill>
                                          <a:srgbClr val="002060"/>
                                        </a:solidFill>
                                      </a:rPr>
                                      <m:t>µ</m:t>
                                    </m:r>
                                  </m:e>
                                  <m:sub>
                                    <m:r>
                                      <a:rPr lang="en-US" sz="1200" i="1" dirty="0">
                                        <a:solidFill>
                                          <a:srgbClr val="002060"/>
                                        </a:solidFill>
                                        <a:latin typeface="Cambria Math" panose="02040503050406030204" pitchFamily="18" charset="0"/>
                                      </a:rPr>
                                      <m:t>𝑠𝑜𝑐𝑖𝑎𝑙</m:t>
                                    </m:r>
                                    <m:r>
                                      <a:rPr lang="en-US" sz="1200" i="1" dirty="0">
                                        <a:solidFill>
                                          <a:srgbClr val="002060"/>
                                        </a:solidFill>
                                        <a:latin typeface="Cambria Math" panose="02040503050406030204" pitchFamily="18" charset="0"/>
                                      </a:rPr>
                                      <m:t> </m:t>
                                    </m:r>
                                    <m:r>
                                      <a:rPr lang="en-US" sz="1200" i="1" dirty="0">
                                        <a:solidFill>
                                          <a:srgbClr val="002060"/>
                                        </a:solidFill>
                                        <a:latin typeface="Cambria Math" panose="02040503050406030204" pitchFamily="18" charset="0"/>
                                      </a:rPr>
                                      <m:t>𝑠𝑐𝑖𝑒𝑛𝑐𝑒</m:t>
                                    </m:r>
                                  </m:sub>
                                </m:sSub>
                              </m:oMath>
                            </m:oMathPara>
                          </a14:m>
                          <a:endParaRPr lang="en-US" sz="1200" b="0" i="1" dirty="0">
                            <a:solidFill>
                              <a:srgbClr val="002060"/>
                            </a:solidFill>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1" kern="1200" dirty="0">
                              <a:solidFill>
                                <a:srgbClr val="002060"/>
                              </a:solidFill>
                              <a:latin typeface="+mn-lt"/>
                              <a:ea typeface="+mn-ea"/>
                              <a:cs typeface="+mn-cs"/>
                            </a:rPr>
                            <a:t>Alternative Hypothesis claims that political science is higher</a:t>
                          </a:r>
                        </a:p>
                      </a:txBody>
                      <a:tcPr/>
                    </a:tc>
                    <a:extLst>
                      <a:ext uri="{0D108BD9-81ED-4DB2-BD59-A6C34878D82A}">
                        <a16:rowId xmlns:a16="http://schemas.microsoft.com/office/drawing/2014/main" val="2273922309"/>
                      </a:ext>
                    </a:extLst>
                  </a:tr>
                </a:tbl>
              </a:graphicData>
            </a:graphic>
          </p:graphicFrame>
        </mc:Choice>
        <mc:Fallback xmlns="">
          <p:graphicFrame>
            <p:nvGraphicFramePr>
              <p:cNvPr id="10" name="Table 9">
                <a:extLst>
                  <a:ext uri="{FF2B5EF4-FFF2-40B4-BE49-F238E27FC236}">
                    <a16:creationId xmlns:a16="http://schemas.microsoft.com/office/drawing/2014/main" id="{A626B7DF-167B-F6A0-6EDD-BA4073F64966}"/>
                  </a:ext>
                </a:extLst>
              </p:cNvPr>
              <p:cNvGraphicFramePr>
                <a:graphicFrameLocks noGrp="1"/>
              </p:cNvGraphicFramePr>
              <p:nvPr>
                <p:extLst>
                  <p:ext uri="{D42A27DB-BD31-4B8C-83A1-F6EECF244321}">
                    <p14:modId xmlns:p14="http://schemas.microsoft.com/office/powerpoint/2010/main" val="676268173"/>
                  </p:ext>
                </p:extLst>
              </p:nvPr>
            </p:nvGraphicFramePr>
            <p:xfrm>
              <a:off x="421531" y="5980514"/>
              <a:ext cx="6623211" cy="774066"/>
            </p:xfrm>
            <a:graphic>
              <a:graphicData uri="http://schemas.openxmlformats.org/drawingml/2006/table">
                <a:tbl>
                  <a:tblPr firstRow="1" bandRow="1">
                    <a:tableStyleId>{2D5ABB26-0587-4C30-8999-92F81FD0307C}</a:tableStyleId>
                  </a:tblPr>
                  <a:tblGrid>
                    <a:gridCol w="2736716">
                      <a:extLst>
                        <a:ext uri="{9D8B030D-6E8A-4147-A177-3AD203B41FA5}">
                          <a16:colId xmlns:a16="http://schemas.microsoft.com/office/drawing/2014/main" val="1634309218"/>
                        </a:ext>
                      </a:extLst>
                    </a:gridCol>
                    <a:gridCol w="3886495">
                      <a:extLst>
                        <a:ext uri="{9D8B030D-6E8A-4147-A177-3AD203B41FA5}">
                          <a16:colId xmlns:a16="http://schemas.microsoft.com/office/drawing/2014/main" val="2145643364"/>
                        </a:ext>
                      </a:extLst>
                    </a:gridCol>
                  </a:tblGrid>
                  <a:tr h="387033">
                    <a:tc>
                      <a:txBody>
                        <a:bodyPr/>
                        <a:lstStyle/>
                        <a:p>
                          <a:endParaRPr lang="en-US"/>
                        </a:p>
                      </a:txBody>
                      <a:tcPr>
                        <a:blipFill>
                          <a:blip r:embed="rId5"/>
                          <a:stretch>
                            <a:fillRect r="-142094" b="-100000"/>
                          </a:stretch>
                        </a:blipFill>
                      </a:tcPr>
                    </a:tc>
                    <a:tc>
                      <a:txBody>
                        <a:bodyPr/>
                        <a:lstStyle/>
                        <a:p>
                          <a:r>
                            <a:rPr lang="en-US" sz="1200" b="0" i="1" dirty="0">
                              <a:solidFill>
                                <a:srgbClr val="002060"/>
                              </a:solidFill>
                            </a:rPr>
                            <a:t>Null Hypothesis states that the salaries are equal</a:t>
                          </a:r>
                          <a:endParaRPr lang="en-US" sz="1200" i="1" dirty="0"/>
                        </a:p>
                      </a:txBody>
                      <a:tcPr/>
                    </a:tc>
                    <a:extLst>
                      <a:ext uri="{0D108BD9-81ED-4DB2-BD59-A6C34878D82A}">
                        <a16:rowId xmlns:a16="http://schemas.microsoft.com/office/drawing/2014/main" val="4212393107"/>
                      </a:ext>
                    </a:extLst>
                  </a:tr>
                  <a:tr h="387033">
                    <a:tc>
                      <a:txBody>
                        <a:bodyPr/>
                        <a:lstStyle/>
                        <a:p>
                          <a:endParaRPr lang="en-US"/>
                        </a:p>
                      </a:txBody>
                      <a:tcPr>
                        <a:blipFill>
                          <a:blip r:embed="rId5"/>
                          <a:stretch>
                            <a:fillRect t="-100000" r="-142094"/>
                          </a:stretch>
                        </a:blip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1" kern="1200" dirty="0">
                              <a:solidFill>
                                <a:srgbClr val="002060"/>
                              </a:solidFill>
                              <a:latin typeface="+mn-lt"/>
                              <a:ea typeface="+mn-ea"/>
                              <a:cs typeface="+mn-cs"/>
                            </a:rPr>
                            <a:t>Alternative Hypothesis claims that political science is higher</a:t>
                          </a:r>
                        </a:p>
                      </a:txBody>
                      <a:tcPr/>
                    </a:tc>
                    <a:extLst>
                      <a:ext uri="{0D108BD9-81ED-4DB2-BD59-A6C34878D82A}">
                        <a16:rowId xmlns:a16="http://schemas.microsoft.com/office/drawing/2014/main" val="2273922309"/>
                      </a:ext>
                    </a:extLst>
                  </a:tr>
                </a:tbl>
              </a:graphicData>
            </a:graphic>
          </p:graphicFrame>
        </mc:Fallback>
      </mc:AlternateContent>
    </p:spTree>
    <p:extLst>
      <p:ext uri="{BB962C8B-B14F-4D97-AF65-F5344CB8AC3E}">
        <p14:creationId xmlns:p14="http://schemas.microsoft.com/office/powerpoint/2010/main" val="555764928"/>
      </p:ext>
    </p:extLst>
  </p:cSld>
  <p:clrMapOvr>
    <a:masterClrMapping/>
  </p:clrMapOvr>
  <p:transition spd="med">
    <p:pull/>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 name="Picture 19">
            <a:extLst>
              <a:ext uri="{FF2B5EF4-FFF2-40B4-BE49-F238E27FC236}">
                <a16:creationId xmlns:a16="http://schemas.microsoft.com/office/drawing/2014/main" id="{A9A0535E-001A-631C-91E7-E0CA27BF6D94}"/>
              </a:ext>
            </a:extLst>
          </p:cNvPr>
          <p:cNvPicPr>
            <a:picLocks noChangeAspect="1"/>
          </p:cNvPicPr>
          <p:nvPr/>
        </p:nvPicPr>
        <p:blipFill>
          <a:blip r:embed="rId2"/>
          <a:stretch>
            <a:fillRect/>
          </a:stretch>
        </p:blipFill>
        <p:spPr>
          <a:xfrm>
            <a:off x="2120630" y="1785231"/>
            <a:ext cx="4949871" cy="2531352"/>
          </a:xfrm>
          <a:prstGeom prst="rect">
            <a:avLst/>
          </a:prstGeom>
        </p:spPr>
      </p:pic>
      <p:sp>
        <p:nvSpPr>
          <p:cNvPr id="2" name="Title 1">
            <a:extLst>
              <a:ext uri="{FF2B5EF4-FFF2-40B4-BE49-F238E27FC236}">
                <a16:creationId xmlns:a16="http://schemas.microsoft.com/office/drawing/2014/main" id="{FF1B4821-12CC-C73F-FEEF-457E351A61EF}"/>
              </a:ext>
            </a:extLst>
          </p:cNvPr>
          <p:cNvSpPr>
            <a:spLocks noGrp="1"/>
          </p:cNvSpPr>
          <p:nvPr>
            <p:ph type="title"/>
          </p:nvPr>
        </p:nvSpPr>
        <p:spPr/>
        <p:txBody>
          <a:bodyPr>
            <a:noAutofit/>
          </a:bodyPr>
          <a:lstStyle/>
          <a:p>
            <a:pPr algn="ctr"/>
            <a:r>
              <a:rPr lang="en-US" sz="2400" dirty="0"/>
              <a:t>Two Samples T-Test – Testing Independent Groups (Unpaired T Test)</a:t>
            </a:r>
            <a:br>
              <a:rPr lang="en-US" sz="2400" dirty="0"/>
            </a:br>
            <a:r>
              <a:rPr lang="en-US" sz="2400" dirty="0"/>
              <a:t>(variance assumed to be NOT equal)</a:t>
            </a:r>
          </a:p>
        </p:txBody>
      </p:sp>
      <p:pic>
        <p:nvPicPr>
          <p:cNvPr id="4" name="Picture 6" descr="References">
            <a:hlinkClick r:id="rId3"/>
            <a:extLst>
              <a:ext uri="{FF2B5EF4-FFF2-40B4-BE49-F238E27FC236}">
                <a16:creationId xmlns:a16="http://schemas.microsoft.com/office/drawing/2014/main" id="{0BDD6BB1-3D4A-B785-EF03-DB21941F4BA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177204" y="6266743"/>
            <a:ext cx="856068" cy="547884"/>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5">
            <a:extLst>
              <a:ext uri="{FF2B5EF4-FFF2-40B4-BE49-F238E27FC236}">
                <a16:creationId xmlns:a16="http://schemas.microsoft.com/office/drawing/2014/main" id="{9245BFAA-7876-B8F1-51EE-FE2EE72A9387}"/>
              </a:ext>
            </a:extLst>
          </p:cNvPr>
          <p:cNvPicPr>
            <a:picLocks noChangeAspect="1"/>
          </p:cNvPicPr>
          <p:nvPr/>
        </p:nvPicPr>
        <p:blipFill>
          <a:blip r:embed="rId5"/>
          <a:stretch>
            <a:fillRect/>
          </a:stretch>
        </p:blipFill>
        <p:spPr>
          <a:xfrm>
            <a:off x="194553" y="2729056"/>
            <a:ext cx="3270093" cy="1453375"/>
          </a:xfrm>
          <a:prstGeom prst="rect">
            <a:avLst/>
          </a:prstGeom>
        </p:spPr>
      </p:pic>
      <p:sp>
        <p:nvSpPr>
          <p:cNvPr id="11" name="Oval 10">
            <a:extLst>
              <a:ext uri="{FF2B5EF4-FFF2-40B4-BE49-F238E27FC236}">
                <a16:creationId xmlns:a16="http://schemas.microsoft.com/office/drawing/2014/main" id="{91843394-3B36-384A-5176-B63584C8904A}"/>
              </a:ext>
            </a:extLst>
          </p:cNvPr>
          <p:cNvSpPr/>
          <p:nvPr/>
        </p:nvSpPr>
        <p:spPr>
          <a:xfrm>
            <a:off x="194553" y="2306546"/>
            <a:ext cx="350196" cy="36531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1</a:t>
            </a:r>
          </a:p>
        </p:txBody>
      </p:sp>
      <p:sp>
        <p:nvSpPr>
          <p:cNvPr id="12" name="Oval 11">
            <a:extLst>
              <a:ext uri="{FF2B5EF4-FFF2-40B4-BE49-F238E27FC236}">
                <a16:creationId xmlns:a16="http://schemas.microsoft.com/office/drawing/2014/main" id="{79404ECE-07B9-AF57-FF82-59953B2205E1}"/>
              </a:ext>
            </a:extLst>
          </p:cNvPr>
          <p:cNvSpPr/>
          <p:nvPr/>
        </p:nvSpPr>
        <p:spPr>
          <a:xfrm>
            <a:off x="2735149" y="1602572"/>
            <a:ext cx="350196" cy="36531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2</a:t>
            </a:r>
          </a:p>
        </p:txBody>
      </p:sp>
      <p:sp>
        <p:nvSpPr>
          <p:cNvPr id="14" name="TextBox 13">
            <a:extLst>
              <a:ext uri="{FF2B5EF4-FFF2-40B4-BE49-F238E27FC236}">
                <a16:creationId xmlns:a16="http://schemas.microsoft.com/office/drawing/2014/main" id="{56A4138D-A476-CC3D-B1C9-5859DCA4B358}"/>
              </a:ext>
            </a:extLst>
          </p:cNvPr>
          <p:cNvSpPr txBox="1"/>
          <p:nvPr/>
        </p:nvSpPr>
        <p:spPr>
          <a:xfrm>
            <a:off x="929276" y="4956675"/>
            <a:ext cx="10594758" cy="1477328"/>
          </a:xfrm>
          <a:prstGeom prst="rect">
            <a:avLst/>
          </a:prstGeom>
          <a:noFill/>
        </p:spPr>
        <p:txBody>
          <a:bodyPr wrap="square">
            <a:spAutoFit/>
          </a:bodyPr>
          <a:lstStyle/>
          <a:p>
            <a:pPr marL="285750" indent="-285750">
              <a:buFont typeface="Arial" panose="020B0604020202020204" pitchFamily="34" charset="0"/>
              <a:buChar char="•"/>
            </a:pPr>
            <a:r>
              <a:rPr lang="en-US" dirty="0"/>
              <a:t>Based on the sample data and the test statistic, we found that there is no statistically significant difference (at α 1%) between the salaries of political science and social science.</a:t>
            </a:r>
          </a:p>
          <a:p>
            <a:pPr marL="285750" indent="-285750">
              <a:buFont typeface="Arial" panose="020B0604020202020204" pitchFamily="34" charset="0"/>
              <a:buChar char="•"/>
            </a:pPr>
            <a:r>
              <a:rPr lang="en-US" dirty="0"/>
              <a:t>This finding is supported by the test statistic and the p-value, therefore we FAIL TO REJECT the null hypothesis which states that the salaries of political science and social science are equal for female graduates.</a:t>
            </a:r>
          </a:p>
        </p:txBody>
      </p:sp>
      <p:pic>
        <p:nvPicPr>
          <p:cNvPr id="24" name="Picture 23">
            <a:extLst>
              <a:ext uri="{FF2B5EF4-FFF2-40B4-BE49-F238E27FC236}">
                <a16:creationId xmlns:a16="http://schemas.microsoft.com/office/drawing/2014/main" id="{309CDEA3-82BF-C4F2-2ED4-3F06EF99C90F}"/>
              </a:ext>
            </a:extLst>
          </p:cNvPr>
          <p:cNvPicPr>
            <a:picLocks noChangeAspect="1"/>
          </p:cNvPicPr>
          <p:nvPr/>
        </p:nvPicPr>
        <p:blipFill>
          <a:blip r:embed="rId6"/>
          <a:stretch>
            <a:fillRect/>
          </a:stretch>
        </p:blipFill>
        <p:spPr>
          <a:xfrm>
            <a:off x="7203712" y="1886734"/>
            <a:ext cx="4506277" cy="2531352"/>
          </a:xfrm>
          <a:prstGeom prst="rect">
            <a:avLst/>
          </a:prstGeom>
        </p:spPr>
      </p:pic>
      <p:sp>
        <p:nvSpPr>
          <p:cNvPr id="13" name="Oval 12">
            <a:extLst>
              <a:ext uri="{FF2B5EF4-FFF2-40B4-BE49-F238E27FC236}">
                <a16:creationId xmlns:a16="http://schemas.microsoft.com/office/drawing/2014/main" id="{EB8BBBDC-0B0D-AACC-E572-AD930DF8CC46}"/>
              </a:ext>
            </a:extLst>
          </p:cNvPr>
          <p:cNvSpPr/>
          <p:nvPr/>
        </p:nvSpPr>
        <p:spPr>
          <a:xfrm>
            <a:off x="7334824" y="1570190"/>
            <a:ext cx="350196" cy="36531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3</a:t>
            </a:r>
          </a:p>
        </p:txBody>
      </p:sp>
    </p:spTree>
    <p:extLst>
      <p:ext uri="{BB962C8B-B14F-4D97-AF65-F5344CB8AC3E}">
        <p14:creationId xmlns:p14="http://schemas.microsoft.com/office/powerpoint/2010/main" val="1960150938"/>
      </p:ext>
    </p:extLst>
  </p:cSld>
  <p:clrMapOvr>
    <a:masterClrMapping/>
  </p:clrMapOvr>
  <p:transition spd="med">
    <p:pull/>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49FAA04-FC48-BEEB-A007-8572F212D7C3}"/>
              </a:ext>
            </a:extLst>
          </p:cNvPr>
          <p:cNvSpPr>
            <a:spLocks noGrp="1"/>
          </p:cNvSpPr>
          <p:nvPr>
            <p:ph type="title"/>
          </p:nvPr>
        </p:nvSpPr>
        <p:spPr/>
        <p:txBody>
          <a:bodyPr/>
          <a:lstStyle/>
          <a:p>
            <a:r>
              <a:rPr lang="en-US" dirty="0"/>
              <a:t>Testing Proportions</a:t>
            </a:r>
          </a:p>
        </p:txBody>
      </p:sp>
      <p:sp>
        <p:nvSpPr>
          <p:cNvPr id="5" name="Text Placeholder 4">
            <a:extLst>
              <a:ext uri="{FF2B5EF4-FFF2-40B4-BE49-F238E27FC236}">
                <a16:creationId xmlns:a16="http://schemas.microsoft.com/office/drawing/2014/main" id="{700375A2-2952-F7DE-068E-5EE2B4D3CA43}"/>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1810481997"/>
      </p:ext>
    </p:extLst>
  </p:cSld>
  <p:clrMapOvr>
    <a:masterClrMapping/>
  </p:clrMapOvr>
  <p:transition spd="med">
    <p:pull/>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8ED0C46-815E-18AC-DBE7-0DC3033034AE}"/>
              </a:ext>
            </a:extLst>
          </p:cNvPr>
          <p:cNvSpPr>
            <a:spLocks noGrp="1"/>
          </p:cNvSpPr>
          <p:nvPr>
            <p:ph type="title"/>
          </p:nvPr>
        </p:nvSpPr>
        <p:spPr/>
        <p:txBody>
          <a:bodyPr>
            <a:normAutofit/>
          </a:bodyPr>
          <a:lstStyle/>
          <a:p>
            <a:pPr>
              <a:buNone/>
            </a:pPr>
            <a:r>
              <a:rPr lang="en-US" dirty="0"/>
              <a:t>Introduction to Proportion Tests</a:t>
            </a:r>
          </a:p>
        </p:txBody>
      </p:sp>
      <p:sp>
        <p:nvSpPr>
          <p:cNvPr id="5" name="Content Placeholder 4">
            <a:extLst>
              <a:ext uri="{FF2B5EF4-FFF2-40B4-BE49-F238E27FC236}">
                <a16:creationId xmlns:a16="http://schemas.microsoft.com/office/drawing/2014/main" id="{60105B96-827E-A2F2-6079-8117E0E8130D}"/>
              </a:ext>
            </a:extLst>
          </p:cNvPr>
          <p:cNvSpPr>
            <a:spLocks noGrp="1"/>
          </p:cNvSpPr>
          <p:nvPr>
            <p:ph idx="1"/>
          </p:nvPr>
        </p:nvSpPr>
        <p:spPr>
          <a:xfrm>
            <a:off x="838200" y="1706007"/>
            <a:ext cx="10515600" cy="4991039"/>
          </a:xfrm>
        </p:spPr>
        <p:txBody>
          <a:bodyPr>
            <a:normAutofit/>
          </a:bodyPr>
          <a:lstStyle/>
          <a:p>
            <a:pPr>
              <a:buFont typeface="Arial" panose="020B0604020202020204" pitchFamily="34" charset="0"/>
              <a:buChar char="•"/>
            </a:pPr>
            <a:r>
              <a:rPr lang="en-US" sz="2000" b="1" dirty="0"/>
              <a:t>A Proportion</a:t>
            </a:r>
            <a:r>
              <a:rPr lang="en-US" sz="2000" dirty="0"/>
              <a:t> is a fraction or percentage of a population exhibiting a specific trait (e.g., success/failure).</a:t>
            </a:r>
          </a:p>
          <a:p>
            <a:pPr>
              <a:buFont typeface="Arial" panose="020B0604020202020204" pitchFamily="34" charset="0"/>
              <a:buChar char="•"/>
            </a:pPr>
            <a:r>
              <a:rPr lang="en-US" sz="2000" dirty="0"/>
              <a:t>Proportion tests allow us to </a:t>
            </a:r>
            <a:r>
              <a:rPr lang="en-US" sz="2000" b="1" dirty="0"/>
              <a:t>infer population parameters</a:t>
            </a:r>
            <a:r>
              <a:rPr lang="en-US" sz="2000" dirty="0"/>
              <a:t> from sample data.</a:t>
            </a:r>
          </a:p>
          <a:p>
            <a:pPr>
              <a:buNone/>
            </a:pPr>
            <a:r>
              <a:rPr lang="en-US" sz="2000" b="1" dirty="0"/>
              <a:t>Key Differences from t-tests:</a:t>
            </a:r>
            <a:endParaRPr lang="en-US" sz="2000" dirty="0"/>
          </a:p>
          <a:p>
            <a:pPr>
              <a:buFont typeface="Arial" panose="020B0604020202020204" pitchFamily="34" charset="0"/>
              <a:buChar char="•"/>
            </a:pPr>
            <a:r>
              <a:rPr lang="en-US" sz="2000" dirty="0"/>
              <a:t>Applied to </a:t>
            </a:r>
            <a:r>
              <a:rPr lang="en-US" sz="2000" b="1" dirty="0"/>
              <a:t>categorical data</a:t>
            </a:r>
            <a:r>
              <a:rPr lang="en-US" sz="2000" dirty="0"/>
              <a:t> (e.g., success/failure), not continuous variables.</a:t>
            </a:r>
          </a:p>
          <a:p>
            <a:pPr>
              <a:buFont typeface="Arial" panose="020B0604020202020204" pitchFamily="34" charset="0"/>
              <a:buChar char="•"/>
            </a:pPr>
            <a:r>
              <a:rPr lang="en-US" sz="2000" dirty="0">
                <a:solidFill>
                  <a:srgbClr val="0070C0"/>
                </a:solidFill>
              </a:rPr>
              <a:t>Uses the </a:t>
            </a:r>
            <a:r>
              <a:rPr lang="en-US" sz="2000" b="1" dirty="0">
                <a:solidFill>
                  <a:srgbClr val="0070C0"/>
                </a:solidFill>
              </a:rPr>
              <a:t>normal approximation</a:t>
            </a:r>
            <a:r>
              <a:rPr lang="en-US" sz="2000" dirty="0">
                <a:solidFill>
                  <a:srgbClr val="0070C0"/>
                </a:solidFill>
              </a:rPr>
              <a:t> to the binomial distribution. The </a:t>
            </a:r>
            <a:r>
              <a:rPr lang="en-US" sz="2000" b="1" dirty="0">
                <a:solidFill>
                  <a:srgbClr val="0070C0"/>
                </a:solidFill>
              </a:rPr>
              <a:t>central limit theorem</a:t>
            </a:r>
            <a:r>
              <a:rPr lang="en-US" sz="2000" dirty="0">
                <a:solidFill>
                  <a:srgbClr val="0070C0"/>
                </a:solidFill>
              </a:rPr>
              <a:t> says: if the sample size is large enough, the binomial distribution starts to look like a </a:t>
            </a:r>
            <a:r>
              <a:rPr lang="en-US" sz="2000" b="1" dirty="0">
                <a:solidFill>
                  <a:srgbClr val="0070C0"/>
                </a:solidFill>
              </a:rPr>
              <a:t>normal distribution</a:t>
            </a:r>
            <a:r>
              <a:rPr lang="en-US" sz="2000" dirty="0">
                <a:solidFill>
                  <a:srgbClr val="0070C0"/>
                </a:solidFill>
              </a:rPr>
              <a:t>. </a:t>
            </a:r>
          </a:p>
          <a:p>
            <a:pPr>
              <a:buFont typeface="Arial" panose="020B0604020202020204" pitchFamily="34" charset="0"/>
              <a:buChar char="•"/>
            </a:pPr>
            <a:r>
              <a:rPr lang="en-US" sz="2000" dirty="0"/>
              <a:t>Therefore, to use the normal distribution as an approximation for the binomial, both of these must be true:</a:t>
            </a:r>
          </a:p>
          <a:p>
            <a:pPr marL="457200" lvl="1"/>
            <a:r>
              <a:rPr lang="en-US" sz="1800" dirty="0"/>
              <a:t>𝑛.𝑝 ≥ 10 </a:t>
            </a:r>
          </a:p>
          <a:p>
            <a:pPr marL="457200" lvl="1"/>
            <a:r>
              <a:rPr lang="en-US" sz="1800" dirty="0"/>
              <a:t>𝑛.(1−𝑝) ≥ 10</a:t>
            </a:r>
          </a:p>
          <a:p>
            <a:pPr marL="457200" lvl="1"/>
            <a:r>
              <a:rPr lang="en-US" sz="1800" dirty="0"/>
              <a:t>Where:</a:t>
            </a:r>
          </a:p>
          <a:p>
            <a:pPr marL="858838" lvl="2" indent="-173038"/>
            <a:r>
              <a:rPr lang="en-US" sz="1600" dirty="0"/>
              <a:t>𝑛 = sample size</a:t>
            </a:r>
          </a:p>
          <a:p>
            <a:pPr marL="858838" lvl="2" indent="-173038"/>
            <a:r>
              <a:rPr lang="en-US" sz="1600" dirty="0"/>
              <a:t>𝑝 = hypothesized population proportion (under the null hypothesis)</a:t>
            </a:r>
          </a:p>
        </p:txBody>
      </p:sp>
    </p:spTree>
    <p:extLst>
      <p:ext uri="{BB962C8B-B14F-4D97-AF65-F5344CB8AC3E}">
        <p14:creationId xmlns:p14="http://schemas.microsoft.com/office/powerpoint/2010/main" val="1960150766"/>
      </p:ext>
    </p:extLst>
  </p:cSld>
  <p:clrMapOvr>
    <a:masterClrMapping/>
  </p:clrMapOvr>
  <p:transition spd="med">
    <p:pull/>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73945B-EFDB-B520-C54D-25AC58A4C65E}"/>
              </a:ext>
            </a:extLst>
          </p:cNvPr>
          <p:cNvSpPr>
            <a:spLocks noGrp="1"/>
          </p:cNvSpPr>
          <p:nvPr>
            <p:ph type="title"/>
          </p:nvPr>
        </p:nvSpPr>
        <p:spPr/>
        <p:txBody>
          <a:bodyPr/>
          <a:lstStyle/>
          <a:p>
            <a:r>
              <a:rPr lang="en-US" dirty="0"/>
              <a:t>One-Sample Proportion Test</a:t>
            </a:r>
          </a:p>
        </p:txBody>
      </p:sp>
      <p:pic>
        <p:nvPicPr>
          <p:cNvPr id="5" name="Content Placeholder 4">
            <a:extLst>
              <a:ext uri="{FF2B5EF4-FFF2-40B4-BE49-F238E27FC236}">
                <a16:creationId xmlns:a16="http://schemas.microsoft.com/office/drawing/2014/main" id="{246297D2-12B2-054E-C6AD-9D4159C715AC}"/>
              </a:ext>
            </a:extLst>
          </p:cNvPr>
          <p:cNvPicPr>
            <a:picLocks noGrp="1" noChangeAspect="1"/>
          </p:cNvPicPr>
          <p:nvPr>
            <p:ph idx="1"/>
          </p:nvPr>
        </p:nvPicPr>
        <p:blipFill>
          <a:blip r:embed="rId2"/>
          <a:stretch>
            <a:fillRect/>
          </a:stretch>
        </p:blipFill>
        <p:spPr>
          <a:xfrm>
            <a:off x="838200" y="1659150"/>
            <a:ext cx="5832066" cy="4991100"/>
          </a:xfrm>
        </p:spPr>
      </p:pic>
    </p:spTree>
    <p:extLst>
      <p:ext uri="{BB962C8B-B14F-4D97-AF65-F5344CB8AC3E}">
        <p14:creationId xmlns:p14="http://schemas.microsoft.com/office/powerpoint/2010/main" val="2943855761"/>
      </p:ext>
    </p:extLst>
  </p:cSld>
  <p:clrMapOvr>
    <a:masterClrMapping/>
  </p:clrMapOvr>
  <p:transition spd="med">
    <p:pull/>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08B64F-B155-8AD8-2BAE-F48DBA5BCA6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AA984A9-80C2-F5D3-A118-FC9B6DAE0166}"/>
              </a:ext>
            </a:extLst>
          </p:cNvPr>
          <p:cNvSpPr>
            <a:spLocks noGrp="1"/>
          </p:cNvSpPr>
          <p:nvPr>
            <p:ph type="title"/>
          </p:nvPr>
        </p:nvSpPr>
        <p:spPr/>
        <p:txBody>
          <a:bodyPr/>
          <a:lstStyle/>
          <a:p>
            <a:r>
              <a:rPr lang="en-US" dirty="0"/>
              <a:t>Example</a:t>
            </a:r>
          </a:p>
        </p:txBody>
      </p:sp>
      <p:pic>
        <p:nvPicPr>
          <p:cNvPr id="6" name="Picture 5">
            <a:extLst>
              <a:ext uri="{FF2B5EF4-FFF2-40B4-BE49-F238E27FC236}">
                <a16:creationId xmlns:a16="http://schemas.microsoft.com/office/drawing/2014/main" id="{7F31A49A-E6A3-46DA-F56F-FA932BBBC43B}"/>
              </a:ext>
            </a:extLst>
          </p:cNvPr>
          <p:cNvPicPr>
            <a:picLocks noChangeAspect="1"/>
          </p:cNvPicPr>
          <p:nvPr/>
        </p:nvPicPr>
        <p:blipFill>
          <a:blip r:embed="rId2"/>
          <a:stretch>
            <a:fillRect/>
          </a:stretch>
        </p:blipFill>
        <p:spPr>
          <a:xfrm>
            <a:off x="838200" y="3780844"/>
            <a:ext cx="6975388" cy="2780594"/>
          </a:xfrm>
          <a:prstGeom prst="rect">
            <a:avLst/>
          </a:prstGeom>
        </p:spPr>
      </p:pic>
      <p:pic>
        <p:nvPicPr>
          <p:cNvPr id="13" name="Content Placeholder 12">
            <a:extLst>
              <a:ext uri="{FF2B5EF4-FFF2-40B4-BE49-F238E27FC236}">
                <a16:creationId xmlns:a16="http://schemas.microsoft.com/office/drawing/2014/main" id="{B2129CDC-8BB0-C2AB-4649-8B4999CF6419}"/>
              </a:ext>
            </a:extLst>
          </p:cNvPr>
          <p:cNvPicPr>
            <a:picLocks noGrp="1" noChangeAspect="1"/>
          </p:cNvPicPr>
          <p:nvPr>
            <p:ph idx="1"/>
          </p:nvPr>
        </p:nvPicPr>
        <p:blipFill>
          <a:blip r:embed="rId3"/>
          <a:stretch>
            <a:fillRect/>
          </a:stretch>
        </p:blipFill>
        <p:spPr>
          <a:xfrm>
            <a:off x="838200" y="1858498"/>
            <a:ext cx="8701216" cy="1761972"/>
          </a:xfrm>
        </p:spPr>
      </p:pic>
    </p:spTree>
    <p:extLst>
      <p:ext uri="{BB962C8B-B14F-4D97-AF65-F5344CB8AC3E}">
        <p14:creationId xmlns:p14="http://schemas.microsoft.com/office/powerpoint/2010/main" val="1077134791"/>
      </p:ext>
    </p:extLst>
  </p:cSld>
  <p:clrMapOvr>
    <a:masterClrMapping/>
  </p:clrMapOvr>
  <p:transition spd="med">
    <p:pul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461FB2-DB16-1E44-0340-DC72FF70E06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7A78B1F-4480-34AE-83AD-49634F579C85}"/>
              </a:ext>
            </a:extLst>
          </p:cNvPr>
          <p:cNvSpPr>
            <a:spLocks noGrp="1"/>
          </p:cNvSpPr>
          <p:nvPr>
            <p:ph type="title"/>
          </p:nvPr>
        </p:nvSpPr>
        <p:spPr/>
        <p:txBody>
          <a:bodyPr/>
          <a:lstStyle/>
          <a:p>
            <a:r>
              <a:rPr lang="en-US" dirty="0"/>
              <a:t>Two-Samples Proportion Test</a:t>
            </a:r>
          </a:p>
        </p:txBody>
      </p:sp>
      <p:pic>
        <p:nvPicPr>
          <p:cNvPr id="5" name="Content Placeholder 4">
            <a:extLst>
              <a:ext uri="{FF2B5EF4-FFF2-40B4-BE49-F238E27FC236}">
                <a16:creationId xmlns:a16="http://schemas.microsoft.com/office/drawing/2014/main" id="{F4B94F6A-9589-EA66-BA46-6E62971B5135}"/>
              </a:ext>
            </a:extLst>
          </p:cNvPr>
          <p:cNvPicPr>
            <a:picLocks noGrp="1" noChangeAspect="1"/>
          </p:cNvPicPr>
          <p:nvPr>
            <p:ph idx="1"/>
          </p:nvPr>
        </p:nvPicPr>
        <p:blipFill>
          <a:blip r:embed="rId2"/>
          <a:stretch>
            <a:fillRect/>
          </a:stretch>
        </p:blipFill>
        <p:spPr>
          <a:xfrm>
            <a:off x="838200" y="1712742"/>
            <a:ext cx="5803771" cy="4991100"/>
          </a:xfrm>
        </p:spPr>
      </p:pic>
    </p:spTree>
    <p:extLst>
      <p:ext uri="{BB962C8B-B14F-4D97-AF65-F5344CB8AC3E}">
        <p14:creationId xmlns:p14="http://schemas.microsoft.com/office/powerpoint/2010/main" val="717187273"/>
      </p:ext>
    </p:extLst>
  </p:cSld>
  <p:clrMapOvr>
    <a:masterClrMapping/>
  </p:clrMapOvr>
  <p:transition spd="med">
    <p:pull/>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7C2969-3995-81BB-CB3C-928804046234}"/>
              </a:ext>
            </a:extLst>
          </p:cNvPr>
          <p:cNvSpPr>
            <a:spLocks noGrp="1"/>
          </p:cNvSpPr>
          <p:nvPr>
            <p:ph type="title"/>
          </p:nvPr>
        </p:nvSpPr>
        <p:spPr/>
        <p:txBody>
          <a:bodyPr/>
          <a:lstStyle/>
          <a:p>
            <a:r>
              <a:rPr lang="en-US" dirty="0"/>
              <a:t>Example: </a:t>
            </a:r>
            <a:r>
              <a:rPr lang="en-US"/>
              <a:t>Does the </a:t>
            </a:r>
            <a:r>
              <a:rPr lang="en-US" dirty="0"/>
              <a:t>New Treatment Work?</a:t>
            </a:r>
          </a:p>
        </p:txBody>
      </p:sp>
      <p:pic>
        <p:nvPicPr>
          <p:cNvPr id="4" name="Picture 3">
            <a:extLst>
              <a:ext uri="{FF2B5EF4-FFF2-40B4-BE49-F238E27FC236}">
                <a16:creationId xmlns:a16="http://schemas.microsoft.com/office/drawing/2014/main" id="{E0D54AB4-622E-2EB6-0630-C7A7B5DEA2E0}"/>
              </a:ext>
            </a:extLst>
          </p:cNvPr>
          <p:cNvPicPr>
            <a:picLocks noChangeAspect="1"/>
          </p:cNvPicPr>
          <p:nvPr/>
        </p:nvPicPr>
        <p:blipFill>
          <a:blip r:embed="rId2"/>
          <a:stretch>
            <a:fillRect/>
          </a:stretch>
        </p:blipFill>
        <p:spPr>
          <a:xfrm>
            <a:off x="838200" y="4345709"/>
            <a:ext cx="4382530" cy="2433693"/>
          </a:xfrm>
          <a:prstGeom prst="rect">
            <a:avLst/>
          </a:prstGeom>
        </p:spPr>
      </p:pic>
      <p:pic>
        <p:nvPicPr>
          <p:cNvPr id="13" name="Picture 12">
            <a:extLst>
              <a:ext uri="{FF2B5EF4-FFF2-40B4-BE49-F238E27FC236}">
                <a16:creationId xmlns:a16="http://schemas.microsoft.com/office/drawing/2014/main" id="{0FBAB903-F8C4-39C7-8853-D822CDD86B4F}"/>
              </a:ext>
            </a:extLst>
          </p:cNvPr>
          <p:cNvPicPr>
            <a:picLocks noChangeAspect="1"/>
          </p:cNvPicPr>
          <p:nvPr/>
        </p:nvPicPr>
        <p:blipFill>
          <a:blip r:embed="rId3"/>
          <a:stretch>
            <a:fillRect/>
          </a:stretch>
        </p:blipFill>
        <p:spPr>
          <a:xfrm>
            <a:off x="838201" y="1728546"/>
            <a:ext cx="6786990" cy="2281222"/>
          </a:xfrm>
          <a:prstGeom prst="rect">
            <a:avLst/>
          </a:prstGeom>
        </p:spPr>
      </p:pic>
      <p:sp>
        <p:nvSpPr>
          <p:cNvPr id="14" name="TextBox 13">
            <a:extLst>
              <a:ext uri="{FF2B5EF4-FFF2-40B4-BE49-F238E27FC236}">
                <a16:creationId xmlns:a16="http://schemas.microsoft.com/office/drawing/2014/main" id="{549A89C6-4B2D-711F-C121-6D85985EEDDD}"/>
              </a:ext>
            </a:extLst>
          </p:cNvPr>
          <p:cNvSpPr txBox="1"/>
          <p:nvPr/>
        </p:nvSpPr>
        <p:spPr>
          <a:xfrm>
            <a:off x="838200" y="4009768"/>
            <a:ext cx="4028303" cy="261610"/>
          </a:xfrm>
          <a:prstGeom prst="rect">
            <a:avLst/>
          </a:prstGeom>
          <a:noFill/>
        </p:spPr>
        <p:txBody>
          <a:bodyPr wrap="square" rtlCol="0">
            <a:spAutoFit/>
          </a:bodyPr>
          <a:lstStyle/>
          <a:p>
            <a:r>
              <a:rPr lang="en-US" sz="1100" dirty="0">
                <a:solidFill>
                  <a:srgbClr val="0070C0"/>
                </a:solidFill>
              </a:rPr>
              <a:t>This is a one-tailed test for comparing two proportions</a:t>
            </a:r>
          </a:p>
        </p:txBody>
      </p:sp>
    </p:spTree>
    <p:extLst>
      <p:ext uri="{BB962C8B-B14F-4D97-AF65-F5344CB8AC3E}">
        <p14:creationId xmlns:p14="http://schemas.microsoft.com/office/powerpoint/2010/main" val="2912929894"/>
      </p:ext>
    </p:extLst>
  </p:cSld>
  <p:clrMapOvr>
    <a:masterClrMapping/>
  </p:clrMapOvr>
  <p:transition spd="med">
    <p:pul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14D3388-9637-C201-21C4-6668D7194B7A}"/>
              </a:ext>
            </a:extLst>
          </p:cNvPr>
          <p:cNvSpPr>
            <a:spLocks noGrp="1"/>
          </p:cNvSpPr>
          <p:nvPr>
            <p:ph type="ctrTitle"/>
          </p:nvPr>
        </p:nvSpPr>
        <p:spPr/>
        <p:txBody>
          <a:bodyPr>
            <a:normAutofit/>
          </a:bodyPr>
          <a:lstStyle/>
          <a:p>
            <a:r>
              <a:rPr lang="en-US" sz="3600" dirty="0"/>
              <a:t>Hypothesis Testing for Categorical Data</a:t>
            </a:r>
          </a:p>
        </p:txBody>
      </p:sp>
      <p:sp>
        <p:nvSpPr>
          <p:cNvPr id="5" name="Subtitle 4">
            <a:extLst>
              <a:ext uri="{FF2B5EF4-FFF2-40B4-BE49-F238E27FC236}">
                <a16:creationId xmlns:a16="http://schemas.microsoft.com/office/drawing/2014/main" id="{9B787316-1F56-3550-8870-1878E64917AD}"/>
              </a:ext>
            </a:extLst>
          </p:cNvPr>
          <p:cNvSpPr>
            <a:spLocks noGrp="1"/>
          </p:cNvSpPr>
          <p:nvPr>
            <p:ph type="subTitle" idx="1"/>
          </p:nvPr>
        </p:nvSpPr>
        <p:spPr/>
        <p:txBody>
          <a:bodyPr>
            <a:normAutofit/>
          </a:bodyPr>
          <a:lstStyle/>
          <a:p>
            <a:r>
              <a:rPr lang="en-US" sz="4000" dirty="0"/>
              <a:t>Chi-Square Tests</a:t>
            </a:r>
          </a:p>
        </p:txBody>
      </p:sp>
    </p:spTree>
    <p:extLst>
      <p:ext uri="{BB962C8B-B14F-4D97-AF65-F5344CB8AC3E}">
        <p14:creationId xmlns:p14="http://schemas.microsoft.com/office/powerpoint/2010/main" val="1204984806"/>
      </p:ext>
    </p:extLst>
  </p:cSld>
  <p:clrMapOvr>
    <a:masterClrMapping/>
  </p:clrMapOvr>
  <p:transition spd="med">
    <p:pull/>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1B4821-12CC-C73F-FEEF-457E351A61EF}"/>
              </a:ext>
            </a:extLst>
          </p:cNvPr>
          <p:cNvSpPr>
            <a:spLocks noGrp="1"/>
          </p:cNvSpPr>
          <p:nvPr>
            <p:ph type="title"/>
          </p:nvPr>
        </p:nvSpPr>
        <p:spPr/>
        <p:txBody>
          <a:bodyPr>
            <a:normAutofit/>
          </a:bodyPr>
          <a:lstStyle/>
          <a:p>
            <a:r>
              <a:rPr lang="en-US" sz="2800" dirty="0"/>
              <a:t>Introduction to Chi-Square Tests</a:t>
            </a:r>
          </a:p>
        </p:txBody>
      </p:sp>
      <p:sp>
        <p:nvSpPr>
          <p:cNvPr id="3" name="Content Placeholder 2">
            <a:extLst>
              <a:ext uri="{FF2B5EF4-FFF2-40B4-BE49-F238E27FC236}">
                <a16:creationId xmlns:a16="http://schemas.microsoft.com/office/drawing/2014/main" id="{DDB8F6FE-FF12-0BA5-D224-71F068E4DF88}"/>
              </a:ext>
            </a:extLst>
          </p:cNvPr>
          <p:cNvSpPr>
            <a:spLocks noGrp="1"/>
          </p:cNvSpPr>
          <p:nvPr>
            <p:ph idx="1"/>
          </p:nvPr>
        </p:nvSpPr>
        <p:spPr/>
        <p:txBody>
          <a:bodyPr/>
          <a:lstStyle/>
          <a:p>
            <a:pPr marL="0" indent="0">
              <a:buNone/>
            </a:pPr>
            <a:r>
              <a:rPr lang="en-US" dirty="0"/>
              <a:t>Definition: Chi-square tests are statistical methods used to determine whether there's a significant association between categorical variables or whether observed data differs significantly from expected values.</a:t>
            </a:r>
          </a:p>
          <a:p>
            <a:r>
              <a:rPr lang="en-US" dirty="0"/>
              <a:t>Types of Chi-Square Tests:</a:t>
            </a:r>
          </a:p>
          <a:p>
            <a:pPr lvl="1"/>
            <a:r>
              <a:rPr lang="en-US" sz="2400" dirty="0"/>
              <a:t>Test of Independence: Determines if two or more categories are independent.</a:t>
            </a:r>
          </a:p>
          <a:p>
            <a:pPr lvl="1"/>
            <a:r>
              <a:rPr lang="en-US" sz="2400" dirty="0"/>
              <a:t>Goodness of Fit Test: Determines if a sample matches an expected distribution.</a:t>
            </a:r>
          </a:p>
        </p:txBody>
      </p:sp>
    </p:spTree>
    <p:extLst>
      <p:ext uri="{BB962C8B-B14F-4D97-AF65-F5344CB8AC3E}">
        <p14:creationId xmlns:p14="http://schemas.microsoft.com/office/powerpoint/2010/main" val="2761957486"/>
      </p:ext>
    </p:extLst>
  </p:cSld>
  <p:clrMapOvr>
    <a:masterClrMapping/>
  </p:clrMapOvr>
  <p:transition spd="med">
    <p:pull/>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0BD8E8-7209-A724-891F-ACEB3DD2D45A}"/>
              </a:ext>
            </a:extLst>
          </p:cNvPr>
          <p:cNvSpPr>
            <a:spLocks noGrp="1"/>
          </p:cNvSpPr>
          <p:nvPr>
            <p:ph type="title"/>
          </p:nvPr>
        </p:nvSpPr>
        <p:spPr/>
        <p:txBody>
          <a:bodyPr/>
          <a:lstStyle/>
          <a:p>
            <a:r>
              <a:rPr lang="en-US" dirty="0"/>
              <a:t>Examples</a:t>
            </a:r>
          </a:p>
        </p:txBody>
      </p:sp>
      <p:sp>
        <p:nvSpPr>
          <p:cNvPr id="3" name="Content Placeholder 2">
            <a:extLst>
              <a:ext uri="{FF2B5EF4-FFF2-40B4-BE49-F238E27FC236}">
                <a16:creationId xmlns:a16="http://schemas.microsoft.com/office/drawing/2014/main" id="{4FA8D6BF-352C-6FA5-C735-97654123BE4A}"/>
              </a:ext>
            </a:extLst>
          </p:cNvPr>
          <p:cNvSpPr>
            <a:spLocks noGrp="1"/>
          </p:cNvSpPr>
          <p:nvPr>
            <p:ph idx="1"/>
          </p:nvPr>
        </p:nvSpPr>
        <p:spPr>
          <a:xfrm>
            <a:off x="838200" y="1706006"/>
            <a:ext cx="10515600" cy="2534299"/>
          </a:xfrm>
        </p:spPr>
        <p:txBody>
          <a:bodyPr>
            <a:noAutofit/>
          </a:bodyPr>
          <a:lstStyle/>
          <a:p>
            <a:pPr marL="0" indent="0">
              <a:buNone/>
            </a:pPr>
            <a:r>
              <a:rPr lang="en-US" sz="2000" b="1" dirty="0"/>
              <a:t>Test of Independence</a:t>
            </a:r>
          </a:p>
          <a:p>
            <a:pPr marL="285750" indent="-285750">
              <a:buFont typeface="Arial" panose="020B0604020202020204" pitchFamily="34" charset="0"/>
              <a:buChar char="•"/>
            </a:pPr>
            <a:r>
              <a:rPr lang="en-US" sz="2000" b="1" dirty="0"/>
              <a:t>Marketing</a:t>
            </a:r>
            <a:r>
              <a:rPr lang="en-US" sz="2000" dirty="0"/>
              <a:t>: Is customer gender associated with product preference?</a:t>
            </a:r>
          </a:p>
          <a:p>
            <a:pPr marL="285750" indent="-285750">
              <a:buFont typeface="Arial" panose="020B0604020202020204" pitchFamily="34" charset="0"/>
              <a:buChar char="•"/>
            </a:pPr>
            <a:r>
              <a:rPr lang="en-US" sz="2000" b="1" dirty="0"/>
              <a:t>HR Analytics</a:t>
            </a:r>
            <a:r>
              <a:rPr lang="en-US" sz="2000" dirty="0"/>
              <a:t>: Is employee department linked to job satisfaction level?</a:t>
            </a:r>
          </a:p>
          <a:p>
            <a:pPr marL="285750" indent="-285750">
              <a:buFont typeface="Arial" panose="020B0604020202020204" pitchFamily="34" charset="0"/>
              <a:buChar char="•"/>
            </a:pPr>
            <a:r>
              <a:rPr lang="en-US" sz="2000" b="1" dirty="0"/>
              <a:t>Retail</a:t>
            </a:r>
            <a:r>
              <a:rPr lang="en-US" sz="2000" dirty="0"/>
              <a:t>: Does store location affect the type of payment method used?</a:t>
            </a:r>
          </a:p>
          <a:p>
            <a:pPr marL="285750" indent="-285750">
              <a:buFont typeface="Arial" panose="020B0604020202020204" pitchFamily="34" charset="0"/>
              <a:buChar char="•"/>
            </a:pPr>
            <a:r>
              <a:rPr lang="en-US" sz="2000" b="1" dirty="0"/>
              <a:t>Healthcare Management</a:t>
            </a:r>
            <a:r>
              <a:rPr lang="en-US" sz="2000" dirty="0"/>
              <a:t>: Is patient age group related to preferred appointment times?</a:t>
            </a:r>
          </a:p>
          <a:p>
            <a:pPr marL="285750" indent="-285750">
              <a:buFont typeface="Arial" panose="020B0604020202020204" pitchFamily="34" charset="0"/>
              <a:buChar char="•"/>
            </a:pPr>
            <a:r>
              <a:rPr lang="en-US" sz="2000" b="1" dirty="0"/>
              <a:t>Customer Service</a:t>
            </a:r>
            <a:r>
              <a:rPr lang="en-US" sz="2000" dirty="0"/>
              <a:t>: Is complaint category associated with region?</a:t>
            </a:r>
          </a:p>
          <a:p>
            <a:endParaRPr lang="en-US" sz="2000" dirty="0"/>
          </a:p>
        </p:txBody>
      </p:sp>
    </p:spTree>
    <p:extLst>
      <p:ext uri="{BB962C8B-B14F-4D97-AF65-F5344CB8AC3E}">
        <p14:creationId xmlns:p14="http://schemas.microsoft.com/office/powerpoint/2010/main" val="16160824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DE300D-7F60-3373-1DFE-7822B68C4B37}"/>
              </a:ext>
            </a:extLst>
          </p:cNvPr>
          <p:cNvSpPr>
            <a:spLocks noGrp="1"/>
          </p:cNvSpPr>
          <p:nvPr>
            <p:ph type="title"/>
          </p:nvPr>
        </p:nvSpPr>
        <p:spPr/>
        <p:txBody>
          <a:bodyPr>
            <a:normAutofit/>
          </a:bodyPr>
          <a:lstStyle/>
          <a:p>
            <a:r>
              <a:rPr lang="en-US" dirty="0"/>
              <a:t>Chi-Square Steps – Test of Independence</a:t>
            </a:r>
          </a:p>
        </p:txBody>
      </p:sp>
      <p:sp>
        <p:nvSpPr>
          <p:cNvPr id="3" name="Content Placeholder 2">
            <a:extLst>
              <a:ext uri="{FF2B5EF4-FFF2-40B4-BE49-F238E27FC236}">
                <a16:creationId xmlns:a16="http://schemas.microsoft.com/office/drawing/2014/main" id="{3CC5B0C0-50D3-FFD9-98E6-EF4F0FD589DA}"/>
              </a:ext>
            </a:extLst>
          </p:cNvPr>
          <p:cNvSpPr>
            <a:spLocks noGrp="1"/>
          </p:cNvSpPr>
          <p:nvPr>
            <p:ph idx="1"/>
          </p:nvPr>
        </p:nvSpPr>
        <p:spPr>
          <a:xfrm>
            <a:off x="838200" y="1706008"/>
            <a:ext cx="10515600" cy="1225452"/>
          </a:xfrm>
        </p:spPr>
        <p:txBody>
          <a:bodyPr/>
          <a:lstStyle/>
          <a:p>
            <a:pPr marL="0" indent="0">
              <a:buNone/>
            </a:pPr>
            <a:r>
              <a:rPr lang="en-US" dirty="0"/>
              <a:t>Step-by-Step Process:</a:t>
            </a:r>
          </a:p>
          <a:p>
            <a:pPr marL="0" lvl="1" indent="0">
              <a:buNone/>
            </a:pPr>
            <a:r>
              <a:rPr lang="en-US" dirty="0"/>
              <a:t>1. Set a contingency table to show the expected frequencies and the observed frequencies.</a:t>
            </a:r>
          </a:p>
          <a:p>
            <a:pPr marL="0" lvl="1" indent="0">
              <a:buNone/>
            </a:pPr>
            <a:r>
              <a:rPr lang="en-US" dirty="0"/>
              <a:t>2. Calculate the expected frequencies for each cell using the following formula.</a:t>
            </a:r>
          </a:p>
        </p:txBody>
      </p:sp>
      <p:pic>
        <p:nvPicPr>
          <p:cNvPr id="6" name="Picture 5">
            <a:extLst>
              <a:ext uri="{FF2B5EF4-FFF2-40B4-BE49-F238E27FC236}">
                <a16:creationId xmlns:a16="http://schemas.microsoft.com/office/drawing/2014/main" id="{B6D9C603-6AD2-58FE-F83A-C5B85837BCD6}"/>
              </a:ext>
            </a:extLst>
          </p:cNvPr>
          <p:cNvPicPr>
            <a:picLocks noChangeAspect="1"/>
          </p:cNvPicPr>
          <p:nvPr/>
        </p:nvPicPr>
        <p:blipFill>
          <a:blip r:embed="rId2"/>
          <a:stretch>
            <a:fillRect/>
          </a:stretch>
        </p:blipFill>
        <p:spPr>
          <a:xfrm>
            <a:off x="1112449" y="3072701"/>
            <a:ext cx="3504375" cy="678775"/>
          </a:xfrm>
          <a:prstGeom prst="rect">
            <a:avLst/>
          </a:prstGeom>
        </p:spPr>
      </p:pic>
      <p:sp>
        <p:nvSpPr>
          <p:cNvPr id="8" name="TextBox 7">
            <a:extLst>
              <a:ext uri="{FF2B5EF4-FFF2-40B4-BE49-F238E27FC236}">
                <a16:creationId xmlns:a16="http://schemas.microsoft.com/office/drawing/2014/main" id="{32EAD1AB-D386-174E-1FBD-A306B1F1B8CA}"/>
              </a:ext>
            </a:extLst>
          </p:cNvPr>
          <p:cNvSpPr txBox="1"/>
          <p:nvPr/>
        </p:nvSpPr>
        <p:spPr>
          <a:xfrm>
            <a:off x="838200" y="4156912"/>
            <a:ext cx="9735671" cy="369332"/>
          </a:xfrm>
          <a:prstGeom prst="rect">
            <a:avLst/>
          </a:prstGeom>
          <a:noFill/>
        </p:spPr>
        <p:txBody>
          <a:bodyPr wrap="square">
            <a:spAutoFit/>
          </a:bodyPr>
          <a:lstStyle/>
          <a:p>
            <a:pPr marL="228600" lvl="1"/>
            <a:r>
              <a:rPr lang="en-US" dirty="0"/>
              <a:t>3. Compute Chi-Square statistic using the formula</a:t>
            </a:r>
          </a:p>
        </p:txBody>
      </p:sp>
      <p:pic>
        <p:nvPicPr>
          <p:cNvPr id="9" name="Content Placeholder 5">
            <a:extLst>
              <a:ext uri="{FF2B5EF4-FFF2-40B4-BE49-F238E27FC236}">
                <a16:creationId xmlns:a16="http://schemas.microsoft.com/office/drawing/2014/main" id="{1FD29ADE-F46E-E9EA-DA8F-199E7FED1006}"/>
              </a:ext>
            </a:extLst>
          </p:cNvPr>
          <p:cNvPicPr>
            <a:picLocks noChangeAspect="1"/>
          </p:cNvPicPr>
          <p:nvPr/>
        </p:nvPicPr>
        <p:blipFill>
          <a:blip r:embed="rId3"/>
          <a:stretch>
            <a:fillRect/>
          </a:stretch>
        </p:blipFill>
        <p:spPr>
          <a:xfrm>
            <a:off x="1112449" y="4658342"/>
            <a:ext cx="3042694" cy="1972869"/>
          </a:xfrm>
          <a:prstGeom prst="rect">
            <a:avLst/>
          </a:prstGeom>
        </p:spPr>
      </p:pic>
    </p:spTree>
    <p:extLst>
      <p:ext uri="{BB962C8B-B14F-4D97-AF65-F5344CB8AC3E}">
        <p14:creationId xmlns:p14="http://schemas.microsoft.com/office/powerpoint/2010/main" val="212441645"/>
      </p:ext>
    </p:extLst>
  </p:cSld>
  <p:clrMapOvr>
    <a:masterClrMapping/>
  </p:clrMapOvr>
  <p:transition spd="med">
    <p:pull/>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12E332-75D7-1018-DC4B-AC1B8668297F}"/>
              </a:ext>
            </a:extLst>
          </p:cNvPr>
          <p:cNvSpPr>
            <a:spLocks noGrp="1"/>
          </p:cNvSpPr>
          <p:nvPr>
            <p:ph type="title"/>
          </p:nvPr>
        </p:nvSpPr>
        <p:spPr/>
        <p:txBody>
          <a:bodyPr/>
          <a:lstStyle/>
          <a:p>
            <a:r>
              <a:rPr lang="en-US" dirty="0"/>
              <a:t>Chi-Square Steps – Test of Independence</a:t>
            </a:r>
          </a:p>
        </p:txBody>
      </p:sp>
      <p:sp>
        <p:nvSpPr>
          <p:cNvPr id="3" name="Content Placeholder 2">
            <a:extLst>
              <a:ext uri="{FF2B5EF4-FFF2-40B4-BE49-F238E27FC236}">
                <a16:creationId xmlns:a16="http://schemas.microsoft.com/office/drawing/2014/main" id="{A4D9427E-822D-DC27-3AF3-D10F44CC2B2A}"/>
              </a:ext>
            </a:extLst>
          </p:cNvPr>
          <p:cNvSpPr>
            <a:spLocks noGrp="1"/>
          </p:cNvSpPr>
          <p:nvPr>
            <p:ph idx="1"/>
          </p:nvPr>
        </p:nvSpPr>
        <p:spPr>
          <a:xfrm>
            <a:off x="838200" y="1706008"/>
            <a:ext cx="10515600" cy="1126840"/>
          </a:xfrm>
        </p:spPr>
        <p:txBody>
          <a:bodyPr>
            <a:normAutofit/>
          </a:bodyPr>
          <a:lstStyle/>
          <a:p>
            <a:pPr marL="0" indent="0">
              <a:buNone/>
            </a:pPr>
            <a:r>
              <a:rPr lang="en-US" dirty="0"/>
              <a:t>4. Use the Chi-Square distribution to find the Chi-Square statistic and compare it to the critical values at common significance level e.g. (0.05)</a:t>
            </a:r>
          </a:p>
          <a:p>
            <a:pPr marL="0" indent="0">
              <a:buNone/>
            </a:pPr>
            <a:endParaRPr lang="en-US" dirty="0"/>
          </a:p>
        </p:txBody>
      </p:sp>
      <p:pic>
        <p:nvPicPr>
          <p:cNvPr id="6" name="Picture 5">
            <a:extLst>
              <a:ext uri="{FF2B5EF4-FFF2-40B4-BE49-F238E27FC236}">
                <a16:creationId xmlns:a16="http://schemas.microsoft.com/office/drawing/2014/main" id="{D641C3E0-152B-9E84-116E-970D5813A7F3}"/>
              </a:ext>
            </a:extLst>
          </p:cNvPr>
          <p:cNvPicPr>
            <a:picLocks noChangeAspect="1"/>
          </p:cNvPicPr>
          <p:nvPr/>
        </p:nvPicPr>
        <p:blipFill>
          <a:blip r:embed="rId2"/>
          <a:stretch>
            <a:fillRect/>
          </a:stretch>
        </p:blipFill>
        <p:spPr>
          <a:xfrm>
            <a:off x="838200" y="5403160"/>
            <a:ext cx="10183646" cy="1314633"/>
          </a:xfrm>
          <a:prstGeom prst="rect">
            <a:avLst/>
          </a:prstGeom>
        </p:spPr>
      </p:pic>
      <p:pic>
        <p:nvPicPr>
          <p:cNvPr id="8" name="Picture 7">
            <a:extLst>
              <a:ext uri="{FF2B5EF4-FFF2-40B4-BE49-F238E27FC236}">
                <a16:creationId xmlns:a16="http://schemas.microsoft.com/office/drawing/2014/main" id="{3503F2F4-1CF2-C07A-6FE4-4C7B558CD167}"/>
              </a:ext>
            </a:extLst>
          </p:cNvPr>
          <p:cNvPicPr>
            <a:picLocks noChangeAspect="1"/>
          </p:cNvPicPr>
          <p:nvPr/>
        </p:nvPicPr>
        <p:blipFill>
          <a:blip r:embed="rId3">
            <a:extLst>
              <a:ext uri="{BEBA8EAE-BF5A-486C-A8C5-ECC9F3942E4B}">
                <a14:imgProps xmlns:a14="http://schemas.microsoft.com/office/drawing/2010/main">
                  <a14:imgLayer r:embed="rId4">
                    <a14:imgEffect>
                      <a14:saturation sat="0"/>
                    </a14:imgEffect>
                  </a14:imgLayer>
                </a14:imgProps>
              </a:ext>
            </a:extLst>
          </a:blip>
          <a:stretch>
            <a:fillRect/>
          </a:stretch>
        </p:blipFill>
        <p:spPr>
          <a:xfrm>
            <a:off x="4180916" y="2796428"/>
            <a:ext cx="4762500" cy="2457450"/>
          </a:xfrm>
          <a:prstGeom prst="rect">
            <a:avLst/>
          </a:prstGeom>
        </p:spPr>
      </p:pic>
    </p:spTree>
    <p:extLst>
      <p:ext uri="{BB962C8B-B14F-4D97-AF65-F5344CB8AC3E}">
        <p14:creationId xmlns:p14="http://schemas.microsoft.com/office/powerpoint/2010/main" val="25107354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8A1F79-8E73-AF8E-EE4A-7500CE004782}"/>
              </a:ext>
            </a:extLst>
          </p:cNvPr>
          <p:cNvSpPr>
            <a:spLocks noGrp="1"/>
          </p:cNvSpPr>
          <p:nvPr>
            <p:ph type="title"/>
          </p:nvPr>
        </p:nvSpPr>
        <p:spPr/>
        <p:txBody>
          <a:bodyPr>
            <a:normAutofit/>
          </a:bodyPr>
          <a:lstStyle/>
          <a:p>
            <a:r>
              <a:rPr lang="en-US" dirty="0"/>
              <a:t>Example: Product Preference Across Age Groups</a:t>
            </a:r>
          </a:p>
        </p:txBody>
      </p:sp>
      <p:sp>
        <p:nvSpPr>
          <p:cNvPr id="3" name="Content Placeholder 2">
            <a:extLst>
              <a:ext uri="{FF2B5EF4-FFF2-40B4-BE49-F238E27FC236}">
                <a16:creationId xmlns:a16="http://schemas.microsoft.com/office/drawing/2014/main" id="{E505A385-9E8A-BA09-71D4-20CEB556D77F}"/>
              </a:ext>
            </a:extLst>
          </p:cNvPr>
          <p:cNvSpPr>
            <a:spLocks noGrp="1"/>
          </p:cNvSpPr>
          <p:nvPr>
            <p:ph idx="1"/>
          </p:nvPr>
        </p:nvSpPr>
        <p:spPr>
          <a:xfrm>
            <a:off x="838200" y="1706008"/>
            <a:ext cx="10170459" cy="1722992"/>
          </a:xfrm>
        </p:spPr>
        <p:txBody>
          <a:bodyPr>
            <a:normAutofit fontScale="92500" lnSpcReduction="10000"/>
          </a:bodyPr>
          <a:lstStyle/>
          <a:p>
            <a:r>
              <a:rPr lang="en-US" dirty="0"/>
              <a:t>A company wants to determine if there is a significant association between the age group of its customers and their preference for one of two new beverage products. </a:t>
            </a:r>
          </a:p>
          <a:p>
            <a:r>
              <a:rPr lang="en-US" dirty="0"/>
              <a:t>The marketing team has conducted a survey and </a:t>
            </a:r>
            <a:r>
              <a:rPr lang="en-US" b="1" u="sng" dirty="0"/>
              <a:t>collected data </a:t>
            </a:r>
            <a:r>
              <a:rPr lang="en-US" dirty="0"/>
              <a:t>from different age groups.</a:t>
            </a:r>
          </a:p>
          <a:p>
            <a:r>
              <a:rPr lang="en-US" dirty="0"/>
              <a:t>The table below shows the </a:t>
            </a:r>
            <a:r>
              <a:rPr lang="en-US" b="1" u="sng" dirty="0"/>
              <a:t>observed frequency </a:t>
            </a:r>
            <a:r>
              <a:rPr lang="en-US" dirty="0"/>
              <a:t>table based on the survey:</a:t>
            </a:r>
          </a:p>
          <a:p>
            <a:endParaRPr lang="en-US" dirty="0"/>
          </a:p>
        </p:txBody>
      </p:sp>
      <p:graphicFrame>
        <p:nvGraphicFramePr>
          <p:cNvPr id="4" name="Table 3">
            <a:extLst>
              <a:ext uri="{FF2B5EF4-FFF2-40B4-BE49-F238E27FC236}">
                <a16:creationId xmlns:a16="http://schemas.microsoft.com/office/drawing/2014/main" id="{CE1AB887-0ABD-3634-5523-8A09B0C1FA10}"/>
              </a:ext>
            </a:extLst>
          </p:cNvPr>
          <p:cNvGraphicFramePr>
            <a:graphicFrameLocks noGrp="1"/>
          </p:cNvGraphicFramePr>
          <p:nvPr>
            <p:extLst>
              <p:ext uri="{D42A27DB-BD31-4B8C-83A1-F6EECF244321}">
                <p14:modId xmlns:p14="http://schemas.microsoft.com/office/powerpoint/2010/main" val="1012973482"/>
              </p:ext>
            </p:extLst>
          </p:nvPr>
        </p:nvGraphicFramePr>
        <p:xfrm>
          <a:off x="3002280" y="3673108"/>
          <a:ext cx="5577840" cy="1554480"/>
        </p:xfrm>
        <a:graphic>
          <a:graphicData uri="http://schemas.openxmlformats.org/drawingml/2006/table">
            <a:tbl>
              <a:tblPr>
                <a:tableStyleId>{616DA210-FB5B-4158-B5E0-FEB733F419BA}</a:tableStyleId>
              </a:tblPr>
              <a:tblGrid>
                <a:gridCol w="1394460">
                  <a:extLst>
                    <a:ext uri="{9D8B030D-6E8A-4147-A177-3AD203B41FA5}">
                      <a16:colId xmlns:a16="http://schemas.microsoft.com/office/drawing/2014/main" val="3944533981"/>
                    </a:ext>
                  </a:extLst>
                </a:gridCol>
                <a:gridCol w="1394460">
                  <a:extLst>
                    <a:ext uri="{9D8B030D-6E8A-4147-A177-3AD203B41FA5}">
                      <a16:colId xmlns:a16="http://schemas.microsoft.com/office/drawing/2014/main" val="3858453604"/>
                    </a:ext>
                  </a:extLst>
                </a:gridCol>
                <a:gridCol w="1394460">
                  <a:extLst>
                    <a:ext uri="{9D8B030D-6E8A-4147-A177-3AD203B41FA5}">
                      <a16:colId xmlns:a16="http://schemas.microsoft.com/office/drawing/2014/main" val="2379972503"/>
                    </a:ext>
                  </a:extLst>
                </a:gridCol>
                <a:gridCol w="1394460">
                  <a:extLst>
                    <a:ext uri="{9D8B030D-6E8A-4147-A177-3AD203B41FA5}">
                      <a16:colId xmlns:a16="http://schemas.microsoft.com/office/drawing/2014/main" val="83740644"/>
                    </a:ext>
                  </a:extLst>
                </a:gridCol>
              </a:tblGrid>
              <a:tr h="0">
                <a:tc>
                  <a:txBody>
                    <a:bodyPr/>
                    <a:lstStyle/>
                    <a:p>
                      <a:pPr algn="ctr" fontAlgn="b"/>
                      <a:endParaRPr lang="en-US" sz="1200" b="1" dirty="0">
                        <a:effectLst/>
                      </a:endParaRPr>
                    </a:p>
                  </a:txBody>
                  <a:tcPr anchor="b">
                    <a:solidFill>
                      <a:schemeClr val="bg1">
                        <a:lumMod val="85000"/>
                      </a:schemeClr>
                    </a:solidFill>
                  </a:tcPr>
                </a:tc>
                <a:tc>
                  <a:txBody>
                    <a:bodyPr/>
                    <a:lstStyle/>
                    <a:p>
                      <a:pPr algn="ctr" fontAlgn="b"/>
                      <a:br>
                        <a:rPr lang="en-US" sz="1200" b="1" dirty="0">
                          <a:effectLst/>
                        </a:rPr>
                      </a:br>
                      <a:r>
                        <a:rPr lang="en-US" sz="1200" b="1" dirty="0">
                          <a:effectLst/>
                        </a:rPr>
                        <a:t>Product A</a:t>
                      </a:r>
                    </a:p>
                  </a:txBody>
                  <a:tcPr anchor="b">
                    <a:solidFill>
                      <a:schemeClr val="bg1">
                        <a:lumMod val="85000"/>
                      </a:schemeClr>
                    </a:solidFill>
                  </a:tcPr>
                </a:tc>
                <a:tc>
                  <a:txBody>
                    <a:bodyPr/>
                    <a:lstStyle/>
                    <a:p>
                      <a:pPr algn="ctr" fontAlgn="b"/>
                      <a:r>
                        <a:rPr lang="en-US" sz="1200" b="1" dirty="0">
                          <a:effectLst/>
                        </a:rPr>
                        <a:t>Product B</a:t>
                      </a:r>
                    </a:p>
                  </a:txBody>
                  <a:tcPr anchor="b">
                    <a:solidFill>
                      <a:schemeClr val="bg1">
                        <a:lumMod val="85000"/>
                      </a:schemeClr>
                    </a:solidFill>
                  </a:tcPr>
                </a:tc>
                <a:tc>
                  <a:txBody>
                    <a:bodyPr/>
                    <a:lstStyle/>
                    <a:p>
                      <a:pPr algn="ctr" fontAlgn="b"/>
                      <a:r>
                        <a:rPr lang="en-US" sz="1200" b="1" dirty="0">
                          <a:effectLst/>
                        </a:rPr>
                        <a:t>Total</a:t>
                      </a:r>
                    </a:p>
                  </a:txBody>
                  <a:tcPr anchor="b">
                    <a:solidFill>
                      <a:schemeClr val="bg1">
                        <a:lumMod val="85000"/>
                      </a:schemeClr>
                    </a:solidFill>
                  </a:tcPr>
                </a:tc>
                <a:extLst>
                  <a:ext uri="{0D108BD9-81ED-4DB2-BD59-A6C34878D82A}">
                    <a16:rowId xmlns:a16="http://schemas.microsoft.com/office/drawing/2014/main" val="2152752031"/>
                  </a:ext>
                </a:extLst>
              </a:tr>
              <a:tr h="0">
                <a:tc>
                  <a:txBody>
                    <a:bodyPr/>
                    <a:lstStyle/>
                    <a:p>
                      <a:pPr fontAlgn="base"/>
                      <a:r>
                        <a:rPr lang="en-US" sz="1200" b="1" dirty="0">
                          <a:effectLst/>
                        </a:rPr>
                        <a:t>Under 30</a:t>
                      </a:r>
                      <a:endParaRPr lang="en-US" sz="1200" dirty="0">
                        <a:effectLst/>
                      </a:endParaRPr>
                    </a:p>
                  </a:txBody>
                  <a:tcPr anchor="ctr"/>
                </a:tc>
                <a:tc>
                  <a:txBody>
                    <a:bodyPr/>
                    <a:lstStyle/>
                    <a:p>
                      <a:pPr algn="ctr" fontAlgn="base"/>
                      <a:r>
                        <a:rPr lang="en-US" sz="1200" dirty="0">
                          <a:effectLst/>
                        </a:rPr>
                        <a:t>30</a:t>
                      </a:r>
                    </a:p>
                  </a:txBody>
                  <a:tcPr anchor="ctr"/>
                </a:tc>
                <a:tc>
                  <a:txBody>
                    <a:bodyPr/>
                    <a:lstStyle/>
                    <a:p>
                      <a:pPr algn="ctr" fontAlgn="base"/>
                      <a:r>
                        <a:rPr lang="en-US" sz="1200">
                          <a:effectLst/>
                        </a:rPr>
                        <a:t>40</a:t>
                      </a:r>
                    </a:p>
                  </a:txBody>
                  <a:tcPr anchor="ctr"/>
                </a:tc>
                <a:tc>
                  <a:txBody>
                    <a:bodyPr/>
                    <a:lstStyle/>
                    <a:p>
                      <a:pPr algn="ctr" fontAlgn="base"/>
                      <a:r>
                        <a:rPr lang="en-US" sz="1200" dirty="0">
                          <a:effectLst/>
                        </a:rPr>
                        <a:t>70</a:t>
                      </a:r>
                    </a:p>
                  </a:txBody>
                  <a:tcPr anchor="ctr"/>
                </a:tc>
                <a:extLst>
                  <a:ext uri="{0D108BD9-81ED-4DB2-BD59-A6C34878D82A}">
                    <a16:rowId xmlns:a16="http://schemas.microsoft.com/office/drawing/2014/main" val="394349561"/>
                  </a:ext>
                </a:extLst>
              </a:tr>
              <a:tr h="0">
                <a:tc>
                  <a:txBody>
                    <a:bodyPr/>
                    <a:lstStyle/>
                    <a:p>
                      <a:pPr fontAlgn="base"/>
                      <a:r>
                        <a:rPr lang="en-US" sz="1200" b="1" dirty="0">
                          <a:effectLst/>
                        </a:rPr>
                        <a:t>30 to 50</a:t>
                      </a:r>
                      <a:endParaRPr lang="en-US" sz="1200" dirty="0">
                        <a:effectLst/>
                      </a:endParaRPr>
                    </a:p>
                  </a:txBody>
                  <a:tcPr anchor="ctr"/>
                </a:tc>
                <a:tc>
                  <a:txBody>
                    <a:bodyPr/>
                    <a:lstStyle/>
                    <a:p>
                      <a:pPr algn="ctr" fontAlgn="base"/>
                      <a:r>
                        <a:rPr lang="en-US" sz="1200" dirty="0">
                          <a:effectLst/>
                        </a:rPr>
                        <a:t>50</a:t>
                      </a:r>
                    </a:p>
                  </a:txBody>
                  <a:tcPr anchor="ctr"/>
                </a:tc>
                <a:tc>
                  <a:txBody>
                    <a:bodyPr/>
                    <a:lstStyle/>
                    <a:p>
                      <a:pPr algn="ctr" fontAlgn="base"/>
                      <a:r>
                        <a:rPr lang="en-US" sz="1200" dirty="0">
                          <a:effectLst/>
                        </a:rPr>
                        <a:t>30</a:t>
                      </a:r>
                    </a:p>
                  </a:txBody>
                  <a:tcPr anchor="ctr"/>
                </a:tc>
                <a:tc>
                  <a:txBody>
                    <a:bodyPr/>
                    <a:lstStyle/>
                    <a:p>
                      <a:pPr algn="ctr" fontAlgn="base"/>
                      <a:r>
                        <a:rPr lang="en-US" sz="1200" dirty="0">
                          <a:effectLst/>
                        </a:rPr>
                        <a:t>80</a:t>
                      </a:r>
                    </a:p>
                  </a:txBody>
                  <a:tcPr anchor="ctr"/>
                </a:tc>
                <a:extLst>
                  <a:ext uri="{0D108BD9-81ED-4DB2-BD59-A6C34878D82A}">
                    <a16:rowId xmlns:a16="http://schemas.microsoft.com/office/drawing/2014/main" val="4005488617"/>
                  </a:ext>
                </a:extLst>
              </a:tr>
              <a:tr h="0">
                <a:tc>
                  <a:txBody>
                    <a:bodyPr/>
                    <a:lstStyle/>
                    <a:p>
                      <a:pPr fontAlgn="base"/>
                      <a:r>
                        <a:rPr lang="en-US" sz="1200" b="1">
                          <a:effectLst/>
                        </a:rPr>
                        <a:t>Over 50</a:t>
                      </a:r>
                      <a:endParaRPr lang="en-US" sz="1200">
                        <a:effectLst/>
                      </a:endParaRPr>
                    </a:p>
                  </a:txBody>
                  <a:tcPr anchor="ctr"/>
                </a:tc>
                <a:tc>
                  <a:txBody>
                    <a:bodyPr/>
                    <a:lstStyle/>
                    <a:p>
                      <a:pPr algn="ctr" fontAlgn="base"/>
                      <a:r>
                        <a:rPr lang="en-US" sz="1200" dirty="0">
                          <a:effectLst/>
                        </a:rPr>
                        <a:t>20</a:t>
                      </a:r>
                    </a:p>
                  </a:txBody>
                  <a:tcPr anchor="ctr"/>
                </a:tc>
                <a:tc>
                  <a:txBody>
                    <a:bodyPr/>
                    <a:lstStyle/>
                    <a:p>
                      <a:pPr algn="ctr" fontAlgn="base"/>
                      <a:r>
                        <a:rPr lang="en-US" sz="1200">
                          <a:effectLst/>
                        </a:rPr>
                        <a:t>30</a:t>
                      </a:r>
                    </a:p>
                  </a:txBody>
                  <a:tcPr anchor="ctr"/>
                </a:tc>
                <a:tc>
                  <a:txBody>
                    <a:bodyPr/>
                    <a:lstStyle/>
                    <a:p>
                      <a:pPr algn="ctr" fontAlgn="base"/>
                      <a:r>
                        <a:rPr lang="en-US" sz="1200" dirty="0">
                          <a:effectLst/>
                        </a:rPr>
                        <a:t>50</a:t>
                      </a:r>
                    </a:p>
                  </a:txBody>
                  <a:tcPr anchor="ctr"/>
                </a:tc>
                <a:extLst>
                  <a:ext uri="{0D108BD9-81ED-4DB2-BD59-A6C34878D82A}">
                    <a16:rowId xmlns:a16="http://schemas.microsoft.com/office/drawing/2014/main" val="1635451177"/>
                  </a:ext>
                </a:extLst>
              </a:tr>
              <a:tr h="0">
                <a:tc>
                  <a:txBody>
                    <a:bodyPr/>
                    <a:lstStyle/>
                    <a:p>
                      <a:pPr fontAlgn="base"/>
                      <a:r>
                        <a:rPr lang="en-US" sz="1200" b="1">
                          <a:effectLst/>
                        </a:rPr>
                        <a:t>Total</a:t>
                      </a:r>
                      <a:endParaRPr lang="en-US" sz="1200">
                        <a:effectLst/>
                      </a:endParaRPr>
                    </a:p>
                  </a:txBody>
                  <a:tcPr anchor="ctr"/>
                </a:tc>
                <a:tc>
                  <a:txBody>
                    <a:bodyPr/>
                    <a:lstStyle/>
                    <a:p>
                      <a:pPr algn="ctr" fontAlgn="base"/>
                      <a:r>
                        <a:rPr lang="en-US" sz="1200" dirty="0">
                          <a:effectLst/>
                        </a:rPr>
                        <a:t>100</a:t>
                      </a:r>
                    </a:p>
                  </a:txBody>
                  <a:tcPr anchor="ctr"/>
                </a:tc>
                <a:tc>
                  <a:txBody>
                    <a:bodyPr/>
                    <a:lstStyle/>
                    <a:p>
                      <a:pPr algn="ctr" fontAlgn="base"/>
                      <a:r>
                        <a:rPr lang="en-US" sz="1200" dirty="0">
                          <a:effectLst/>
                        </a:rPr>
                        <a:t>100</a:t>
                      </a:r>
                    </a:p>
                  </a:txBody>
                  <a:tcPr anchor="ctr"/>
                </a:tc>
                <a:tc>
                  <a:txBody>
                    <a:bodyPr/>
                    <a:lstStyle/>
                    <a:p>
                      <a:pPr algn="ctr" fontAlgn="base"/>
                      <a:r>
                        <a:rPr lang="en-US" sz="1200" dirty="0">
                          <a:effectLst/>
                        </a:rPr>
                        <a:t>200</a:t>
                      </a:r>
                    </a:p>
                  </a:txBody>
                  <a:tcPr anchor="ctr"/>
                </a:tc>
                <a:extLst>
                  <a:ext uri="{0D108BD9-81ED-4DB2-BD59-A6C34878D82A}">
                    <a16:rowId xmlns:a16="http://schemas.microsoft.com/office/drawing/2014/main" val="2950534434"/>
                  </a:ext>
                </a:extLst>
              </a:tr>
            </a:tbl>
          </a:graphicData>
        </a:graphic>
      </p:graphicFrame>
      <p:sp>
        <p:nvSpPr>
          <p:cNvPr id="6" name="TextBox 5">
            <a:extLst>
              <a:ext uri="{FF2B5EF4-FFF2-40B4-BE49-F238E27FC236}">
                <a16:creationId xmlns:a16="http://schemas.microsoft.com/office/drawing/2014/main" id="{4A11A0C4-B51A-DD8D-CDFC-77550574A649}"/>
              </a:ext>
            </a:extLst>
          </p:cNvPr>
          <p:cNvSpPr txBox="1"/>
          <p:nvPr/>
        </p:nvSpPr>
        <p:spPr>
          <a:xfrm>
            <a:off x="838200" y="5813965"/>
            <a:ext cx="9435830" cy="646331"/>
          </a:xfrm>
          <a:prstGeom prst="rect">
            <a:avLst/>
          </a:prstGeom>
          <a:noFill/>
        </p:spPr>
        <p:txBody>
          <a:bodyPr wrap="square">
            <a:spAutoFit/>
          </a:bodyPr>
          <a:lstStyle/>
          <a:p>
            <a:pPr algn="l"/>
            <a:r>
              <a:rPr lang="en-US" b="1" i="0" dirty="0">
                <a:solidFill>
                  <a:srgbClr val="0D0D0D"/>
                </a:solidFill>
                <a:effectLst/>
                <a:highlight>
                  <a:srgbClr val="FFFFFF"/>
                </a:highlight>
                <a:latin typeface="Söhne"/>
              </a:rPr>
              <a:t>Task: </a:t>
            </a:r>
            <a:r>
              <a:rPr lang="en-US" b="0" i="0" dirty="0">
                <a:solidFill>
                  <a:srgbClr val="0D0D0D"/>
                </a:solidFill>
                <a:effectLst/>
                <a:highlight>
                  <a:srgbClr val="FFFFFF"/>
                </a:highlight>
                <a:latin typeface="Söhne"/>
              </a:rPr>
              <a:t>Perform a Chi-Square Test of Independence to determine if there's a significant relationship between age group and product preference.</a:t>
            </a:r>
          </a:p>
        </p:txBody>
      </p:sp>
    </p:spTree>
    <p:extLst>
      <p:ext uri="{BB962C8B-B14F-4D97-AF65-F5344CB8AC3E}">
        <p14:creationId xmlns:p14="http://schemas.microsoft.com/office/powerpoint/2010/main" val="2694727226"/>
      </p:ext>
    </p:extLst>
  </p:cSld>
  <p:clrMapOvr>
    <a:masterClrMapping/>
  </p:clrMapOvr>
  <p:transition spd="med">
    <p:pull/>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C5A6E7-0C94-9038-3926-0C24D74E1EF2}"/>
              </a:ext>
            </a:extLst>
          </p:cNvPr>
          <p:cNvSpPr>
            <a:spLocks noGrp="1"/>
          </p:cNvSpPr>
          <p:nvPr>
            <p:ph type="title"/>
          </p:nvPr>
        </p:nvSpPr>
        <p:spPr/>
        <p:txBody>
          <a:bodyPr/>
          <a:lstStyle/>
          <a:p>
            <a:r>
              <a:rPr lang="en-US" dirty="0"/>
              <a:t>Steps to Solve in Excel</a:t>
            </a:r>
          </a:p>
        </p:txBody>
      </p:sp>
      <p:pic>
        <p:nvPicPr>
          <p:cNvPr id="7" name="Content Placeholder 6">
            <a:extLst>
              <a:ext uri="{FF2B5EF4-FFF2-40B4-BE49-F238E27FC236}">
                <a16:creationId xmlns:a16="http://schemas.microsoft.com/office/drawing/2014/main" id="{82CD8893-813D-E7F1-E3A4-257A7AB15598}"/>
              </a:ext>
            </a:extLst>
          </p:cNvPr>
          <p:cNvPicPr>
            <a:picLocks noGrp="1" noChangeAspect="1"/>
          </p:cNvPicPr>
          <p:nvPr>
            <p:ph idx="1"/>
          </p:nvPr>
        </p:nvPicPr>
        <p:blipFill>
          <a:blip r:embed="rId2"/>
          <a:stretch>
            <a:fillRect/>
          </a:stretch>
        </p:blipFill>
        <p:spPr>
          <a:xfrm>
            <a:off x="838200" y="1738989"/>
            <a:ext cx="8757732" cy="4991100"/>
          </a:xfrm>
        </p:spPr>
      </p:pic>
    </p:spTree>
    <p:extLst>
      <p:ext uri="{BB962C8B-B14F-4D97-AF65-F5344CB8AC3E}">
        <p14:creationId xmlns:p14="http://schemas.microsoft.com/office/powerpoint/2010/main" val="3428537225"/>
      </p:ext>
    </p:extLst>
  </p:cSld>
  <p:clrMapOvr>
    <a:masterClrMapping/>
  </p:clrMapOvr>
  <p:transition spd="med">
    <p:pull/>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09C20C-3375-A97D-753A-CB94C194E76C}"/>
              </a:ext>
            </a:extLst>
          </p:cNvPr>
          <p:cNvSpPr>
            <a:spLocks noGrp="1"/>
          </p:cNvSpPr>
          <p:nvPr>
            <p:ph type="title"/>
          </p:nvPr>
        </p:nvSpPr>
        <p:spPr/>
        <p:txBody>
          <a:bodyPr/>
          <a:lstStyle/>
          <a:p>
            <a:r>
              <a:rPr lang="en-US" dirty="0"/>
              <a:t>Calculate Chi-Square Value</a:t>
            </a:r>
          </a:p>
        </p:txBody>
      </p:sp>
      <p:graphicFrame>
        <p:nvGraphicFramePr>
          <p:cNvPr id="4" name="Content Placeholder 3">
            <a:extLst>
              <a:ext uri="{FF2B5EF4-FFF2-40B4-BE49-F238E27FC236}">
                <a16:creationId xmlns:a16="http://schemas.microsoft.com/office/drawing/2014/main" id="{9AFCAFD5-CB87-3306-DD2C-48B82124CB56}"/>
              </a:ext>
            </a:extLst>
          </p:cNvPr>
          <p:cNvGraphicFramePr>
            <a:graphicFrameLocks noGrp="1"/>
          </p:cNvGraphicFramePr>
          <p:nvPr>
            <p:ph idx="1"/>
            <p:extLst>
              <p:ext uri="{D42A27DB-BD31-4B8C-83A1-F6EECF244321}">
                <p14:modId xmlns:p14="http://schemas.microsoft.com/office/powerpoint/2010/main" val="3811269519"/>
              </p:ext>
            </p:extLst>
          </p:nvPr>
        </p:nvGraphicFramePr>
        <p:xfrm>
          <a:off x="838200" y="2945876"/>
          <a:ext cx="10515600" cy="2499360"/>
        </p:xfrm>
        <a:graphic>
          <a:graphicData uri="http://schemas.openxmlformats.org/drawingml/2006/table">
            <a:tbl>
              <a:tblPr>
                <a:tableStyleId>{616DA210-FB5B-4158-B5E0-FEB733F419BA}</a:tableStyleId>
              </a:tblPr>
              <a:tblGrid>
                <a:gridCol w="2998694">
                  <a:extLst>
                    <a:ext uri="{9D8B030D-6E8A-4147-A177-3AD203B41FA5}">
                      <a16:colId xmlns:a16="http://schemas.microsoft.com/office/drawing/2014/main" val="2263830175"/>
                    </a:ext>
                  </a:extLst>
                </a:gridCol>
                <a:gridCol w="1685365">
                  <a:extLst>
                    <a:ext uri="{9D8B030D-6E8A-4147-A177-3AD203B41FA5}">
                      <a16:colId xmlns:a16="http://schemas.microsoft.com/office/drawing/2014/main" val="2240089507"/>
                    </a:ext>
                  </a:extLst>
                </a:gridCol>
                <a:gridCol w="1631576">
                  <a:extLst>
                    <a:ext uri="{9D8B030D-6E8A-4147-A177-3AD203B41FA5}">
                      <a16:colId xmlns:a16="http://schemas.microsoft.com/office/drawing/2014/main" val="2053125260"/>
                    </a:ext>
                  </a:extLst>
                </a:gridCol>
                <a:gridCol w="959224">
                  <a:extLst>
                    <a:ext uri="{9D8B030D-6E8A-4147-A177-3AD203B41FA5}">
                      <a16:colId xmlns:a16="http://schemas.microsoft.com/office/drawing/2014/main" val="4244704571"/>
                    </a:ext>
                  </a:extLst>
                </a:gridCol>
                <a:gridCol w="1072446">
                  <a:extLst>
                    <a:ext uri="{9D8B030D-6E8A-4147-A177-3AD203B41FA5}">
                      <a16:colId xmlns:a16="http://schemas.microsoft.com/office/drawing/2014/main" val="563368273"/>
                    </a:ext>
                  </a:extLst>
                </a:gridCol>
                <a:gridCol w="2168295">
                  <a:extLst>
                    <a:ext uri="{9D8B030D-6E8A-4147-A177-3AD203B41FA5}">
                      <a16:colId xmlns:a16="http://schemas.microsoft.com/office/drawing/2014/main" val="365802263"/>
                    </a:ext>
                  </a:extLst>
                </a:gridCol>
              </a:tblGrid>
              <a:tr h="200025">
                <a:tc>
                  <a:txBody>
                    <a:bodyPr/>
                    <a:lstStyle/>
                    <a:p>
                      <a:pPr algn="ctr" rtl="0" fontAlgn="b"/>
                      <a:r>
                        <a:rPr lang="en-US" b="1">
                          <a:effectLst/>
                        </a:rPr>
                        <a:t>Category (Age Group, Product)</a:t>
                      </a:r>
                    </a:p>
                  </a:txBody>
                  <a:tcPr marL="28575" marR="28575" marT="19050" marB="19050" anchor="b">
                    <a:solidFill>
                      <a:schemeClr val="bg1">
                        <a:lumMod val="85000"/>
                      </a:schemeClr>
                    </a:solidFill>
                  </a:tcPr>
                </a:tc>
                <a:tc>
                  <a:txBody>
                    <a:bodyPr/>
                    <a:lstStyle/>
                    <a:p>
                      <a:pPr algn="ctr" rtl="0" fontAlgn="b"/>
                      <a:r>
                        <a:rPr lang="en-US" b="1">
                          <a:effectLst/>
                        </a:rPr>
                        <a:t>Observed (O)</a:t>
                      </a:r>
                    </a:p>
                  </a:txBody>
                  <a:tcPr marL="28575" marR="28575" marT="19050" marB="19050" anchor="b">
                    <a:solidFill>
                      <a:schemeClr val="bg1">
                        <a:lumMod val="85000"/>
                      </a:schemeClr>
                    </a:solidFill>
                  </a:tcPr>
                </a:tc>
                <a:tc>
                  <a:txBody>
                    <a:bodyPr/>
                    <a:lstStyle/>
                    <a:p>
                      <a:pPr algn="ctr" rtl="0" fontAlgn="b"/>
                      <a:r>
                        <a:rPr lang="en-US" b="1" dirty="0">
                          <a:effectLst/>
                        </a:rPr>
                        <a:t>Expected (E)</a:t>
                      </a:r>
                    </a:p>
                  </a:txBody>
                  <a:tcPr marL="28575" marR="28575" marT="19050" marB="19050" anchor="b">
                    <a:solidFill>
                      <a:schemeClr val="bg1">
                        <a:lumMod val="85000"/>
                      </a:schemeClr>
                    </a:solidFill>
                  </a:tcPr>
                </a:tc>
                <a:tc>
                  <a:txBody>
                    <a:bodyPr/>
                    <a:lstStyle/>
                    <a:p>
                      <a:pPr algn="ctr" rtl="0" fontAlgn="b"/>
                      <a:r>
                        <a:rPr lang="en-US" b="1">
                          <a:effectLst/>
                        </a:rPr>
                        <a:t>O−E</a:t>
                      </a:r>
                    </a:p>
                  </a:txBody>
                  <a:tcPr marL="28575" marR="28575" marT="19050" marB="19050" anchor="b">
                    <a:solidFill>
                      <a:schemeClr val="bg1">
                        <a:lumMod val="85000"/>
                      </a:schemeClr>
                    </a:solidFill>
                  </a:tcPr>
                </a:tc>
                <a:tc>
                  <a:txBody>
                    <a:bodyPr/>
                    <a:lstStyle/>
                    <a:p>
                      <a:pPr algn="ctr" rtl="0" fontAlgn="b"/>
                      <a:r>
                        <a:rPr lang="en-US" b="1" dirty="0">
                          <a:effectLst/>
                        </a:rPr>
                        <a:t>(O−E)^2</a:t>
                      </a:r>
                    </a:p>
                  </a:txBody>
                  <a:tcPr marL="28575" marR="28575" marT="19050" marB="19050" anchor="b">
                    <a:solidFill>
                      <a:schemeClr val="bg1">
                        <a:lumMod val="85000"/>
                      </a:schemeClr>
                    </a:solidFill>
                  </a:tcPr>
                </a:tc>
                <a:tc>
                  <a:txBody>
                    <a:bodyPr/>
                    <a:lstStyle/>
                    <a:p>
                      <a:pPr algn="ctr" rtl="0" fontAlgn="b"/>
                      <a:r>
                        <a:rPr lang="en-US" b="1" dirty="0">
                          <a:effectLst/>
                        </a:rPr>
                        <a:t>E(O−E)^2​</a:t>
                      </a:r>
                    </a:p>
                  </a:txBody>
                  <a:tcPr marL="28575" marR="28575" marT="19050" marB="19050" anchor="b">
                    <a:solidFill>
                      <a:schemeClr val="bg1">
                        <a:lumMod val="85000"/>
                      </a:schemeClr>
                    </a:solidFill>
                  </a:tcPr>
                </a:tc>
                <a:extLst>
                  <a:ext uri="{0D108BD9-81ED-4DB2-BD59-A6C34878D82A}">
                    <a16:rowId xmlns:a16="http://schemas.microsoft.com/office/drawing/2014/main" val="4153675104"/>
                  </a:ext>
                </a:extLst>
              </a:tr>
              <a:tr h="200025">
                <a:tc>
                  <a:txBody>
                    <a:bodyPr/>
                    <a:lstStyle/>
                    <a:p>
                      <a:pPr rtl="0" fontAlgn="b"/>
                      <a:r>
                        <a:rPr lang="en-US">
                          <a:effectLst/>
                        </a:rPr>
                        <a:t>Under 30, Product A</a:t>
                      </a:r>
                    </a:p>
                  </a:txBody>
                  <a:tcPr marL="28575" marR="28575" marT="19050" marB="19050" anchor="b"/>
                </a:tc>
                <a:tc>
                  <a:txBody>
                    <a:bodyPr/>
                    <a:lstStyle/>
                    <a:p>
                      <a:pPr algn="ctr" rtl="0" fontAlgn="b"/>
                      <a:r>
                        <a:rPr lang="en-US">
                          <a:effectLst/>
                        </a:rPr>
                        <a:t>30</a:t>
                      </a:r>
                    </a:p>
                  </a:txBody>
                  <a:tcPr marL="28575" marR="28575" marT="19050" marB="19050" anchor="b"/>
                </a:tc>
                <a:tc>
                  <a:txBody>
                    <a:bodyPr/>
                    <a:lstStyle/>
                    <a:p>
                      <a:pPr algn="ctr" rtl="0" fontAlgn="b"/>
                      <a:r>
                        <a:rPr lang="en-US">
                          <a:effectLst/>
                        </a:rPr>
                        <a:t>35</a:t>
                      </a:r>
                    </a:p>
                  </a:txBody>
                  <a:tcPr marL="28575" marR="28575" marT="19050" marB="19050" anchor="b"/>
                </a:tc>
                <a:tc>
                  <a:txBody>
                    <a:bodyPr/>
                    <a:lstStyle/>
                    <a:p>
                      <a:pPr algn="ctr" rtl="0" fontAlgn="b"/>
                      <a:r>
                        <a:rPr lang="en-US">
                          <a:effectLst/>
                        </a:rPr>
                        <a:t>-5</a:t>
                      </a:r>
                    </a:p>
                  </a:txBody>
                  <a:tcPr marL="28575" marR="28575" marT="19050" marB="19050" anchor="b"/>
                </a:tc>
                <a:tc>
                  <a:txBody>
                    <a:bodyPr/>
                    <a:lstStyle/>
                    <a:p>
                      <a:pPr algn="ctr" rtl="0" fontAlgn="b"/>
                      <a:r>
                        <a:rPr lang="en-US">
                          <a:effectLst/>
                        </a:rPr>
                        <a:t>25</a:t>
                      </a:r>
                    </a:p>
                  </a:txBody>
                  <a:tcPr marL="28575" marR="28575" marT="19050" marB="19050" anchor="b"/>
                </a:tc>
                <a:tc>
                  <a:txBody>
                    <a:bodyPr/>
                    <a:lstStyle/>
                    <a:p>
                      <a:pPr algn="ctr" rtl="0" fontAlgn="b"/>
                      <a:r>
                        <a:rPr lang="en-US" dirty="0">
                          <a:effectLst/>
                        </a:rPr>
                        <a:t>25/35≈0.714</a:t>
                      </a:r>
                    </a:p>
                  </a:txBody>
                  <a:tcPr marL="28575" marR="28575" marT="19050" marB="19050" anchor="b"/>
                </a:tc>
                <a:extLst>
                  <a:ext uri="{0D108BD9-81ED-4DB2-BD59-A6C34878D82A}">
                    <a16:rowId xmlns:a16="http://schemas.microsoft.com/office/drawing/2014/main" val="4187562116"/>
                  </a:ext>
                </a:extLst>
              </a:tr>
              <a:tr h="200025">
                <a:tc>
                  <a:txBody>
                    <a:bodyPr/>
                    <a:lstStyle/>
                    <a:p>
                      <a:pPr rtl="0" fontAlgn="b"/>
                      <a:r>
                        <a:rPr lang="en-US">
                          <a:effectLst/>
                        </a:rPr>
                        <a:t>Under 30, Product B</a:t>
                      </a:r>
                    </a:p>
                  </a:txBody>
                  <a:tcPr marL="28575" marR="28575" marT="19050" marB="19050" anchor="b"/>
                </a:tc>
                <a:tc>
                  <a:txBody>
                    <a:bodyPr/>
                    <a:lstStyle/>
                    <a:p>
                      <a:pPr algn="ctr" rtl="0" fontAlgn="b"/>
                      <a:r>
                        <a:rPr lang="en-US">
                          <a:effectLst/>
                        </a:rPr>
                        <a:t>40</a:t>
                      </a:r>
                    </a:p>
                  </a:txBody>
                  <a:tcPr marL="28575" marR="28575" marT="19050" marB="19050" anchor="b"/>
                </a:tc>
                <a:tc>
                  <a:txBody>
                    <a:bodyPr/>
                    <a:lstStyle/>
                    <a:p>
                      <a:pPr algn="ctr" rtl="0" fontAlgn="b"/>
                      <a:r>
                        <a:rPr lang="en-US">
                          <a:effectLst/>
                        </a:rPr>
                        <a:t>35</a:t>
                      </a:r>
                    </a:p>
                  </a:txBody>
                  <a:tcPr marL="28575" marR="28575" marT="19050" marB="19050" anchor="b"/>
                </a:tc>
                <a:tc>
                  <a:txBody>
                    <a:bodyPr/>
                    <a:lstStyle/>
                    <a:p>
                      <a:pPr algn="ctr" rtl="0" fontAlgn="b"/>
                      <a:r>
                        <a:rPr lang="en-US">
                          <a:effectLst/>
                        </a:rPr>
                        <a:t>5</a:t>
                      </a:r>
                    </a:p>
                  </a:txBody>
                  <a:tcPr marL="28575" marR="28575" marT="19050" marB="19050" anchor="b"/>
                </a:tc>
                <a:tc>
                  <a:txBody>
                    <a:bodyPr/>
                    <a:lstStyle/>
                    <a:p>
                      <a:pPr algn="ctr" rtl="0" fontAlgn="b"/>
                      <a:r>
                        <a:rPr lang="en-US">
                          <a:effectLst/>
                        </a:rPr>
                        <a:t>25</a:t>
                      </a:r>
                    </a:p>
                  </a:txBody>
                  <a:tcPr marL="28575" marR="28575" marT="19050" marB="19050" anchor="b"/>
                </a:tc>
                <a:tc>
                  <a:txBody>
                    <a:bodyPr/>
                    <a:lstStyle/>
                    <a:p>
                      <a:pPr algn="ctr" rtl="0" fontAlgn="b"/>
                      <a:r>
                        <a:rPr lang="en-US" dirty="0">
                          <a:effectLst/>
                        </a:rPr>
                        <a:t>25/35≈0.714</a:t>
                      </a:r>
                    </a:p>
                  </a:txBody>
                  <a:tcPr marL="28575" marR="28575" marT="19050" marB="19050" anchor="b"/>
                </a:tc>
                <a:extLst>
                  <a:ext uri="{0D108BD9-81ED-4DB2-BD59-A6C34878D82A}">
                    <a16:rowId xmlns:a16="http://schemas.microsoft.com/office/drawing/2014/main" val="3487341867"/>
                  </a:ext>
                </a:extLst>
              </a:tr>
              <a:tr h="200025">
                <a:tc>
                  <a:txBody>
                    <a:bodyPr/>
                    <a:lstStyle/>
                    <a:p>
                      <a:pPr rtl="0" fontAlgn="b"/>
                      <a:r>
                        <a:rPr lang="en-US" dirty="0">
                          <a:effectLst/>
                        </a:rPr>
                        <a:t>30 to 50, Product A</a:t>
                      </a:r>
                    </a:p>
                  </a:txBody>
                  <a:tcPr marL="28575" marR="28575" marT="19050" marB="19050" anchor="b"/>
                </a:tc>
                <a:tc>
                  <a:txBody>
                    <a:bodyPr/>
                    <a:lstStyle/>
                    <a:p>
                      <a:pPr algn="ctr" rtl="0" fontAlgn="b"/>
                      <a:r>
                        <a:rPr lang="en-US">
                          <a:effectLst/>
                        </a:rPr>
                        <a:t>50</a:t>
                      </a:r>
                    </a:p>
                  </a:txBody>
                  <a:tcPr marL="28575" marR="28575" marT="19050" marB="19050" anchor="b"/>
                </a:tc>
                <a:tc>
                  <a:txBody>
                    <a:bodyPr/>
                    <a:lstStyle/>
                    <a:p>
                      <a:pPr algn="ctr" rtl="0" fontAlgn="b"/>
                      <a:r>
                        <a:rPr lang="en-US">
                          <a:effectLst/>
                        </a:rPr>
                        <a:t>40</a:t>
                      </a:r>
                    </a:p>
                  </a:txBody>
                  <a:tcPr marL="28575" marR="28575" marT="19050" marB="19050" anchor="b"/>
                </a:tc>
                <a:tc>
                  <a:txBody>
                    <a:bodyPr/>
                    <a:lstStyle/>
                    <a:p>
                      <a:pPr algn="ctr" rtl="0" fontAlgn="b"/>
                      <a:r>
                        <a:rPr lang="en-US">
                          <a:effectLst/>
                        </a:rPr>
                        <a:t>10</a:t>
                      </a:r>
                    </a:p>
                  </a:txBody>
                  <a:tcPr marL="28575" marR="28575" marT="19050" marB="19050" anchor="b"/>
                </a:tc>
                <a:tc>
                  <a:txBody>
                    <a:bodyPr/>
                    <a:lstStyle/>
                    <a:p>
                      <a:pPr algn="ctr" rtl="0" fontAlgn="b"/>
                      <a:r>
                        <a:rPr lang="en-US">
                          <a:effectLst/>
                        </a:rPr>
                        <a:t>100</a:t>
                      </a:r>
                    </a:p>
                  </a:txBody>
                  <a:tcPr marL="28575" marR="28575" marT="19050" marB="19050" anchor="b"/>
                </a:tc>
                <a:tc>
                  <a:txBody>
                    <a:bodyPr/>
                    <a:lstStyle/>
                    <a:p>
                      <a:pPr algn="ctr" rtl="0" fontAlgn="b"/>
                      <a:r>
                        <a:rPr lang="en-US" dirty="0">
                          <a:effectLst/>
                        </a:rPr>
                        <a:t>100/40=2.500</a:t>
                      </a:r>
                    </a:p>
                  </a:txBody>
                  <a:tcPr marL="28575" marR="28575" marT="19050" marB="19050" anchor="b"/>
                </a:tc>
                <a:extLst>
                  <a:ext uri="{0D108BD9-81ED-4DB2-BD59-A6C34878D82A}">
                    <a16:rowId xmlns:a16="http://schemas.microsoft.com/office/drawing/2014/main" val="1665583477"/>
                  </a:ext>
                </a:extLst>
              </a:tr>
              <a:tr h="200025">
                <a:tc>
                  <a:txBody>
                    <a:bodyPr/>
                    <a:lstStyle/>
                    <a:p>
                      <a:pPr rtl="0" fontAlgn="b"/>
                      <a:r>
                        <a:rPr lang="en-US">
                          <a:effectLst/>
                        </a:rPr>
                        <a:t>30 to 50, Product B</a:t>
                      </a:r>
                    </a:p>
                  </a:txBody>
                  <a:tcPr marL="28575" marR="28575" marT="19050" marB="19050" anchor="b"/>
                </a:tc>
                <a:tc>
                  <a:txBody>
                    <a:bodyPr/>
                    <a:lstStyle/>
                    <a:p>
                      <a:pPr algn="ctr" rtl="0" fontAlgn="b"/>
                      <a:r>
                        <a:rPr lang="en-US">
                          <a:effectLst/>
                        </a:rPr>
                        <a:t>30</a:t>
                      </a:r>
                    </a:p>
                  </a:txBody>
                  <a:tcPr marL="28575" marR="28575" marT="19050" marB="19050" anchor="b"/>
                </a:tc>
                <a:tc>
                  <a:txBody>
                    <a:bodyPr/>
                    <a:lstStyle/>
                    <a:p>
                      <a:pPr algn="ctr" rtl="0" fontAlgn="b"/>
                      <a:r>
                        <a:rPr lang="en-US">
                          <a:effectLst/>
                        </a:rPr>
                        <a:t>40</a:t>
                      </a:r>
                    </a:p>
                  </a:txBody>
                  <a:tcPr marL="28575" marR="28575" marT="19050" marB="19050" anchor="b"/>
                </a:tc>
                <a:tc>
                  <a:txBody>
                    <a:bodyPr/>
                    <a:lstStyle/>
                    <a:p>
                      <a:pPr algn="ctr" rtl="0" fontAlgn="b"/>
                      <a:r>
                        <a:rPr lang="en-US">
                          <a:effectLst/>
                        </a:rPr>
                        <a:t>-10</a:t>
                      </a:r>
                    </a:p>
                  </a:txBody>
                  <a:tcPr marL="28575" marR="28575" marT="19050" marB="19050" anchor="b"/>
                </a:tc>
                <a:tc>
                  <a:txBody>
                    <a:bodyPr/>
                    <a:lstStyle/>
                    <a:p>
                      <a:pPr algn="ctr" rtl="0" fontAlgn="b"/>
                      <a:r>
                        <a:rPr lang="en-US">
                          <a:effectLst/>
                        </a:rPr>
                        <a:t>100</a:t>
                      </a:r>
                    </a:p>
                  </a:txBody>
                  <a:tcPr marL="28575" marR="28575" marT="19050" marB="19050" anchor="b"/>
                </a:tc>
                <a:tc>
                  <a:txBody>
                    <a:bodyPr/>
                    <a:lstStyle/>
                    <a:p>
                      <a:pPr algn="ctr" rtl="0" fontAlgn="b"/>
                      <a:r>
                        <a:rPr lang="en-US" dirty="0">
                          <a:effectLst/>
                        </a:rPr>
                        <a:t>100/40=2.500</a:t>
                      </a:r>
                    </a:p>
                  </a:txBody>
                  <a:tcPr marL="28575" marR="28575" marT="19050" marB="19050" anchor="b"/>
                </a:tc>
                <a:extLst>
                  <a:ext uri="{0D108BD9-81ED-4DB2-BD59-A6C34878D82A}">
                    <a16:rowId xmlns:a16="http://schemas.microsoft.com/office/drawing/2014/main" val="2048286787"/>
                  </a:ext>
                </a:extLst>
              </a:tr>
              <a:tr h="200025">
                <a:tc>
                  <a:txBody>
                    <a:bodyPr/>
                    <a:lstStyle/>
                    <a:p>
                      <a:pPr rtl="0" fontAlgn="b"/>
                      <a:r>
                        <a:rPr lang="en-US">
                          <a:effectLst/>
                        </a:rPr>
                        <a:t>Over 50, Product A</a:t>
                      </a:r>
                    </a:p>
                  </a:txBody>
                  <a:tcPr marL="28575" marR="28575" marT="19050" marB="19050" anchor="b"/>
                </a:tc>
                <a:tc>
                  <a:txBody>
                    <a:bodyPr/>
                    <a:lstStyle/>
                    <a:p>
                      <a:pPr algn="ctr" rtl="0" fontAlgn="b"/>
                      <a:r>
                        <a:rPr lang="en-US">
                          <a:effectLst/>
                        </a:rPr>
                        <a:t>20</a:t>
                      </a:r>
                    </a:p>
                  </a:txBody>
                  <a:tcPr marL="28575" marR="28575" marT="19050" marB="19050" anchor="b"/>
                </a:tc>
                <a:tc>
                  <a:txBody>
                    <a:bodyPr/>
                    <a:lstStyle/>
                    <a:p>
                      <a:pPr algn="ctr" rtl="0" fontAlgn="b"/>
                      <a:r>
                        <a:rPr lang="en-US">
                          <a:effectLst/>
                        </a:rPr>
                        <a:t>25</a:t>
                      </a:r>
                    </a:p>
                  </a:txBody>
                  <a:tcPr marL="28575" marR="28575" marT="19050" marB="19050" anchor="b"/>
                </a:tc>
                <a:tc>
                  <a:txBody>
                    <a:bodyPr/>
                    <a:lstStyle/>
                    <a:p>
                      <a:pPr algn="ctr" rtl="0" fontAlgn="b"/>
                      <a:r>
                        <a:rPr lang="en-US">
                          <a:effectLst/>
                        </a:rPr>
                        <a:t>-5</a:t>
                      </a:r>
                    </a:p>
                  </a:txBody>
                  <a:tcPr marL="28575" marR="28575" marT="19050" marB="19050" anchor="b"/>
                </a:tc>
                <a:tc>
                  <a:txBody>
                    <a:bodyPr/>
                    <a:lstStyle/>
                    <a:p>
                      <a:pPr algn="ctr" rtl="0" fontAlgn="b"/>
                      <a:r>
                        <a:rPr lang="en-US">
                          <a:effectLst/>
                        </a:rPr>
                        <a:t>25</a:t>
                      </a:r>
                    </a:p>
                  </a:txBody>
                  <a:tcPr marL="28575" marR="28575" marT="19050" marB="19050" anchor="b"/>
                </a:tc>
                <a:tc>
                  <a:txBody>
                    <a:bodyPr/>
                    <a:lstStyle/>
                    <a:p>
                      <a:pPr algn="ctr" rtl="0" fontAlgn="b"/>
                      <a:r>
                        <a:rPr lang="en-US" dirty="0">
                          <a:effectLst/>
                        </a:rPr>
                        <a:t>25/25=1.000</a:t>
                      </a:r>
                    </a:p>
                  </a:txBody>
                  <a:tcPr marL="28575" marR="28575" marT="19050" marB="19050" anchor="b"/>
                </a:tc>
                <a:extLst>
                  <a:ext uri="{0D108BD9-81ED-4DB2-BD59-A6C34878D82A}">
                    <a16:rowId xmlns:a16="http://schemas.microsoft.com/office/drawing/2014/main" val="1337756957"/>
                  </a:ext>
                </a:extLst>
              </a:tr>
              <a:tr h="200025">
                <a:tc>
                  <a:txBody>
                    <a:bodyPr/>
                    <a:lstStyle/>
                    <a:p>
                      <a:pPr rtl="0" fontAlgn="b"/>
                      <a:r>
                        <a:rPr lang="en-US">
                          <a:effectLst/>
                        </a:rPr>
                        <a:t>Over 50, Product B</a:t>
                      </a:r>
                    </a:p>
                  </a:txBody>
                  <a:tcPr marL="28575" marR="28575" marT="19050" marB="19050" anchor="b"/>
                </a:tc>
                <a:tc>
                  <a:txBody>
                    <a:bodyPr/>
                    <a:lstStyle/>
                    <a:p>
                      <a:pPr algn="ctr" rtl="0" fontAlgn="b"/>
                      <a:r>
                        <a:rPr lang="en-US">
                          <a:effectLst/>
                        </a:rPr>
                        <a:t>30</a:t>
                      </a:r>
                    </a:p>
                  </a:txBody>
                  <a:tcPr marL="28575" marR="28575" marT="19050" marB="19050" anchor="b"/>
                </a:tc>
                <a:tc>
                  <a:txBody>
                    <a:bodyPr/>
                    <a:lstStyle/>
                    <a:p>
                      <a:pPr algn="ctr" rtl="0" fontAlgn="b"/>
                      <a:r>
                        <a:rPr lang="en-US">
                          <a:effectLst/>
                        </a:rPr>
                        <a:t>25</a:t>
                      </a:r>
                    </a:p>
                  </a:txBody>
                  <a:tcPr marL="28575" marR="28575" marT="19050" marB="19050" anchor="b"/>
                </a:tc>
                <a:tc>
                  <a:txBody>
                    <a:bodyPr/>
                    <a:lstStyle/>
                    <a:p>
                      <a:pPr algn="ctr" rtl="0" fontAlgn="b"/>
                      <a:r>
                        <a:rPr lang="en-US">
                          <a:effectLst/>
                        </a:rPr>
                        <a:t>5</a:t>
                      </a:r>
                    </a:p>
                  </a:txBody>
                  <a:tcPr marL="28575" marR="28575" marT="19050" marB="19050" anchor="b"/>
                </a:tc>
                <a:tc>
                  <a:txBody>
                    <a:bodyPr/>
                    <a:lstStyle/>
                    <a:p>
                      <a:pPr algn="ctr" rtl="0" fontAlgn="b"/>
                      <a:r>
                        <a:rPr lang="en-US">
                          <a:effectLst/>
                        </a:rPr>
                        <a:t>25</a:t>
                      </a:r>
                    </a:p>
                  </a:txBody>
                  <a:tcPr marL="28575" marR="28575" marT="19050" marB="19050" anchor="b"/>
                </a:tc>
                <a:tc>
                  <a:txBody>
                    <a:bodyPr/>
                    <a:lstStyle/>
                    <a:p>
                      <a:pPr algn="ctr" rtl="0" fontAlgn="b"/>
                      <a:r>
                        <a:rPr lang="en-US" dirty="0">
                          <a:effectLst/>
                        </a:rPr>
                        <a:t>25/25=1.000</a:t>
                      </a:r>
                    </a:p>
                  </a:txBody>
                  <a:tcPr marL="28575" marR="28575" marT="19050" marB="19050" anchor="b"/>
                </a:tc>
                <a:extLst>
                  <a:ext uri="{0D108BD9-81ED-4DB2-BD59-A6C34878D82A}">
                    <a16:rowId xmlns:a16="http://schemas.microsoft.com/office/drawing/2014/main" val="1954380751"/>
                  </a:ext>
                </a:extLst>
              </a:tr>
              <a:tr h="200025">
                <a:tc>
                  <a:txBody>
                    <a:bodyPr/>
                    <a:lstStyle/>
                    <a:p>
                      <a:pPr algn="ctr" rtl="0" fontAlgn="b"/>
                      <a:r>
                        <a:rPr lang="en-US" dirty="0">
                          <a:effectLst/>
                        </a:rPr>
                        <a:t>Total</a:t>
                      </a:r>
                    </a:p>
                  </a:txBody>
                  <a:tcPr marL="28575" marR="28575" marT="19050" marB="19050" anchor="b"/>
                </a:tc>
                <a:tc>
                  <a:txBody>
                    <a:bodyPr/>
                    <a:lstStyle/>
                    <a:p>
                      <a:pPr algn="ctr" rtl="0" fontAlgn="b"/>
                      <a:r>
                        <a:rPr lang="en-US">
                          <a:effectLst/>
                        </a:rPr>
                        <a:t>200</a:t>
                      </a:r>
                    </a:p>
                  </a:txBody>
                  <a:tcPr marL="28575" marR="28575" marT="19050" marB="19050" anchor="b"/>
                </a:tc>
                <a:tc>
                  <a:txBody>
                    <a:bodyPr/>
                    <a:lstStyle/>
                    <a:p>
                      <a:pPr algn="ctr" rtl="0" fontAlgn="b"/>
                      <a:r>
                        <a:rPr lang="en-US">
                          <a:effectLst/>
                        </a:rPr>
                        <a:t>200</a:t>
                      </a:r>
                    </a:p>
                  </a:txBody>
                  <a:tcPr marL="28575" marR="28575" marT="19050" marB="19050" anchor="b"/>
                </a:tc>
                <a:tc>
                  <a:txBody>
                    <a:bodyPr/>
                    <a:lstStyle/>
                    <a:p>
                      <a:pPr algn="ctr" rtl="0" fontAlgn="b"/>
                      <a:endParaRPr lang="en-US">
                        <a:effectLst/>
                      </a:endParaRPr>
                    </a:p>
                  </a:txBody>
                  <a:tcPr marL="28575" marR="28575" marT="19050" marB="19050" anchor="b"/>
                </a:tc>
                <a:tc>
                  <a:txBody>
                    <a:bodyPr/>
                    <a:lstStyle/>
                    <a:p>
                      <a:pPr algn="ctr" rtl="0" fontAlgn="b"/>
                      <a:endParaRPr lang="en-US">
                        <a:effectLst/>
                      </a:endParaRPr>
                    </a:p>
                  </a:txBody>
                  <a:tcPr marL="28575" marR="28575" marT="19050" marB="19050" anchor="b"/>
                </a:tc>
                <a:tc>
                  <a:txBody>
                    <a:bodyPr/>
                    <a:lstStyle/>
                    <a:p>
                      <a:pPr algn="ctr" rtl="0" fontAlgn="b"/>
                      <a:r>
                        <a:rPr lang="el-GR" dirty="0">
                          <a:effectLst/>
                        </a:rPr>
                        <a:t>χ2≈8.428</a:t>
                      </a:r>
                    </a:p>
                  </a:txBody>
                  <a:tcPr marL="28575" marR="28575" marT="19050" marB="19050" anchor="b"/>
                </a:tc>
                <a:extLst>
                  <a:ext uri="{0D108BD9-81ED-4DB2-BD59-A6C34878D82A}">
                    <a16:rowId xmlns:a16="http://schemas.microsoft.com/office/drawing/2014/main" val="445129947"/>
                  </a:ext>
                </a:extLst>
              </a:tr>
            </a:tbl>
          </a:graphicData>
        </a:graphic>
      </p:graphicFrame>
      <p:pic>
        <p:nvPicPr>
          <p:cNvPr id="6" name="Picture 5">
            <a:extLst>
              <a:ext uri="{FF2B5EF4-FFF2-40B4-BE49-F238E27FC236}">
                <a16:creationId xmlns:a16="http://schemas.microsoft.com/office/drawing/2014/main" id="{1D0DB4D0-89DB-90EA-1172-A91873E8972E}"/>
              </a:ext>
            </a:extLst>
          </p:cNvPr>
          <p:cNvPicPr>
            <a:picLocks noChangeAspect="1"/>
          </p:cNvPicPr>
          <p:nvPr/>
        </p:nvPicPr>
        <p:blipFill>
          <a:blip r:embed="rId2"/>
          <a:stretch>
            <a:fillRect/>
          </a:stretch>
        </p:blipFill>
        <p:spPr>
          <a:xfrm>
            <a:off x="838200" y="1925126"/>
            <a:ext cx="1971950" cy="600159"/>
          </a:xfrm>
          <a:prstGeom prst="rect">
            <a:avLst/>
          </a:prstGeom>
        </p:spPr>
      </p:pic>
    </p:spTree>
    <p:extLst>
      <p:ext uri="{BB962C8B-B14F-4D97-AF65-F5344CB8AC3E}">
        <p14:creationId xmlns:p14="http://schemas.microsoft.com/office/powerpoint/2010/main" val="398412206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C5A6E7-0C94-9038-3926-0C24D74E1EF2}"/>
              </a:ext>
            </a:extLst>
          </p:cNvPr>
          <p:cNvSpPr>
            <a:spLocks noGrp="1"/>
          </p:cNvSpPr>
          <p:nvPr>
            <p:ph type="title"/>
          </p:nvPr>
        </p:nvSpPr>
        <p:spPr/>
        <p:txBody>
          <a:bodyPr/>
          <a:lstStyle/>
          <a:p>
            <a:r>
              <a:rPr lang="en-US" dirty="0"/>
              <a:t>Steps to Solve in Excel</a:t>
            </a:r>
          </a:p>
        </p:txBody>
      </p:sp>
      <p:pic>
        <p:nvPicPr>
          <p:cNvPr id="6" name="Content Placeholder 5">
            <a:extLst>
              <a:ext uri="{FF2B5EF4-FFF2-40B4-BE49-F238E27FC236}">
                <a16:creationId xmlns:a16="http://schemas.microsoft.com/office/drawing/2014/main" id="{2D52F2B0-8113-5FAF-ABBE-D56C43E5B9F5}"/>
              </a:ext>
            </a:extLst>
          </p:cNvPr>
          <p:cNvPicPr>
            <a:picLocks noGrp="1" noChangeAspect="1"/>
          </p:cNvPicPr>
          <p:nvPr>
            <p:ph idx="1"/>
          </p:nvPr>
        </p:nvPicPr>
        <p:blipFill>
          <a:blip r:embed="rId2"/>
          <a:stretch>
            <a:fillRect/>
          </a:stretch>
        </p:blipFill>
        <p:spPr>
          <a:xfrm>
            <a:off x="838200" y="1767489"/>
            <a:ext cx="10515600" cy="4104005"/>
          </a:xfrm>
        </p:spPr>
      </p:pic>
      <p:sp>
        <p:nvSpPr>
          <p:cNvPr id="4" name="TextBox 3">
            <a:extLst>
              <a:ext uri="{FF2B5EF4-FFF2-40B4-BE49-F238E27FC236}">
                <a16:creationId xmlns:a16="http://schemas.microsoft.com/office/drawing/2014/main" id="{8A877195-A139-1A5C-F335-35D81604F846}"/>
              </a:ext>
            </a:extLst>
          </p:cNvPr>
          <p:cNvSpPr txBox="1"/>
          <p:nvPr/>
        </p:nvSpPr>
        <p:spPr>
          <a:xfrm>
            <a:off x="838200" y="5657671"/>
            <a:ext cx="10515600" cy="1200329"/>
          </a:xfrm>
          <a:prstGeom prst="rect">
            <a:avLst/>
          </a:prstGeom>
          <a:noFill/>
        </p:spPr>
        <p:txBody>
          <a:bodyPr wrap="square">
            <a:spAutoFit/>
          </a:bodyPr>
          <a:lstStyle/>
          <a:p>
            <a:r>
              <a:rPr lang="en-US" b="1" dirty="0"/>
              <a:t>Interpretation</a:t>
            </a:r>
          </a:p>
          <a:p>
            <a:r>
              <a:rPr lang="en-US" dirty="0"/>
              <a:t>After calculating the Chi-Square statistic and comparing it with the critical value from a Chi-Square distribution table (or using p-value), you can conclude whether there is a statistically significant association between age group and product preference.</a:t>
            </a:r>
          </a:p>
        </p:txBody>
      </p:sp>
    </p:spTree>
    <p:extLst>
      <p:ext uri="{BB962C8B-B14F-4D97-AF65-F5344CB8AC3E}">
        <p14:creationId xmlns:p14="http://schemas.microsoft.com/office/powerpoint/2010/main" val="1882053480"/>
      </p:ext>
    </p:extLst>
  </p:cSld>
  <p:clrMapOvr>
    <a:masterClrMapping/>
  </p:clrMapOvr>
  <p:transition spd="med">
    <p:pull/>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14D3388-9637-C201-21C4-6668D7194B7A}"/>
              </a:ext>
            </a:extLst>
          </p:cNvPr>
          <p:cNvSpPr>
            <a:spLocks noGrp="1"/>
          </p:cNvSpPr>
          <p:nvPr>
            <p:ph type="ctrTitle"/>
          </p:nvPr>
        </p:nvSpPr>
        <p:spPr/>
        <p:txBody>
          <a:bodyPr>
            <a:normAutofit/>
          </a:bodyPr>
          <a:lstStyle/>
          <a:p>
            <a:r>
              <a:rPr lang="en-US" sz="3600" dirty="0"/>
              <a:t>Hypothesis Testing for More than Two Populations Means</a:t>
            </a:r>
          </a:p>
        </p:txBody>
      </p:sp>
      <p:sp>
        <p:nvSpPr>
          <p:cNvPr id="5" name="Subtitle 4">
            <a:extLst>
              <a:ext uri="{FF2B5EF4-FFF2-40B4-BE49-F238E27FC236}">
                <a16:creationId xmlns:a16="http://schemas.microsoft.com/office/drawing/2014/main" id="{9B787316-1F56-3550-8870-1878E64917AD}"/>
              </a:ext>
            </a:extLst>
          </p:cNvPr>
          <p:cNvSpPr>
            <a:spLocks noGrp="1"/>
          </p:cNvSpPr>
          <p:nvPr>
            <p:ph type="subTitle" idx="1"/>
          </p:nvPr>
        </p:nvSpPr>
        <p:spPr/>
        <p:txBody>
          <a:bodyPr>
            <a:normAutofit/>
          </a:bodyPr>
          <a:lstStyle/>
          <a:p>
            <a:r>
              <a:rPr lang="en-US" sz="4000" dirty="0"/>
              <a:t>One Way ANOVA</a:t>
            </a:r>
          </a:p>
        </p:txBody>
      </p:sp>
    </p:spTree>
    <p:extLst>
      <p:ext uri="{BB962C8B-B14F-4D97-AF65-F5344CB8AC3E}">
        <p14:creationId xmlns:p14="http://schemas.microsoft.com/office/powerpoint/2010/main" val="1461426122"/>
      </p:ext>
    </p:extLst>
  </p:cSld>
  <p:clrMapOvr>
    <a:masterClrMapping/>
  </p:clrMapOvr>
  <p:transition spd="med">
    <p:pull/>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1B4821-12CC-C73F-FEEF-457E351A61EF}"/>
              </a:ext>
            </a:extLst>
          </p:cNvPr>
          <p:cNvSpPr>
            <a:spLocks noGrp="1"/>
          </p:cNvSpPr>
          <p:nvPr>
            <p:ph type="title"/>
          </p:nvPr>
        </p:nvSpPr>
        <p:spPr/>
        <p:txBody>
          <a:bodyPr>
            <a:normAutofit/>
          </a:bodyPr>
          <a:lstStyle/>
          <a:p>
            <a:r>
              <a:rPr lang="en-US" dirty="0"/>
              <a:t>Introduction to One-Way ANOVA</a:t>
            </a:r>
          </a:p>
        </p:txBody>
      </p:sp>
      <p:sp>
        <p:nvSpPr>
          <p:cNvPr id="3" name="Content Placeholder 2">
            <a:extLst>
              <a:ext uri="{FF2B5EF4-FFF2-40B4-BE49-F238E27FC236}">
                <a16:creationId xmlns:a16="http://schemas.microsoft.com/office/drawing/2014/main" id="{DDB8F6FE-FF12-0BA5-D224-71F068E4DF88}"/>
              </a:ext>
            </a:extLst>
          </p:cNvPr>
          <p:cNvSpPr>
            <a:spLocks noGrp="1"/>
          </p:cNvSpPr>
          <p:nvPr>
            <p:ph idx="1"/>
          </p:nvPr>
        </p:nvSpPr>
        <p:spPr/>
        <p:txBody>
          <a:bodyPr>
            <a:normAutofit/>
          </a:bodyPr>
          <a:lstStyle/>
          <a:p>
            <a:r>
              <a:rPr lang="en-US" sz="2000" b="1" dirty="0"/>
              <a:t>Definition: </a:t>
            </a:r>
            <a:r>
              <a:rPr lang="en-US" sz="2000" dirty="0"/>
              <a:t>One-Way ANOVA is a statistical test that compares the means of three or more independent groups to determine if at least one group mean is statistically different from the others.</a:t>
            </a:r>
          </a:p>
          <a:p>
            <a:r>
              <a:rPr lang="en-US" sz="2000" b="1" dirty="0"/>
              <a:t>Purpose:</a:t>
            </a:r>
            <a:r>
              <a:rPr lang="en-US" sz="2000" dirty="0"/>
              <a:t> To test for significant differences between the means of multiple groups when you have one categorical independent variable and one continuous dependent variable.</a:t>
            </a:r>
          </a:p>
          <a:p>
            <a:r>
              <a:rPr lang="en-US" sz="2000" dirty="0"/>
              <a:t>Appropriate Use Cases:</a:t>
            </a:r>
          </a:p>
          <a:p>
            <a:pPr lvl="1"/>
            <a:r>
              <a:rPr lang="en-US" sz="1800" dirty="0"/>
              <a:t>Comparing customer satisfaction levels across different store locations.</a:t>
            </a:r>
          </a:p>
          <a:p>
            <a:pPr lvl="1"/>
            <a:r>
              <a:rPr lang="en-US" sz="1800" dirty="0"/>
              <a:t>Examining student performance across different teaching methods.</a:t>
            </a:r>
          </a:p>
          <a:p>
            <a:r>
              <a:rPr lang="en-US" sz="2000" dirty="0"/>
              <a:t>Key Advantage:</a:t>
            </a:r>
          </a:p>
          <a:p>
            <a:pPr lvl="1"/>
            <a:r>
              <a:rPr lang="en-US" sz="1800" dirty="0"/>
              <a:t>Allows simultaneous comparison of more than two groups, providing a broader analysis than t-tests.</a:t>
            </a:r>
          </a:p>
        </p:txBody>
      </p:sp>
    </p:spTree>
    <p:extLst>
      <p:ext uri="{BB962C8B-B14F-4D97-AF65-F5344CB8AC3E}">
        <p14:creationId xmlns:p14="http://schemas.microsoft.com/office/powerpoint/2010/main" val="1554491934"/>
      </p:ext>
    </p:extLst>
  </p:cSld>
  <p:clrMapOvr>
    <a:masterClrMapping/>
  </p:clrMapOvr>
  <p:transition spd="med">
    <p:pull/>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61647B-E544-3B78-0934-79C5D76169F0}"/>
              </a:ext>
            </a:extLst>
          </p:cNvPr>
          <p:cNvSpPr>
            <a:spLocks noGrp="1"/>
          </p:cNvSpPr>
          <p:nvPr>
            <p:ph type="title"/>
          </p:nvPr>
        </p:nvSpPr>
        <p:spPr/>
        <p:txBody>
          <a:bodyPr/>
          <a:lstStyle/>
          <a:p>
            <a:r>
              <a:rPr lang="en-US" dirty="0"/>
              <a:t>One Way ANOVA</a:t>
            </a:r>
          </a:p>
        </p:txBody>
      </p:sp>
      <p:sp>
        <p:nvSpPr>
          <p:cNvPr id="3" name="Content Placeholder 2">
            <a:extLst>
              <a:ext uri="{FF2B5EF4-FFF2-40B4-BE49-F238E27FC236}">
                <a16:creationId xmlns:a16="http://schemas.microsoft.com/office/drawing/2014/main" id="{5132636A-6168-1E5E-CC52-8E5CAA70E411}"/>
              </a:ext>
            </a:extLst>
          </p:cNvPr>
          <p:cNvSpPr>
            <a:spLocks noGrp="1"/>
          </p:cNvSpPr>
          <p:nvPr>
            <p:ph idx="1"/>
          </p:nvPr>
        </p:nvSpPr>
        <p:spPr>
          <a:xfrm>
            <a:off x="838200" y="1706007"/>
            <a:ext cx="10515600" cy="5006078"/>
          </a:xfrm>
        </p:spPr>
        <p:txBody>
          <a:bodyPr>
            <a:normAutofit lnSpcReduction="10000"/>
          </a:bodyPr>
          <a:lstStyle/>
          <a:p>
            <a:pPr marL="0" indent="0">
              <a:buNone/>
            </a:pPr>
            <a:r>
              <a:rPr lang="en-US" sz="2000" dirty="0"/>
              <a:t>Hypothesis in One-Way ANOVA:</a:t>
            </a:r>
          </a:p>
          <a:p>
            <a:r>
              <a:rPr lang="en-US" sz="2000" dirty="0"/>
              <a:t>Null Hypothesis (H0): All group means are equal.</a:t>
            </a:r>
          </a:p>
          <a:p>
            <a:r>
              <a:rPr lang="en-US" sz="2000" dirty="0"/>
              <a:t>Alternative Hypothesis (H1): At least one group mean is different from the others.</a:t>
            </a:r>
          </a:p>
          <a:p>
            <a:pPr marL="0" indent="0">
              <a:buNone/>
            </a:pPr>
            <a:r>
              <a:rPr lang="en-US" sz="2000" dirty="0"/>
              <a:t>How to Calculate?</a:t>
            </a:r>
          </a:p>
          <a:p>
            <a:pPr marL="457200" indent="-457200">
              <a:buFont typeface="+mj-lt"/>
              <a:buAutoNum type="arabicPeriod"/>
            </a:pPr>
            <a:r>
              <a:rPr lang="en-US" sz="2000" dirty="0"/>
              <a:t>Calculate Group Means and Overall Mean</a:t>
            </a:r>
          </a:p>
          <a:p>
            <a:pPr marL="457200" indent="-457200">
              <a:buFont typeface="+mj-lt"/>
              <a:buAutoNum type="arabicPeriod"/>
            </a:pPr>
            <a:r>
              <a:rPr lang="en-US" sz="2000" dirty="0"/>
              <a:t>Compute Sum of Squares:</a:t>
            </a:r>
          </a:p>
          <a:p>
            <a:pPr lvl="1"/>
            <a:r>
              <a:rPr lang="en-US" dirty="0"/>
              <a:t>Total Sum of Squares (SST): Variability of all data points around the overall mean.</a:t>
            </a:r>
          </a:p>
          <a:p>
            <a:pPr lvl="1"/>
            <a:r>
              <a:rPr lang="en-US" dirty="0"/>
              <a:t>Within-Group Sum of Squares (SSW): Variability within each group.</a:t>
            </a:r>
          </a:p>
          <a:p>
            <a:pPr lvl="1"/>
            <a:r>
              <a:rPr lang="en-US" dirty="0"/>
              <a:t>Between-Group Sum of Squares (SSB): Variability due to the interaction between the groups.</a:t>
            </a:r>
          </a:p>
          <a:p>
            <a:pPr marL="457200" indent="-457200">
              <a:lnSpc>
                <a:spcPct val="100000"/>
              </a:lnSpc>
              <a:buFont typeface="+mj-lt"/>
              <a:buAutoNum type="arabicPeriod"/>
            </a:pPr>
            <a:r>
              <a:rPr lang="en-US" sz="2000" dirty="0"/>
              <a:t>Calculate Mean Squares:</a:t>
            </a:r>
          </a:p>
          <a:p>
            <a:pPr lvl="1"/>
            <a:r>
              <a:rPr lang="en-US" dirty="0"/>
              <a:t>Mean Square Between (MSB): SSB divided by the degrees of freedom between groups (k-1).</a:t>
            </a:r>
          </a:p>
          <a:p>
            <a:pPr lvl="1"/>
            <a:r>
              <a:rPr lang="en-US" dirty="0"/>
              <a:t>Mean Square Within (MSW): SSW divided by the degrees of freedom within groups (N-k).</a:t>
            </a:r>
          </a:p>
          <a:p>
            <a:pPr marL="457200" indent="-457200">
              <a:lnSpc>
                <a:spcPct val="110000"/>
              </a:lnSpc>
              <a:buFont typeface="+mj-lt"/>
              <a:buAutoNum type="arabicPeriod"/>
            </a:pPr>
            <a:r>
              <a:rPr lang="en-US" sz="2000" dirty="0"/>
              <a:t>F-Statistic:</a:t>
            </a:r>
          </a:p>
          <a:p>
            <a:pPr lvl="1"/>
            <a:r>
              <a:rPr lang="en-US" sz="1800" dirty="0"/>
              <a:t>F = MSB / MSW</a:t>
            </a:r>
          </a:p>
          <a:p>
            <a:endParaRPr lang="en-US" sz="2000" dirty="0"/>
          </a:p>
        </p:txBody>
      </p:sp>
    </p:spTree>
    <p:extLst>
      <p:ext uri="{BB962C8B-B14F-4D97-AF65-F5344CB8AC3E}">
        <p14:creationId xmlns:p14="http://schemas.microsoft.com/office/powerpoint/2010/main" val="1620993364"/>
      </p:ext>
    </p:extLst>
  </p:cSld>
  <p:clrMapOvr>
    <a:masterClrMapping/>
  </p:clrMapOvr>
  <p:transition spd="med">
    <p:pull/>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7049DC-2646-5AA2-FEFD-C08185FCAF02}"/>
              </a:ext>
            </a:extLst>
          </p:cNvPr>
          <p:cNvSpPr>
            <a:spLocks noGrp="1"/>
          </p:cNvSpPr>
          <p:nvPr>
            <p:ph type="title"/>
          </p:nvPr>
        </p:nvSpPr>
        <p:spPr/>
        <p:txBody>
          <a:bodyPr/>
          <a:lstStyle/>
          <a:p>
            <a:r>
              <a:rPr lang="en-US" dirty="0"/>
              <a:t>ANOVA Example</a:t>
            </a:r>
          </a:p>
        </p:txBody>
      </p:sp>
      <p:sp>
        <p:nvSpPr>
          <p:cNvPr id="3" name="Content Placeholder 2">
            <a:extLst>
              <a:ext uri="{FF2B5EF4-FFF2-40B4-BE49-F238E27FC236}">
                <a16:creationId xmlns:a16="http://schemas.microsoft.com/office/drawing/2014/main" id="{4D106FBB-198D-A7E8-03C4-7101324CD9F3}"/>
              </a:ext>
            </a:extLst>
          </p:cNvPr>
          <p:cNvSpPr>
            <a:spLocks noGrp="1"/>
          </p:cNvSpPr>
          <p:nvPr>
            <p:ph idx="1"/>
          </p:nvPr>
        </p:nvSpPr>
        <p:spPr>
          <a:xfrm>
            <a:off x="838199" y="1706007"/>
            <a:ext cx="7631349" cy="4991039"/>
          </a:xfrm>
        </p:spPr>
        <p:txBody>
          <a:bodyPr>
            <a:normAutofit/>
          </a:bodyPr>
          <a:lstStyle/>
          <a:p>
            <a:r>
              <a:rPr lang="en-US" sz="2000" dirty="0"/>
              <a:t>Scenario: A school tests three different teaching methods to determine which one results in the best performance on a standardized test. </a:t>
            </a:r>
          </a:p>
          <a:p>
            <a:r>
              <a:rPr lang="en-US" sz="2000" dirty="0"/>
              <a:t>The students are randomly assigned to one of three groups, each receiving instruction through a different method. </a:t>
            </a:r>
          </a:p>
          <a:p>
            <a:r>
              <a:rPr lang="en-US" sz="2000" dirty="0"/>
              <a:t>Their scores on a standardized test are recorded.</a:t>
            </a:r>
          </a:p>
          <a:p>
            <a:r>
              <a:rPr lang="en-US" sz="2000" dirty="0"/>
              <a:t>Variables:</a:t>
            </a:r>
          </a:p>
          <a:p>
            <a:pPr lvl="1"/>
            <a:r>
              <a:rPr lang="en-US" sz="1800" dirty="0"/>
              <a:t>Group: The teaching method group (A, B, C)</a:t>
            </a:r>
          </a:p>
          <a:p>
            <a:pPr lvl="1"/>
            <a:r>
              <a:rPr lang="en-US" sz="1800" dirty="0"/>
              <a:t>Score: The score each student received on the standardized test.</a:t>
            </a:r>
          </a:p>
          <a:p>
            <a:pPr lvl="1"/>
            <a:endParaRPr lang="en-US" sz="1800" dirty="0"/>
          </a:p>
        </p:txBody>
      </p:sp>
      <p:graphicFrame>
        <p:nvGraphicFramePr>
          <p:cNvPr id="4" name="Table 3">
            <a:extLst>
              <a:ext uri="{FF2B5EF4-FFF2-40B4-BE49-F238E27FC236}">
                <a16:creationId xmlns:a16="http://schemas.microsoft.com/office/drawing/2014/main" id="{23CF52D0-9903-D0FC-10CC-382F02269359}"/>
              </a:ext>
            </a:extLst>
          </p:cNvPr>
          <p:cNvGraphicFramePr>
            <a:graphicFrameLocks noGrp="1"/>
          </p:cNvGraphicFramePr>
          <p:nvPr>
            <p:extLst>
              <p:ext uri="{D42A27DB-BD31-4B8C-83A1-F6EECF244321}">
                <p14:modId xmlns:p14="http://schemas.microsoft.com/office/powerpoint/2010/main" val="2765110422"/>
              </p:ext>
            </p:extLst>
          </p:nvPr>
        </p:nvGraphicFramePr>
        <p:xfrm>
          <a:off x="9038422" y="1706007"/>
          <a:ext cx="2224587" cy="4543615"/>
        </p:xfrm>
        <a:graphic>
          <a:graphicData uri="http://schemas.openxmlformats.org/drawingml/2006/table">
            <a:tbl>
              <a:tblPr>
                <a:tableStyleId>{9D7B26C5-4107-4FEC-AEDC-1716B250A1EF}</a:tableStyleId>
              </a:tblPr>
              <a:tblGrid>
                <a:gridCol w="741529">
                  <a:extLst>
                    <a:ext uri="{9D8B030D-6E8A-4147-A177-3AD203B41FA5}">
                      <a16:colId xmlns:a16="http://schemas.microsoft.com/office/drawing/2014/main" val="4040225334"/>
                    </a:ext>
                  </a:extLst>
                </a:gridCol>
                <a:gridCol w="741529">
                  <a:extLst>
                    <a:ext uri="{9D8B030D-6E8A-4147-A177-3AD203B41FA5}">
                      <a16:colId xmlns:a16="http://schemas.microsoft.com/office/drawing/2014/main" val="2431098428"/>
                    </a:ext>
                  </a:extLst>
                </a:gridCol>
                <a:gridCol w="741529">
                  <a:extLst>
                    <a:ext uri="{9D8B030D-6E8A-4147-A177-3AD203B41FA5}">
                      <a16:colId xmlns:a16="http://schemas.microsoft.com/office/drawing/2014/main" val="1990735719"/>
                    </a:ext>
                  </a:extLst>
                </a:gridCol>
              </a:tblGrid>
              <a:tr h="271959">
                <a:tc>
                  <a:txBody>
                    <a:bodyPr/>
                    <a:lstStyle/>
                    <a:p>
                      <a:pPr fontAlgn="b"/>
                      <a:r>
                        <a:rPr lang="en-US" sz="1300" b="1">
                          <a:effectLst/>
                        </a:rPr>
                        <a:t>Student ID</a:t>
                      </a:r>
                    </a:p>
                  </a:txBody>
                  <a:tcPr marL="67990" marR="67990" marT="33995" marB="33995" anchor="b"/>
                </a:tc>
                <a:tc>
                  <a:txBody>
                    <a:bodyPr/>
                    <a:lstStyle/>
                    <a:p>
                      <a:pPr fontAlgn="b"/>
                      <a:r>
                        <a:rPr lang="en-US" sz="1300" b="1">
                          <a:effectLst/>
                        </a:rPr>
                        <a:t>Group</a:t>
                      </a:r>
                    </a:p>
                  </a:txBody>
                  <a:tcPr marL="67990" marR="67990" marT="33995" marB="33995" anchor="b"/>
                </a:tc>
                <a:tc>
                  <a:txBody>
                    <a:bodyPr/>
                    <a:lstStyle/>
                    <a:p>
                      <a:pPr fontAlgn="b"/>
                      <a:r>
                        <a:rPr lang="en-US" sz="1300" b="1">
                          <a:effectLst/>
                        </a:rPr>
                        <a:t>Score</a:t>
                      </a:r>
                    </a:p>
                  </a:txBody>
                  <a:tcPr marL="67990" marR="67990" marT="33995" marB="33995" anchor="b"/>
                </a:tc>
                <a:extLst>
                  <a:ext uri="{0D108BD9-81ED-4DB2-BD59-A6C34878D82A}">
                    <a16:rowId xmlns:a16="http://schemas.microsoft.com/office/drawing/2014/main" val="2519526074"/>
                  </a:ext>
                </a:extLst>
              </a:tr>
              <a:tr h="271959">
                <a:tc>
                  <a:txBody>
                    <a:bodyPr/>
                    <a:lstStyle/>
                    <a:p>
                      <a:pPr fontAlgn="base"/>
                      <a:r>
                        <a:rPr lang="en-US" sz="1300">
                          <a:effectLst/>
                        </a:rPr>
                        <a:t>1</a:t>
                      </a:r>
                    </a:p>
                  </a:txBody>
                  <a:tcPr marL="67990" marR="67990" marT="33995" marB="33995" anchor="ctr"/>
                </a:tc>
                <a:tc>
                  <a:txBody>
                    <a:bodyPr/>
                    <a:lstStyle/>
                    <a:p>
                      <a:pPr fontAlgn="base"/>
                      <a:r>
                        <a:rPr lang="en-US" sz="1300">
                          <a:effectLst/>
                        </a:rPr>
                        <a:t>A</a:t>
                      </a:r>
                    </a:p>
                  </a:txBody>
                  <a:tcPr marL="67990" marR="67990" marT="33995" marB="33995" anchor="ctr"/>
                </a:tc>
                <a:tc>
                  <a:txBody>
                    <a:bodyPr/>
                    <a:lstStyle/>
                    <a:p>
                      <a:pPr fontAlgn="base"/>
                      <a:r>
                        <a:rPr lang="en-US" sz="1300">
                          <a:effectLst/>
                        </a:rPr>
                        <a:t>82</a:t>
                      </a:r>
                    </a:p>
                  </a:txBody>
                  <a:tcPr marL="67990" marR="67990" marT="33995" marB="33995" anchor="ctr"/>
                </a:tc>
                <a:extLst>
                  <a:ext uri="{0D108BD9-81ED-4DB2-BD59-A6C34878D82A}">
                    <a16:rowId xmlns:a16="http://schemas.microsoft.com/office/drawing/2014/main" val="2379991012"/>
                  </a:ext>
                </a:extLst>
              </a:tr>
              <a:tr h="271959">
                <a:tc>
                  <a:txBody>
                    <a:bodyPr/>
                    <a:lstStyle/>
                    <a:p>
                      <a:pPr fontAlgn="base"/>
                      <a:r>
                        <a:rPr lang="en-US" sz="1300">
                          <a:effectLst/>
                        </a:rPr>
                        <a:t>2</a:t>
                      </a:r>
                    </a:p>
                  </a:txBody>
                  <a:tcPr marL="67990" marR="67990" marT="33995" marB="33995" anchor="ctr"/>
                </a:tc>
                <a:tc>
                  <a:txBody>
                    <a:bodyPr/>
                    <a:lstStyle/>
                    <a:p>
                      <a:pPr fontAlgn="base"/>
                      <a:r>
                        <a:rPr lang="en-US" sz="1300">
                          <a:effectLst/>
                        </a:rPr>
                        <a:t>A</a:t>
                      </a:r>
                    </a:p>
                  </a:txBody>
                  <a:tcPr marL="67990" marR="67990" marT="33995" marB="33995" anchor="ctr"/>
                </a:tc>
                <a:tc>
                  <a:txBody>
                    <a:bodyPr/>
                    <a:lstStyle/>
                    <a:p>
                      <a:pPr fontAlgn="base"/>
                      <a:r>
                        <a:rPr lang="en-US" sz="1300">
                          <a:effectLst/>
                        </a:rPr>
                        <a:t>88</a:t>
                      </a:r>
                    </a:p>
                  </a:txBody>
                  <a:tcPr marL="67990" marR="67990" marT="33995" marB="33995" anchor="ctr"/>
                </a:tc>
                <a:extLst>
                  <a:ext uri="{0D108BD9-81ED-4DB2-BD59-A6C34878D82A}">
                    <a16:rowId xmlns:a16="http://schemas.microsoft.com/office/drawing/2014/main" val="3645977183"/>
                  </a:ext>
                </a:extLst>
              </a:tr>
              <a:tr h="271959">
                <a:tc>
                  <a:txBody>
                    <a:bodyPr/>
                    <a:lstStyle/>
                    <a:p>
                      <a:pPr fontAlgn="base"/>
                      <a:r>
                        <a:rPr lang="en-US" sz="1300">
                          <a:effectLst/>
                        </a:rPr>
                        <a:t>3</a:t>
                      </a:r>
                    </a:p>
                  </a:txBody>
                  <a:tcPr marL="67990" marR="67990" marT="33995" marB="33995" anchor="ctr"/>
                </a:tc>
                <a:tc>
                  <a:txBody>
                    <a:bodyPr/>
                    <a:lstStyle/>
                    <a:p>
                      <a:pPr fontAlgn="base"/>
                      <a:r>
                        <a:rPr lang="en-US" sz="1300">
                          <a:effectLst/>
                        </a:rPr>
                        <a:t>A</a:t>
                      </a:r>
                    </a:p>
                  </a:txBody>
                  <a:tcPr marL="67990" marR="67990" marT="33995" marB="33995" anchor="ctr"/>
                </a:tc>
                <a:tc>
                  <a:txBody>
                    <a:bodyPr/>
                    <a:lstStyle/>
                    <a:p>
                      <a:pPr fontAlgn="base"/>
                      <a:r>
                        <a:rPr lang="en-US" sz="1300">
                          <a:effectLst/>
                        </a:rPr>
                        <a:t>84</a:t>
                      </a:r>
                    </a:p>
                  </a:txBody>
                  <a:tcPr marL="67990" marR="67990" marT="33995" marB="33995" anchor="ctr"/>
                </a:tc>
                <a:extLst>
                  <a:ext uri="{0D108BD9-81ED-4DB2-BD59-A6C34878D82A}">
                    <a16:rowId xmlns:a16="http://schemas.microsoft.com/office/drawing/2014/main" val="2127075430"/>
                  </a:ext>
                </a:extLst>
              </a:tr>
              <a:tr h="271959">
                <a:tc>
                  <a:txBody>
                    <a:bodyPr/>
                    <a:lstStyle/>
                    <a:p>
                      <a:pPr fontAlgn="base"/>
                      <a:r>
                        <a:rPr lang="en-US" sz="1300">
                          <a:effectLst/>
                        </a:rPr>
                        <a:t>4</a:t>
                      </a:r>
                    </a:p>
                  </a:txBody>
                  <a:tcPr marL="67990" marR="67990" marT="33995" marB="33995" anchor="ctr"/>
                </a:tc>
                <a:tc>
                  <a:txBody>
                    <a:bodyPr/>
                    <a:lstStyle/>
                    <a:p>
                      <a:pPr fontAlgn="base"/>
                      <a:r>
                        <a:rPr lang="en-US" sz="1300">
                          <a:effectLst/>
                        </a:rPr>
                        <a:t>A</a:t>
                      </a:r>
                    </a:p>
                  </a:txBody>
                  <a:tcPr marL="67990" marR="67990" marT="33995" marB="33995" anchor="ctr"/>
                </a:tc>
                <a:tc>
                  <a:txBody>
                    <a:bodyPr/>
                    <a:lstStyle/>
                    <a:p>
                      <a:pPr fontAlgn="base"/>
                      <a:r>
                        <a:rPr lang="en-US" sz="1300">
                          <a:effectLst/>
                        </a:rPr>
                        <a:t>90</a:t>
                      </a:r>
                    </a:p>
                  </a:txBody>
                  <a:tcPr marL="67990" marR="67990" marT="33995" marB="33995" anchor="ctr"/>
                </a:tc>
                <a:extLst>
                  <a:ext uri="{0D108BD9-81ED-4DB2-BD59-A6C34878D82A}">
                    <a16:rowId xmlns:a16="http://schemas.microsoft.com/office/drawing/2014/main" val="608421500"/>
                  </a:ext>
                </a:extLst>
              </a:tr>
              <a:tr h="271959">
                <a:tc>
                  <a:txBody>
                    <a:bodyPr/>
                    <a:lstStyle/>
                    <a:p>
                      <a:pPr fontAlgn="base"/>
                      <a:r>
                        <a:rPr lang="en-US" sz="1300">
                          <a:effectLst/>
                        </a:rPr>
                        <a:t>5</a:t>
                      </a:r>
                    </a:p>
                  </a:txBody>
                  <a:tcPr marL="67990" marR="67990" marT="33995" marB="33995" anchor="ctr"/>
                </a:tc>
                <a:tc>
                  <a:txBody>
                    <a:bodyPr/>
                    <a:lstStyle/>
                    <a:p>
                      <a:pPr fontAlgn="base"/>
                      <a:r>
                        <a:rPr lang="en-US" sz="1300">
                          <a:effectLst/>
                        </a:rPr>
                        <a:t>A</a:t>
                      </a:r>
                    </a:p>
                  </a:txBody>
                  <a:tcPr marL="67990" marR="67990" marT="33995" marB="33995" anchor="ctr"/>
                </a:tc>
                <a:tc>
                  <a:txBody>
                    <a:bodyPr/>
                    <a:lstStyle/>
                    <a:p>
                      <a:pPr fontAlgn="base"/>
                      <a:r>
                        <a:rPr lang="en-US" sz="1300">
                          <a:effectLst/>
                        </a:rPr>
                        <a:t>85</a:t>
                      </a:r>
                    </a:p>
                  </a:txBody>
                  <a:tcPr marL="67990" marR="67990" marT="33995" marB="33995" anchor="ctr"/>
                </a:tc>
                <a:extLst>
                  <a:ext uri="{0D108BD9-81ED-4DB2-BD59-A6C34878D82A}">
                    <a16:rowId xmlns:a16="http://schemas.microsoft.com/office/drawing/2014/main" val="4028156413"/>
                  </a:ext>
                </a:extLst>
              </a:tr>
              <a:tr h="271959">
                <a:tc>
                  <a:txBody>
                    <a:bodyPr/>
                    <a:lstStyle/>
                    <a:p>
                      <a:pPr fontAlgn="base"/>
                      <a:r>
                        <a:rPr lang="en-US" sz="1300">
                          <a:effectLst/>
                        </a:rPr>
                        <a:t>6</a:t>
                      </a:r>
                    </a:p>
                  </a:txBody>
                  <a:tcPr marL="67990" marR="67990" marT="33995" marB="33995" anchor="ctr"/>
                </a:tc>
                <a:tc>
                  <a:txBody>
                    <a:bodyPr/>
                    <a:lstStyle/>
                    <a:p>
                      <a:pPr fontAlgn="base"/>
                      <a:r>
                        <a:rPr lang="en-US" sz="1300">
                          <a:effectLst/>
                        </a:rPr>
                        <a:t>B</a:t>
                      </a:r>
                    </a:p>
                  </a:txBody>
                  <a:tcPr marL="67990" marR="67990" marT="33995" marB="33995" anchor="ctr"/>
                </a:tc>
                <a:tc>
                  <a:txBody>
                    <a:bodyPr/>
                    <a:lstStyle/>
                    <a:p>
                      <a:pPr fontAlgn="base"/>
                      <a:r>
                        <a:rPr lang="en-US" sz="1300" dirty="0">
                          <a:effectLst/>
                        </a:rPr>
                        <a:t>78</a:t>
                      </a:r>
                    </a:p>
                  </a:txBody>
                  <a:tcPr marL="67990" marR="67990" marT="33995" marB="33995" anchor="ctr"/>
                </a:tc>
                <a:extLst>
                  <a:ext uri="{0D108BD9-81ED-4DB2-BD59-A6C34878D82A}">
                    <a16:rowId xmlns:a16="http://schemas.microsoft.com/office/drawing/2014/main" val="1234083821"/>
                  </a:ext>
                </a:extLst>
              </a:tr>
              <a:tr h="271959">
                <a:tc>
                  <a:txBody>
                    <a:bodyPr/>
                    <a:lstStyle/>
                    <a:p>
                      <a:pPr fontAlgn="base"/>
                      <a:r>
                        <a:rPr lang="en-US" sz="1300" dirty="0">
                          <a:effectLst/>
                        </a:rPr>
                        <a:t>7</a:t>
                      </a:r>
                    </a:p>
                  </a:txBody>
                  <a:tcPr marL="67990" marR="67990" marT="33995" marB="33995" anchor="ctr"/>
                </a:tc>
                <a:tc>
                  <a:txBody>
                    <a:bodyPr/>
                    <a:lstStyle/>
                    <a:p>
                      <a:pPr fontAlgn="base"/>
                      <a:r>
                        <a:rPr lang="en-US" sz="1300">
                          <a:effectLst/>
                        </a:rPr>
                        <a:t>B</a:t>
                      </a:r>
                    </a:p>
                  </a:txBody>
                  <a:tcPr marL="67990" marR="67990" marT="33995" marB="33995" anchor="ctr"/>
                </a:tc>
                <a:tc>
                  <a:txBody>
                    <a:bodyPr/>
                    <a:lstStyle/>
                    <a:p>
                      <a:pPr fontAlgn="base"/>
                      <a:r>
                        <a:rPr lang="en-US" sz="1300">
                          <a:effectLst/>
                        </a:rPr>
                        <a:t>75</a:t>
                      </a:r>
                    </a:p>
                  </a:txBody>
                  <a:tcPr marL="67990" marR="67990" marT="33995" marB="33995" anchor="ctr"/>
                </a:tc>
                <a:extLst>
                  <a:ext uri="{0D108BD9-81ED-4DB2-BD59-A6C34878D82A}">
                    <a16:rowId xmlns:a16="http://schemas.microsoft.com/office/drawing/2014/main" val="3431443898"/>
                  </a:ext>
                </a:extLst>
              </a:tr>
              <a:tr h="271959">
                <a:tc>
                  <a:txBody>
                    <a:bodyPr/>
                    <a:lstStyle/>
                    <a:p>
                      <a:pPr fontAlgn="base"/>
                      <a:r>
                        <a:rPr lang="en-US" sz="1300">
                          <a:effectLst/>
                        </a:rPr>
                        <a:t>8</a:t>
                      </a:r>
                    </a:p>
                  </a:txBody>
                  <a:tcPr marL="67990" marR="67990" marT="33995" marB="33995" anchor="ctr"/>
                </a:tc>
                <a:tc>
                  <a:txBody>
                    <a:bodyPr/>
                    <a:lstStyle/>
                    <a:p>
                      <a:pPr fontAlgn="base"/>
                      <a:r>
                        <a:rPr lang="en-US" sz="1300">
                          <a:effectLst/>
                        </a:rPr>
                        <a:t>B</a:t>
                      </a:r>
                    </a:p>
                  </a:txBody>
                  <a:tcPr marL="67990" marR="67990" marT="33995" marB="33995" anchor="ctr"/>
                </a:tc>
                <a:tc>
                  <a:txBody>
                    <a:bodyPr/>
                    <a:lstStyle/>
                    <a:p>
                      <a:pPr fontAlgn="base"/>
                      <a:r>
                        <a:rPr lang="en-US" sz="1300">
                          <a:effectLst/>
                        </a:rPr>
                        <a:t>80</a:t>
                      </a:r>
                    </a:p>
                  </a:txBody>
                  <a:tcPr marL="67990" marR="67990" marT="33995" marB="33995" anchor="ctr"/>
                </a:tc>
                <a:extLst>
                  <a:ext uri="{0D108BD9-81ED-4DB2-BD59-A6C34878D82A}">
                    <a16:rowId xmlns:a16="http://schemas.microsoft.com/office/drawing/2014/main" val="1033963505"/>
                  </a:ext>
                </a:extLst>
              </a:tr>
              <a:tr h="271959">
                <a:tc>
                  <a:txBody>
                    <a:bodyPr/>
                    <a:lstStyle/>
                    <a:p>
                      <a:pPr fontAlgn="base"/>
                      <a:r>
                        <a:rPr lang="en-US" sz="1300">
                          <a:effectLst/>
                        </a:rPr>
                        <a:t>9</a:t>
                      </a:r>
                    </a:p>
                  </a:txBody>
                  <a:tcPr marL="67990" marR="67990" marT="33995" marB="33995" anchor="ctr"/>
                </a:tc>
                <a:tc>
                  <a:txBody>
                    <a:bodyPr/>
                    <a:lstStyle/>
                    <a:p>
                      <a:pPr fontAlgn="base"/>
                      <a:r>
                        <a:rPr lang="en-US" sz="1300">
                          <a:effectLst/>
                        </a:rPr>
                        <a:t>B</a:t>
                      </a:r>
                    </a:p>
                  </a:txBody>
                  <a:tcPr marL="67990" marR="67990" marT="33995" marB="33995" anchor="ctr"/>
                </a:tc>
                <a:tc>
                  <a:txBody>
                    <a:bodyPr/>
                    <a:lstStyle/>
                    <a:p>
                      <a:pPr fontAlgn="base"/>
                      <a:r>
                        <a:rPr lang="en-US" sz="1300">
                          <a:effectLst/>
                        </a:rPr>
                        <a:t>82</a:t>
                      </a:r>
                    </a:p>
                  </a:txBody>
                  <a:tcPr marL="67990" marR="67990" marT="33995" marB="33995" anchor="ctr"/>
                </a:tc>
                <a:extLst>
                  <a:ext uri="{0D108BD9-81ED-4DB2-BD59-A6C34878D82A}">
                    <a16:rowId xmlns:a16="http://schemas.microsoft.com/office/drawing/2014/main" val="1064304118"/>
                  </a:ext>
                </a:extLst>
              </a:tr>
              <a:tr h="271959">
                <a:tc>
                  <a:txBody>
                    <a:bodyPr/>
                    <a:lstStyle/>
                    <a:p>
                      <a:pPr fontAlgn="base"/>
                      <a:r>
                        <a:rPr lang="en-US" sz="1300">
                          <a:effectLst/>
                        </a:rPr>
                        <a:t>10</a:t>
                      </a:r>
                    </a:p>
                  </a:txBody>
                  <a:tcPr marL="67990" marR="67990" marT="33995" marB="33995" anchor="ctr"/>
                </a:tc>
                <a:tc>
                  <a:txBody>
                    <a:bodyPr/>
                    <a:lstStyle/>
                    <a:p>
                      <a:pPr fontAlgn="base"/>
                      <a:r>
                        <a:rPr lang="en-US" sz="1300">
                          <a:effectLst/>
                        </a:rPr>
                        <a:t>B</a:t>
                      </a:r>
                    </a:p>
                  </a:txBody>
                  <a:tcPr marL="67990" marR="67990" marT="33995" marB="33995" anchor="ctr"/>
                </a:tc>
                <a:tc>
                  <a:txBody>
                    <a:bodyPr/>
                    <a:lstStyle/>
                    <a:p>
                      <a:pPr fontAlgn="base"/>
                      <a:r>
                        <a:rPr lang="en-US" sz="1300">
                          <a:effectLst/>
                        </a:rPr>
                        <a:t>77</a:t>
                      </a:r>
                    </a:p>
                  </a:txBody>
                  <a:tcPr marL="67990" marR="67990" marT="33995" marB="33995" anchor="ctr"/>
                </a:tc>
                <a:extLst>
                  <a:ext uri="{0D108BD9-81ED-4DB2-BD59-A6C34878D82A}">
                    <a16:rowId xmlns:a16="http://schemas.microsoft.com/office/drawing/2014/main" val="343819895"/>
                  </a:ext>
                </a:extLst>
              </a:tr>
              <a:tr h="271959">
                <a:tc>
                  <a:txBody>
                    <a:bodyPr/>
                    <a:lstStyle/>
                    <a:p>
                      <a:pPr fontAlgn="base"/>
                      <a:r>
                        <a:rPr lang="en-US" sz="1300">
                          <a:effectLst/>
                        </a:rPr>
                        <a:t>11</a:t>
                      </a:r>
                    </a:p>
                  </a:txBody>
                  <a:tcPr marL="67990" marR="67990" marT="33995" marB="33995" anchor="ctr"/>
                </a:tc>
                <a:tc>
                  <a:txBody>
                    <a:bodyPr/>
                    <a:lstStyle/>
                    <a:p>
                      <a:pPr fontAlgn="base"/>
                      <a:r>
                        <a:rPr lang="en-US" sz="1300">
                          <a:effectLst/>
                        </a:rPr>
                        <a:t>C</a:t>
                      </a:r>
                    </a:p>
                  </a:txBody>
                  <a:tcPr marL="67990" marR="67990" marT="33995" marB="33995" anchor="ctr"/>
                </a:tc>
                <a:tc>
                  <a:txBody>
                    <a:bodyPr/>
                    <a:lstStyle/>
                    <a:p>
                      <a:pPr fontAlgn="base"/>
                      <a:r>
                        <a:rPr lang="en-US" sz="1300">
                          <a:effectLst/>
                        </a:rPr>
                        <a:t>90</a:t>
                      </a:r>
                    </a:p>
                  </a:txBody>
                  <a:tcPr marL="67990" marR="67990" marT="33995" marB="33995" anchor="ctr"/>
                </a:tc>
                <a:extLst>
                  <a:ext uri="{0D108BD9-81ED-4DB2-BD59-A6C34878D82A}">
                    <a16:rowId xmlns:a16="http://schemas.microsoft.com/office/drawing/2014/main" val="2960786143"/>
                  </a:ext>
                </a:extLst>
              </a:tr>
              <a:tr h="271959">
                <a:tc>
                  <a:txBody>
                    <a:bodyPr/>
                    <a:lstStyle/>
                    <a:p>
                      <a:pPr fontAlgn="base"/>
                      <a:r>
                        <a:rPr lang="en-US" sz="1300">
                          <a:effectLst/>
                        </a:rPr>
                        <a:t>12</a:t>
                      </a:r>
                    </a:p>
                  </a:txBody>
                  <a:tcPr marL="67990" marR="67990" marT="33995" marB="33995" anchor="ctr"/>
                </a:tc>
                <a:tc>
                  <a:txBody>
                    <a:bodyPr/>
                    <a:lstStyle/>
                    <a:p>
                      <a:pPr fontAlgn="base"/>
                      <a:r>
                        <a:rPr lang="en-US" sz="1300">
                          <a:effectLst/>
                        </a:rPr>
                        <a:t>C</a:t>
                      </a:r>
                    </a:p>
                  </a:txBody>
                  <a:tcPr marL="67990" marR="67990" marT="33995" marB="33995" anchor="ctr"/>
                </a:tc>
                <a:tc>
                  <a:txBody>
                    <a:bodyPr/>
                    <a:lstStyle/>
                    <a:p>
                      <a:pPr fontAlgn="base"/>
                      <a:r>
                        <a:rPr lang="en-US" sz="1300">
                          <a:effectLst/>
                        </a:rPr>
                        <a:t>92</a:t>
                      </a:r>
                    </a:p>
                  </a:txBody>
                  <a:tcPr marL="67990" marR="67990" marT="33995" marB="33995" anchor="ctr"/>
                </a:tc>
                <a:extLst>
                  <a:ext uri="{0D108BD9-81ED-4DB2-BD59-A6C34878D82A}">
                    <a16:rowId xmlns:a16="http://schemas.microsoft.com/office/drawing/2014/main" val="2250534586"/>
                  </a:ext>
                </a:extLst>
              </a:tr>
              <a:tr h="271959">
                <a:tc>
                  <a:txBody>
                    <a:bodyPr/>
                    <a:lstStyle/>
                    <a:p>
                      <a:pPr fontAlgn="base"/>
                      <a:r>
                        <a:rPr lang="en-US" sz="1300">
                          <a:effectLst/>
                        </a:rPr>
                        <a:t>13</a:t>
                      </a:r>
                    </a:p>
                  </a:txBody>
                  <a:tcPr marL="67990" marR="67990" marT="33995" marB="33995" anchor="ctr"/>
                </a:tc>
                <a:tc>
                  <a:txBody>
                    <a:bodyPr/>
                    <a:lstStyle/>
                    <a:p>
                      <a:pPr fontAlgn="base"/>
                      <a:r>
                        <a:rPr lang="en-US" sz="1300">
                          <a:effectLst/>
                        </a:rPr>
                        <a:t>C</a:t>
                      </a:r>
                    </a:p>
                  </a:txBody>
                  <a:tcPr marL="67990" marR="67990" marT="33995" marB="33995" anchor="ctr"/>
                </a:tc>
                <a:tc>
                  <a:txBody>
                    <a:bodyPr/>
                    <a:lstStyle/>
                    <a:p>
                      <a:pPr fontAlgn="base"/>
                      <a:r>
                        <a:rPr lang="en-US" sz="1300">
                          <a:effectLst/>
                        </a:rPr>
                        <a:t>95</a:t>
                      </a:r>
                    </a:p>
                  </a:txBody>
                  <a:tcPr marL="67990" marR="67990" marT="33995" marB="33995" anchor="ctr"/>
                </a:tc>
                <a:extLst>
                  <a:ext uri="{0D108BD9-81ED-4DB2-BD59-A6C34878D82A}">
                    <a16:rowId xmlns:a16="http://schemas.microsoft.com/office/drawing/2014/main" val="2032676665"/>
                  </a:ext>
                </a:extLst>
              </a:tr>
              <a:tr h="271959">
                <a:tc>
                  <a:txBody>
                    <a:bodyPr/>
                    <a:lstStyle/>
                    <a:p>
                      <a:pPr fontAlgn="base"/>
                      <a:r>
                        <a:rPr lang="en-US" sz="1300">
                          <a:effectLst/>
                        </a:rPr>
                        <a:t>14</a:t>
                      </a:r>
                    </a:p>
                  </a:txBody>
                  <a:tcPr marL="67990" marR="67990" marT="33995" marB="33995" anchor="ctr"/>
                </a:tc>
                <a:tc>
                  <a:txBody>
                    <a:bodyPr/>
                    <a:lstStyle/>
                    <a:p>
                      <a:pPr fontAlgn="base"/>
                      <a:r>
                        <a:rPr lang="en-US" sz="1300">
                          <a:effectLst/>
                        </a:rPr>
                        <a:t>C</a:t>
                      </a:r>
                    </a:p>
                  </a:txBody>
                  <a:tcPr marL="67990" marR="67990" marT="33995" marB="33995" anchor="ctr"/>
                </a:tc>
                <a:tc>
                  <a:txBody>
                    <a:bodyPr/>
                    <a:lstStyle/>
                    <a:p>
                      <a:pPr fontAlgn="base"/>
                      <a:r>
                        <a:rPr lang="en-US" sz="1300">
                          <a:effectLst/>
                        </a:rPr>
                        <a:t>91</a:t>
                      </a:r>
                    </a:p>
                  </a:txBody>
                  <a:tcPr marL="67990" marR="67990" marT="33995" marB="33995" anchor="ctr"/>
                </a:tc>
                <a:extLst>
                  <a:ext uri="{0D108BD9-81ED-4DB2-BD59-A6C34878D82A}">
                    <a16:rowId xmlns:a16="http://schemas.microsoft.com/office/drawing/2014/main" val="2361817565"/>
                  </a:ext>
                </a:extLst>
              </a:tr>
              <a:tr h="271959">
                <a:tc>
                  <a:txBody>
                    <a:bodyPr/>
                    <a:lstStyle/>
                    <a:p>
                      <a:pPr fontAlgn="base"/>
                      <a:r>
                        <a:rPr lang="en-US" sz="1300">
                          <a:effectLst/>
                        </a:rPr>
                        <a:t>15</a:t>
                      </a:r>
                    </a:p>
                  </a:txBody>
                  <a:tcPr marL="67990" marR="67990" marT="33995" marB="33995" anchor="ctr"/>
                </a:tc>
                <a:tc>
                  <a:txBody>
                    <a:bodyPr/>
                    <a:lstStyle/>
                    <a:p>
                      <a:pPr fontAlgn="base"/>
                      <a:r>
                        <a:rPr lang="en-US" sz="1300">
                          <a:effectLst/>
                        </a:rPr>
                        <a:t>C</a:t>
                      </a:r>
                    </a:p>
                  </a:txBody>
                  <a:tcPr marL="67990" marR="67990" marT="33995" marB="33995" anchor="ctr"/>
                </a:tc>
                <a:tc>
                  <a:txBody>
                    <a:bodyPr/>
                    <a:lstStyle/>
                    <a:p>
                      <a:pPr fontAlgn="base"/>
                      <a:r>
                        <a:rPr lang="en-US" sz="1300" dirty="0">
                          <a:effectLst/>
                        </a:rPr>
                        <a:t>94</a:t>
                      </a:r>
                    </a:p>
                  </a:txBody>
                  <a:tcPr marL="67990" marR="67990" marT="33995" marB="33995" anchor="ctr"/>
                </a:tc>
                <a:extLst>
                  <a:ext uri="{0D108BD9-81ED-4DB2-BD59-A6C34878D82A}">
                    <a16:rowId xmlns:a16="http://schemas.microsoft.com/office/drawing/2014/main" val="1358184112"/>
                  </a:ext>
                </a:extLst>
              </a:tr>
            </a:tbl>
          </a:graphicData>
        </a:graphic>
      </p:graphicFrame>
    </p:spTree>
    <p:extLst>
      <p:ext uri="{BB962C8B-B14F-4D97-AF65-F5344CB8AC3E}">
        <p14:creationId xmlns:p14="http://schemas.microsoft.com/office/powerpoint/2010/main" val="2170303756"/>
      </p:ext>
    </p:extLst>
  </p:cSld>
  <p:clrMapOvr>
    <a:masterClrMapping/>
  </p:clrMapOvr>
  <p:transition spd="med">
    <p:pull/>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891DB1-F093-7774-1DE5-7D2516ABE7FA}"/>
              </a:ext>
            </a:extLst>
          </p:cNvPr>
          <p:cNvSpPr>
            <a:spLocks noGrp="1"/>
          </p:cNvSpPr>
          <p:nvPr>
            <p:ph type="title"/>
          </p:nvPr>
        </p:nvSpPr>
        <p:spPr/>
        <p:txBody>
          <a:bodyPr>
            <a:normAutofit/>
          </a:bodyPr>
          <a:lstStyle/>
          <a:p>
            <a:r>
              <a:rPr lang="en-US" dirty="0"/>
              <a:t>Interpreting Results</a:t>
            </a:r>
          </a:p>
        </p:txBody>
      </p:sp>
      <p:sp>
        <p:nvSpPr>
          <p:cNvPr id="5" name="Content Placeholder 2">
            <a:extLst>
              <a:ext uri="{FF2B5EF4-FFF2-40B4-BE49-F238E27FC236}">
                <a16:creationId xmlns:a16="http://schemas.microsoft.com/office/drawing/2014/main" id="{2DF1B482-D728-D103-804C-F39A2E0F33BF}"/>
              </a:ext>
            </a:extLst>
          </p:cNvPr>
          <p:cNvSpPr txBox="1">
            <a:spLocks/>
          </p:cNvSpPr>
          <p:nvPr/>
        </p:nvSpPr>
        <p:spPr>
          <a:xfrm>
            <a:off x="838200" y="6109791"/>
            <a:ext cx="10687279" cy="748209"/>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US" sz="2000" dirty="0"/>
          </a:p>
        </p:txBody>
      </p:sp>
      <p:pic>
        <p:nvPicPr>
          <p:cNvPr id="6" name="Picture 5">
            <a:extLst>
              <a:ext uri="{FF2B5EF4-FFF2-40B4-BE49-F238E27FC236}">
                <a16:creationId xmlns:a16="http://schemas.microsoft.com/office/drawing/2014/main" id="{439958D0-9989-B39E-D6E2-FB90ECA5F465}"/>
              </a:ext>
            </a:extLst>
          </p:cNvPr>
          <p:cNvPicPr>
            <a:picLocks noChangeAspect="1"/>
          </p:cNvPicPr>
          <p:nvPr/>
        </p:nvPicPr>
        <p:blipFill>
          <a:blip r:embed="rId2"/>
          <a:stretch>
            <a:fillRect/>
          </a:stretch>
        </p:blipFill>
        <p:spPr>
          <a:xfrm>
            <a:off x="768884" y="1651925"/>
            <a:ext cx="5750093" cy="2708429"/>
          </a:xfrm>
          <a:prstGeom prst="rect">
            <a:avLst/>
          </a:prstGeom>
        </p:spPr>
      </p:pic>
      <p:sp>
        <p:nvSpPr>
          <p:cNvPr id="3" name="Content Placeholder 2">
            <a:extLst>
              <a:ext uri="{FF2B5EF4-FFF2-40B4-BE49-F238E27FC236}">
                <a16:creationId xmlns:a16="http://schemas.microsoft.com/office/drawing/2014/main" id="{62A8CA51-4BEF-C98A-8A7E-21B8AB04F929}"/>
              </a:ext>
            </a:extLst>
          </p:cNvPr>
          <p:cNvSpPr>
            <a:spLocks noGrp="1"/>
          </p:cNvSpPr>
          <p:nvPr>
            <p:ph idx="1"/>
          </p:nvPr>
        </p:nvSpPr>
        <p:spPr>
          <a:xfrm>
            <a:off x="626076" y="4727209"/>
            <a:ext cx="10687279" cy="1798683"/>
          </a:xfrm>
        </p:spPr>
        <p:txBody>
          <a:bodyPr>
            <a:normAutofit fontScale="92500" lnSpcReduction="10000"/>
          </a:bodyPr>
          <a:lstStyle/>
          <a:p>
            <a:r>
              <a:rPr lang="en-US" sz="1800" dirty="0"/>
              <a:t>F-Statistic and P-Value:</a:t>
            </a:r>
          </a:p>
          <a:p>
            <a:pPr marL="457200" lvl="1"/>
            <a:r>
              <a:rPr lang="en-US" sz="1600" dirty="0"/>
              <a:t>An F-Statistic higher than the critical value or a P-value less than the alpha level (e.g., 0.05) indicates significant differences between group means.</a:t>
            </a:r>
          </a:p>
          <a:p>
            <a:pPr marL="457200" lvl="1"/>
            <a:r>
              <a:rPr lang="en-US" sz="1600" dirty="0"/>
              <a:t>In our example, both the F-Statistic and the P-value indicate significant difference between groups means, therefore we reject the null hypothesis.</a:t>
            </a:r>
          </a:p>
          <a:p>
            <a:r>
              <a:rPr lang="en-US" sz="1800" dirty="0"/>
              <a:t>Post Hoc Tests: </a:t>
            </a:r>
            <a:r>
              <a:rPr lang="en-US" sz="1600" dirty="0"/>
              <a:t>If the ANOVA is significant, perform post hoc tests (e.g., Tukey’s HSD) to determine which specific groups differ from each other.</a:t>
            </a:r>
          </a:p>
        </p:txBody>
      </p:sp>
    </p:spTree>
    <p:extLst>
      <p:ext uri="{BB962C8B-B14F-4D97-AF65-F5344CB8AC3E}">
        <p14:creationId xmlns:p14="http://schemas.microsoft.com/office/powerpoint/2010/main" val="2865119215"/>
      </p:ext>
    </p:extLst>
  </p:cSld>
  <p:clrMapOvr>
    <a:masterClrMapping/>
  </p:clrMapOvr>
  <p:transition spd="med">
    <p:pull/>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73AE91-A898-4A65-8CE7-1BCEF61FAF12}"/>
              </a:ext>
            </a:extLst>
          </p:cNvPr>
          <p:cNvSpPr>
            <a:spLocks noGrp="1"/>
          </p:cNvSpPr>
          <p:nvPr>
            <p:ph type="title"/>
          </p:nvPr>
        </p:nvSpPr>
        <p:spPr/>
        <p:txBody>
          <a:bodyPr/>
          <a:lstStyle/>
          <a:p>
            <a:r>
              <a:rPr lang="en-US" dirty="0"/>
              <a:t>2-Way ANOVA</a:t>
            </a:r>
          </a:p>
        </p:txBody>
      </p:sp>
      <p:sp>
        <p:nvSpPr>
          <p:cNvPr id="3" name="Content Placeholder 2">
            <a:extLst>
              <a:ext uri="{FF2B5EF4-FFF2-40B4-BE49-F238E27FC236}">
                <a16:creationId xmlns:a16="http://schemas.microsoft.com/office/drawing/2014/main" id="{4B0719DE-43B0-4F5B-8823-6AC5927AA0BE}"/>
              </a:ext>
            </a:extLst>
          </p:cNvPr>
          <p:cNvSpPr>
            <a:spLocks noGrp="1"/>
          </p:cNvSpPr>
          <p:nvPr>
            <p:ph idx="1"/>
          </p:nvPr>
        </p:nvSpPr>
        <p:spPr/>
        <p:txBody>
          <a:bodyPr>
            <a:normAutofit/>
          </a:bodyPr>
          <a:lstStyle/>
          <a:p>
            <a:r>
              <a:rPr lang="en-US" sz="1800" b="1" dirty="0"/>
              <a:t>Case Study: Effect of Teaching Method and Gender on Student Performance</a:t>
            </a:r>
          </a:p>
          <a:p>
            <a:pPr marL="0" indent="0">
              <a:buNone/>
            </a:pPr>
            <a:r>
              <a:rPr lang="en-US" sz="1800" b="1" dirty="0"/>
              <a:t>Objective:</a:t>
            </a:r>
          </a:p>
          <a:p>
            <a:r>
              <a:rPr lang="en-US" sz="1800" dirty="0"/>
              <a:t>A school administrator wants to investigate whether </a:t>
            </a:r>
            <a:r>
              <a:rPr lang="en-US" sz="1800" b="1" dirty="0"/>
              <a:t>student performance</a:t>
            </a:r>
            <a:r>
              <a:rPr lang="en-US" sz="1800" dirty="0"/>
              <a:t> is affected by:</a:t>
            </a:r>
          </a:p>
          <a:p>
            <a:pPr lvl="1">
              <a:buFont typeface="+mj-lt"/>
              <a:buAutoNum type="arabicPeriod"/>
            </a:pPr>
            <a:r>
              <a:rPr lang="en-US" sz="1600" b="1" dirty="0"/>
              <a:t>Teaching method</a:t>
            </a:r>
            <a:r>
              <a:rPr lang="en-US" sz="1600" dirty="0"/>
              <a:t> (Traditional vs. Online)</a:t>
            </a:r>
          </a:p>
          <a:p>
            <a:pPr lvl="1">
              <a:buFont typeface="+mj-lt"/>
              <a:buAutoNum type="arabicPeriod"/>
            </a:pPr>
            <a:r>
              <a:rPr lang="en-US" sz="1600" b="1" dirty="0"/>
              <a:t>Student gender</a:t>
            </a:r>
            <a:r>
              <a:rPr lang="en-US" sz="1600" dirty="0"/>
              <a:t> (Male vs. Female)</a:t>
            </a:r>
          </a:p>
          <a:p>
            <a:r>
              <a:rPr lang="en-US" sz="1800" dirty="0"/>
              <a:t>This leads to a </a:t>
            </a:r>
            <a:r>
              <a:rPr lang="en-US" sz="1800" b="1" dirty="0"/>
              <a:t>2x2 factorial design</a:t>
            </a:r>
            <a:r>
              <a:rPr lang="en-US" sz="1800" dirty="0"/>
              <a:t>:</a:t>
            </a:r>
          </a:p>
          <a:p>
            <a:pPr>
              <a:buFont typeface="Arial" panose="020B0604020202020204" pitchFamily="34" charset="0"/>
              <a:buChar char="•"/>
            </a:pPr>
            <a:r>
              <a:rPr lang="en-US" sz="1800" dirty="0"/>
              <a:t>Factor A: Teaching Method (Traditional, Online)</a:t>
            </a:r>
          </a:p>
          <a:p>
            <a:pPr>
              <a:buFont typeface="Arial" panose="020B0604020202020204" pitchFamily="34" charset="0"/>
              <a:buChar char="•"/>
            </a:pPr>
            <a:r>
              <a:rPr lang="en-US" sz="1800" dirty="0"/>
              <a:t>Factor B: Gender (Male, Female)</a:t>
            </a:r>
          </a:p>
          <a:p>
            <a:pPr>
              <a:buFont typeface="Arial" panose="020B0604020202020204" pitchFamily="34" charset="0"/>
              <a:buChar char="•"/>
            </a:pPr>
            <a:r>
              <a:rPr lang="en-US" sz="1800" dirty="0"/>
              <a:t>Response Variable: Final Exam Score (numerical)</a:t>
            </a:r>
          </a:p>
          <a:p>
            <a:endParaRPr lang="en-US" sz="1800" dirty="0"/>
          </a:p>
        </p:txBody>
      </p:sp>
    </p:spTree>
    <p:extLst>
      <p:ext uri="{BB962C8B-B14F-4D97-AF65-F5344CB8AC3E}">
        <p14:creationId xmlns:p14="http://schemas.microsoft.com/office/powerpoint/2010/main" val="4051640529"/>
      </p:ext>
    </p:extLst>
  </p:cSld>
  <p:clrMapOvr>
    <a:masterClrMapping/>
  </p:clrMapOvr>
  <p:transition spd="med">
    <p:pull/>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73AE91-A898-4A65-8CE7-1BCEF61FAF12}"/>
              </a:ext>
            </a:extLst>
          </p:cNvPr>
          <p:cNvSpPr>
            <a:spLocks noGrp="1"/>
          </p:cNvSpPr>
          <p:nvPr>
            <p:ph type="title"/>
          </p:nvPr>
        </p:nvSpPr>
        <p:spPr/>
        <p:txBody>
          <a:bodyPr/>
          <a:lstStyle/>
          <a:p>
            <a:r>
              <a:rPr lang="en-US" dirty="0"/>
              <a:t>2-Way ANOVA</a:t>
            </a:r>
          </a:p>
        </p:txBody>
      </p:sp>
      <p:graphicFrame>
        <p:nvGraphicFramePr>
          <p:cNvPr id="4" name="Content Placeholder 3">
            <a:extLst>
              <a:ext uri="{FF2B5EF4-FFF2-40B4-BE49-F238E27FC236}">
                <a16:creationId xmlns:a16="http://schemas.microsoft.com/office/drawing/2014/main" id="{30CD29F8-8A06-4B73-886B-A33FC88F5E67}"/>
              </a:ext>
            </a:extLst>
          </p:cNvPr>
          <p:cNvGraphicFramePr>
            <a:graphicFrameLocks noGrp="1"/>
          </p:cNvGraphicFramePr>
          <p:nvPr>
            <p:ph idx="1"/>
            <p:extLst>
              <p:ext uri="{D42A27DB-BD31-4B8C-83A1-F6EECF244321}">
                <p14:modId xmlns:p14="http://schemas.microsoft.com/office/powerpoint/2010/main" val="3707857935"/>
              </p:ext>
            </p:extLst>
          </p:nvPr>
        </p:nvGraphicFramePr>
        <p:xfrm>
          <a:off x="838200" y="1747301"/>
          <a:ext cx="6477000" cy="2743200"/>
        </p:xfrm>
        <a:graphic>
          <a:graphicData uri="http://schemas.openxmlformats.org/drawingml/2006/table">
            <a:tbl>
              <a:tblPr>
                <a:tableStyleId>{616DA210-FB5B-4158-B5E0-FEB733F419BA}</a:tableStyleId>
              </a:tblPr>
              <a:tblGrid>
                <a:gridCol w="2159000">
                  <a:extLst>
                    <a:ext uri="{9D8B030D-6E8A-4147-A177-3AD203B41FA5}">
                      <a16:colId xmlns:a16="http://schemas.microsoft.com/office/drawing/2014/main" val="3975125452"/>
                    </a:ext>
                  </a:extLst>
                </a:gridCol>
                <a:gridCol w="2159000">
                  <a:extLst>
                    <a:ext uri="{9D8B030D-6E8A-4147-A177-3AD203B41FA5}">
                      <a16:colId xmlns:a16="http://schemas.microsoft.com/office/drawing/2014/main" val="3663933463"/>
                    </a:ext>
                  </a:extLst>
                </a:gridCol>
                <a:gridCol w="2159000">
                  <a:extLst>
                    <a:ext uri="{9D8B030D-6E8A-4147-A177-3AD203B41FA5}">
                      <a16:colId xmlns:a16="http://schemas.microsoft.com/office/drawing/2014/main" val="3507365894"/>
                    </a:ext>
                  </a:extLst>
                </a:gridCol>
              </a:tblGrid>
              <a:tr h="0">
                <a:tc>
                  <a:txBody>
                    <a:bodyPr/>
                    <a:lstStyle/>
                    <a:p>
                      <a:pPr algn="ctr"/>
                      <a:r>
                        <a:rPr lang="en-US" sz="1400" b="1" dirty="0"/>
                        <a:t>Gender</a:t>
                      </a:r>
                    </a:p>
                  </a:txBody>
                  <a:tcPr anchor="ctr">
                    <a:solidFill>
                      <a:schemeClr val="bg1">
                        <a:lumMod val="85000"/>
                      </a:schemeClr>
                    </a:solidFill>
                  </a:tcPr>
                </a:tc>
                <a:tc>
                  <a:txBody>
                    <a:bodyPr/>
                    <a:lstStyle/>
                    <a:p>
                      <a:pPr algn="ctr"/>
                      <a:r>
                        <a:rPr lang="en-US" sz="1400" b="1"/>
                        <a:t>Teaching Method</a:t>
                      </a:r>
                    </a:p>
                  </a:txBody>
                  <a:tcPr anchor="ctr">
                    <a:solidFill>
                      <a:schemeClr val="bg1">
                        <a:lumMod val="85000"/>
                      </a:schemeClr>
                    </a:solidFill>
                  </a:tcPr>
                </a:tc>
                <a:tc>
                  <a:txBody>
                    <a:bodyPr/>
                    <a:lstStyle/>
                    <a:p>
                      <a:pPr algn="ctr"/>
                      <a:r>
                        <a:rPr lang="en-US" sz="1400" b="1" dirty="0"/>
                        <a:t>Exam Score</a:t>
                      </a:r>
                    </a:p>
                  </a:txBody>
                  <a:tcPr anchor="ctr">
                    <a:solidFill>
                      <a:schemeClr val="bg1">
                        <a:lumMod val="85000"/>
                      </a:schemeClr>
                    </a:solidFill>
                  </a:tcPr>
                </a:tc>
                <a:extLst>
                  <a:ext uri="{0D108BD9-81ED-4DB2-BD59-A6C34878D82A}">
                    <a16:rowId xmlns:a16="http://schemas.microsoft.com/office/drawing/2014/main" val="1765051608"/>
                  </a:ext>
                </a:extLst>
              </a:tr>
              <a:tr h="0">
                <a:tc>
                  <a:txBody>
                    <a:bodyPr/>
                    <a:lstStyle/>
                    <a:p>
                      <a:r>
                        <a:rPr lang="en-US" sz="1400" dirty="0"/>
                        <a:t>Male</a:t>
                      </a:r>
                    </a:p>
                  </a:txBody>
                  <a:tcPr anchor="ctr"/>
                </a:tc>
                <a:tc>
                  <a:txBody>
                    <a:bodyPr/>
                    <a:lstStyle/>
                    <a:p>
                      <a:r>
                        <a:rPr lang="en-US" sz="1400"/>
                        <a:t>Traditional</a:t>
                      </a:r>
                    </a:p>
                  </a:txBody>
                  <a:tcPr anchor="ctr"/>
                </a:tc>
                <a:tc>
                  <a:txBody>
                    <a:bodyPr/>
                    <a:lstStyle/>
                    <a:p>
                      <a:r>
                        <a:rPr lang="en-US" sz="1400"/>
                        <a:t>75</a:t>
                      </a:r>
                    </a:p>
                  </a:txBody>
                  <a:tcPr anchor="ctr"/>
                </a:tc>
                <a:extLst>
                  <a:ext uri="{0D108BD9-81ED-4DB2-BD59-A6C34878D82A}">
                    <a16:rowId xmlns:a16="http://schemas.microsoft.com/office/drawing/2014/main" val="660016294"/>
                  </a:ext>
                </a:extLst>
              </a:tr>
              <a:tr h="0">
                <a:tc>
                  <a:txBody>
                    <a:bodyPr/>
                    <a:lstStyle/>
                    <a:p>
                      <a:r>
                        <a:rPr lang="en-US" sz="1400" dirty="0"/>
                        <a:t>Male</a:t>
                      </a:r>
                    </a:p>
                  </a:txBody>
                  <a:tcPr anchor="ctr"/>
                </a:tc>
                <a:tc>
                  <a:txBody>
                    <a:bodyPr/>
                    <a:lstStyle/>
                    <a:p>
                      <a:r>
                        <a:rPr lang="en-US" sz="1400"/>
                        <a:t>Traditional</a:t>
                      </a:r>
                    </a:p>
                  </a:txBody>
                  <a:tcPr anchor="ctr"/>
                </a:tc>
                <a:tc>
                  <a:txBody>
                    <a:bodyPr/>
                    <a:lstStyle/>
                    <a:p>
                      <a:r>
                        <a:rPr lang="en-US" sz="1400"/>
                        <a:t>78</a:t>
                      </a:r>
                    </a:p>
                  </a:txBody>
                  <a:tcPr anchor="ctr"/>
                </a:tc>
                <a:extLst>
                  <a:ext uri="{0D108BD9-81ED-4DB2-BD59-A6C34878D82A}">
                    <a16:rowId xmlns:a16="http://schemas.microsoft.com/office/drawing/2014/main" val="2251747229"/>
                  </a:ext>
                </a:extLst>
              </a:tr>
              <a:tr h="0">
                <a:tc>
                  <a:txBody>
                    <a:bodyPr/>
                    <a:lstStyle/>
                    <a:p>
                      <a:r>
                        <a:rPr lang="en-US" sz="1400"/>
                        <a:t>Female</a:t>
                      </a:r>
                    </a:p>
                  </a:txBody>
                  <a:tcPr anchor="ctr"/>
                </a:tc>
                <a:tc>
                  <a:txBody>
                    <a:bodyPr/>
                    <a:lstStyle/>
                    <a:p>
                      <a:r>
                        <a:rPr lang="en-US" sz="1400"/>
                        <a:t>Traditional</a:t>
                      </a:r>
                    </a:p>
                  </a:txBody>
                  <a:tcPr anchor="ctr"/>
                </a:tc>
                <a:tc>
                  <a:txBody>
                    <a:bodyPr/>
                    <a:lstStyle/>
                    <a:p>
                      <a:r>
                        <a:rPr lang="en-US" sz="1400"/>
                        <a:t>85</a:t>
                      </a:r>
                    </a:p>
                  </a:txBody>
                  <a:tcPr anchor="ctr"/>
                </a:tc>
                <a:extLst>
                  <a:ext uri="{0D108BD9-81ED-4DB2-BD59-A6C34878D82A}">
                    <a16:rowId xmlns:a16="http://schemas.microsoft.com/office/drawing/2014/main" val="3338557688"/>
                  </a:ext>
                </a:extLst>
              </a:tr>
              <a:tr h="0">
                <a:tc>
                  <a:txBody>
                    <a:bodyPr/>
                    <a:lstStyle/>
                    <a:p>
                      <a:r>
                        <a:rPr lang="en-US" sz="1400"/>
                        <a:t>Female</a:t>
                      </a:r>
                    </a:p>
                  </a:txBody>
                  <a:tcPr anchor="ctr"/>
                </a:tc>
                <a:tc>
                  <a:txBody>
                    <a:bodyPr/>
                    <a:lstStyle/>
                    <a:p>
                      <a:r>
                        <a:rPr lang="en-US" sz="1400" dirty="0"/>
                        <a:t>Traditional</a:t>
                      </a:r>
                    </a:p>
                  </a:txBody>
                  <a:tcPr anchor="ctr"/>
                </a:tc>
                <a:tc>
                  <a:txBody>
                    <a:bodyPr/>
                    <a:lstStyle/>
                    <a:p>
                      <a:r>
                        <a:rPr lang="en-US" sz="1400"/>
                        <a:t>82</a:t>
                      </a:r>
                    </a:p>
                  </a:txBody>
                  <a:tcPr anchor="ctr"/>
                </a:tc>
                <a:extLst>
                  <a:ext uri="{0D108BD9-81ED-4DB2-BD59-A6C34878D82A}">
                    <a16:rowId xmlns:a16="http://schemas.microsoft.com/office/drawing/2014/main" val="2416556421"/>
                  </a:ext>
                </a:extLst>
              </a:tr>
              <a:tr h="0">
                <a:tc>
                  <a:txBody>
                    <a:bodyPr/>
                    <a:lstStyle/>
                    <a:p>
                      <a:r>
                        <a:rPr lang="en-US" sz="1400"/>
                        <a:t>Male</a:t>
                      </a:r>
                    </a:p>
                  </a:txBody>
                  <a:tcPr anchor="ctr"/>
                </a:tc>
                <a:tc>
                  <a:txBody>
                    <a:bodyPr/>
                    <a:lstStyle/>
                    <a:p>
                      <a:r>
                        <a:rPr lang="en-US" sz="1400" dirty="0"/>
                        <a:t>Online</a:t>
                      </a:r>
                    </a:p>
                  </a:txBody>
                  <a:tcPr anchor="ctr"/>
                </a:tc>
                <a:tc>
                  <a:txBody>
                    <a:bodyPr/>
                    <a:lstStyle/>
                    <a:p>
                      <a:r>
                        <a:rPr lang="en-US" sz="1400"/>
                        <a:t>70</a:t>
                      </a:r>
                    </a:p>
                  </a:txBody>
                  <a:tcPr anchor="ctr"/>
                </a:tc>
                <a:extLst>
                  <a:ext uri="{0D108BD9-81ED-4DB2-BD59-A6C34878D82A}">
                    <a16:rowId xmlns:a16="http://schemas.microsoft.com/office/drawing/2014/main" val="527585995"/>
                  </a:ext>
                </a:extLst>
              </a:tr>
              <a:tr h="0">
                <a:tc>
                  <a:txBody>
                    <a:bodyPr/>
                    <a:lstStyle/>
                    <a:p>
                      <a:r>
                        <a:rPr lang="en-US" sz="1400"/>
                        <a:t>Male</a:t>
                      </a:r>
                    </a:p>
                  </a:txBody>
                  <a:tcPr anchor="ctr"/>
                </a:tc>
                <a:tc>
                  <a:txBody>
                    <a:bodyPr/>
                    <a:lstStyle/>
                    <a:p>
                      <a:r>
                        <a:rPr lang="en-US" sz="1400" dirty="0"/>
                        <a:t>Online</a:t>
                      </a:r>
                    </a:p>
                  </a:txBody>
                  <a:tcPr anchor="ctr"/>
                </a:tc>
                <a:tc>
                  <a:txBody>
                    <a:bodyPr/>
                    <a:lstStyle/>
                    <a:p>
                      <a:r>
                        <a:rPr lang="en-US" sz="1400" dirty="0"/>
                        <a:t>68</a:t>
                      </a:r>
                    </a:p>
                  </a:txBody>
                  <a:tcPr anchor="ctr"/>
                </a:tc>
                <a:extLst>
                  <a:ext uri="{0D108BD9-81ED-4DB2-BD59-A6C34878D82A}">
                    <a16:rowId xmlns:a16="http://schemas.microsoft.com/office/drawing/2014/main" val="4187301188"/>
                  </a:ext>
                </a:extLst>
              </a:tr>
              <a:tr h="0">
                <a:tc>
                  <a:txBody>
                    <a:bodyPr/>
                    <a:lstStyle/>
                    <a:p>
                      <a:r>
                        <a:rPr lang="en-US" sz="1400"/>
                        <a:t>Female</a:t>
                      </a:r>
                    </a:p>
                  </a:txBody>
                  <a:tcPr anchor="ctr"/>
                </a:tc>
                <a:tc>
                  <a:txBody>
                    <a:bodyPr/>
                    <a:lstStyle/>
                    <a:p>
                      <a:r>
                        <a:rPr lang="en-US" sz="1400"/>
                        <a:t>Online</a:t>
                      </a:r>
                    </a:p>
                  </a:txBody>
                  <a:tcPr anchor="ctr"/>
                </a:tc>
                <a:tc>
                  <a:txBody>
                    <a:bodyPr/>
                    <a:lstStyle/>
                    <a:p>
                      <a:r>
                        <a:rPr lang="en-US" sz="1400" dirty="0"/>
                        <a:t>80</a:t>
                      </a:r>
                    </a:p>
                  </a:txBody>
                  <a:tcPr anchor="ctr"/>
                </a:tc>
                <a:extLst>
                  <a:ext uri="{0D108BD9-81ED-4DB2-BD59-A6C34878D82A}">
                    <a16:rowId xmlns:a16="http://schemas.microsoft.com/office/drawing/2014/main" val="4015425752"/>
                  </a:ext>
                </a:extLst>
              </a:tr>
              <a:tr h="0">
                <a:tc>
                  <a:txBody>
                    <a:bodyPr/>
                    <a:lstStyle/>
                    <a:p>
                      <a:r>
                        <a:rPr lang="en-US" sz="1400"/>
                        <a:t>Female</a:t>
                      </a:r>
                    </a:p>
                  </a:txBody>
                  <a:tcPr anchor="ctr"/>
                </a:tc>
                <a:tc>
                  <a:txBody>
                    <a:bodyPr/>
                    <a:lstStyle/>
                    <a:p>
                      <a:r>
                        <a:rPr lang="en-US" sz="1400"/>
                        <a:t>Online</a:t>
                      </a:r>
                    </a:p>
                  </a:txBody>
                  <a:tcPr anchor="ctr"/>
                </a:tc>
                <a:tc>
                  <a:txBody>
                    <a:bodyPr/>
                    <a:lstStyle/>
                    <a:p>
                      <a:r>
                        <a:rPr lang="en-US" sz="1400" dirty="0"/>
                        <a:t>83</a:t>
                      </a:r>
                    </a:p>
                  </a:txBody>
                  <a:tcPr anchor="ctr"/>
                </a:tc>
                <a:extLst>
                  <a:ext uri="{0D108BD9-81ED-4DB2-BD59-A6C34878D82A}">
                    <a16:rowId xmlns:a16="http://schemas.microsoft.com/office/drawing/2014/main" val="1435759704"/>
                  </a:ext>
                </a:extLst>
              </a:tr>
            </a:tbl>
          </a:graphicData>
        </a:graphic>
      </p:graphicFrame>
      <p:graphicFrame>
        <p:nvGraphicFramePr>
          <p:cNvPr id="5" name="Table 4">
            <a:extLst>
              <a:ext uri="{FF2B5EF4-FFF2-40B4-BE49-F238E27FC236}">
                <a16:creationId xmlns:a16="http://schemas.microsoft.com/office/drawing/2014/main" id="{32A7FF02-00A7-4B96-B478-CB5CE55DC7ED}"/>
              </a:ext>
            </a:extLst>
          </p:cNvPr>
          <p:cNvGraphicFramePr>
            <a:graphicFrameLocks noGrp="1"/>
          </p:cNvGraphicFramePr>
          <p:nvPr>
            <p:extLst>
              <p:ext uri="{D42A27DB-BD31-4B8C-83A1-F6EECF244321}">
                <p14:modId xmlns:p14="http://schemas.microsoft.com/office/powerpoint/2010/main" val="1752328494"/>
              </p:ext>
            </p:extLst>
          </p:nvPr>
        </p:nvGraphicFramePr>
        <p:xfrm>
          <a:off x="838200" y="5098574"/>
          <a:ext cx="10515600" cy="1463040"/>
        </p:xfrm>
        <a:graphic>
          <a:graphicData uri="http://schemas.openxmlformats.org/drawingml/2006/table">
            <a:tbl>
              <a:tblPr>
                <a:tableStyleId>{5940675A-B579-460E-94D1-54222C63F5DA}</a:tableStyleId>
              </a:tblPr>
              <a:tblGrid>
                <a:gridCol w="2103120">
                  <a:extLst>
                    <a:ext uri="{9D8B030D-6E8A-4147-A177-3AD203B41FA5}">
                      <a16:colId xmlns:a16="http://schemas.microsoft.com/office/drawing/2014/main" val="2270311913"/>
                    </a:ext>
                  </a:extLst>
                </a:gridCol>
                <a:gridCol w="2103120">
                  <a:extLst>
                    <a:ext uri="{9D8B030D-6E8A-4147-A177-3AD203B41FA5}">
                      <a16:colId xmlns:a16="http://schemas.microsoft.com/office/drawing/2014/main" val="1146587391"/>
                    </a:ext>
                  </a:extLst>
                </a:gridCol>
                <a:gridCol w="2103120">
                  <a:extLst>
                    <a:ext uri="{9D8B030D-6E8A-4147-A177-3AD203B41FA5}">
                      <a16:colId xmlns:a16="http://schemas.microsoft.com/office/drawing/2014/main" val="4164875116"/>
                    </a:ext>
                  </a:extLst>
                </a:gridCol>
                <a:gridCol w="2103120">
                  <a:extLst>
                    <a:ext uri="{9D8B030D-6E8A-4147-A177-3AD203B41FA5}">
                      <a16:colId xmlns:a16="http://schemas.microsoft.com/office/drawing/2014/main" val="682256027"/>
                    </a:ext>
                  </a:extLst>
                </a:gridCol>
                <a:gridCol w="2103120">
                  <a:extLst>
                    <a:ext uri="{9D8B030D-6E8A-4147-A177-3AD203B41FA5}">
                      <a16:colId xmlns:a16="http://schemas.microsoft.com/office/drawing/2014/main" val="623223879"/>
                    </a:ext>
                  </a:extLst>
                </a:gridCol>
              </a:tblGrid>
              <a:tr h="0">
                <a:tc>
                  <a:txBody>
                    <a:bodyPr/>
                    <a:lstStyle/>
                    <a:p>
                      <a:endParaRPr lang="en-US"/>
                    </a:p>
                  </a:txBody>
                  <a:tcPr anchor="ctr"/>
                </a:tc>
                <a:tc>
                  <a:txBody>
                    <a:bodyPr/>
                    <a:lstStyle/>
                    <a:p>
                      <a:pPr algn="ctr"/>
                      <a:r>
                        <a:rPr lang="en-US"/>
                        <a:t>Traditional</a:t>
                      </a:r>
                    </a:p>
                  </a:txBody>
                  <a:tcPr anchor="ctr">
                    <a:solidFill>
                      <a:schemeClr val="bg1">
                        <a:lumMod val="85000"/>
                      </a:schemeClr>
                    </a:solidFill>
                  </a:tcPr>
                </a:tc>
                <a:tc>
                  <a:txBody>
                    <a:bodyPr/>
                    <a:lstStyle/>
                    <a:p>
                      <a:pPr algn="ctr"/>
                      <a:endParaRPr lang="en-US"/>
                    </a:p>
                  </a:txBody>
                  <a:tcPr anchor="ctr">
                    <a:solidFill>
                      <a:schemeClr val="bg1">
                        <a:lumMod val="85000"/>
                      </a:schemeClr>
                    </a:solidFill>
                  </a:tcPr>
                </a:tc>
                <a:tc>
                  <a:txBody>
                    <a:bodyPr/>
                    <a:lstStyle/>
                    <a:p>
                      <a:pPr algn="ctr"/>
                      <a:r>
                        <a:rPr lang="en-US"/>
                        <a:t>Online</a:t>
                      </a:r>
                    </a:p>
                  </a:txBody>
                  <a:tcPr anchor="ctr">
                    <a:solidFill>
                      <a:schemeClr val="bg1">
                        <a:lumMod val="85000"/>
                      </a:schemeClr>
                    </a:solidFill>
                  </a:tcPr>
                </a:tc>
                <a:tc>
                  <a:txBody>
                    <a:bodyPr/>
                    <a:lstStyle/>
                    <a:p>
                      <a:pPr algn="ctr"/>
                      <a:endParaRPr lang="en-US" dirty="0"/>
                    </a:p>
                  </a:txBody>
                  <a:tcPr anchor="ctr">
                    <a:solidFill>
                      <a:schemeClr val="bg1">
                        <a:lumMod val="85000"/>
                      </a:schemeClr>
                    </a:solidFill>
                  </a:tcPr>
                </a:tc>
                <a:extLst>
                  <a:ext uri="{0D108BD9-81ED-4DB2-BD59-A6C34878D82A}">
                    <a16:rowId xmlns:a16="http://schemas.microsoft.com/office/drawing/2014/main" val="1311376575"/>
                  </a:ext>
                </a:extLst>
              </a:tr>
              <a:tr h="0">
                <a:tc>
                  <a:txBody>
                    <a:bodyPr/>
                    <a:lstStyle/>
                    <a:p>
                      <a:endParaRPr lang="en-US"/>
                    </a:p>
                  </a:txBody>
                  <a:tcPr anchor="ctr"/>
                </a:tc>
                <a:tc>
                  <a:txBody>
                    <a:bodyPr/>
                    <a:lstStyle/>
                    <a:p>
                      <a:pPr algn="ctr"/>
                      <a:r>
                        <a:rPr lang="en-US"/>
                        <a:t>Male</a:t>
                      </a:r>
                    </a:p>
                  </a:txBody>
                  <a:tcPr anchor="ctr">
                    <a:solidFill>
                      <a:schemeClr val="bg1">
                        <a:lumMod val="85000"/>
                      </a:schemeClr>
                    </a:solidFill>
                  </a:tcPr>
                </a:tc>
                <a:tc>
                  <a:txBody>
                    <a:bodyPr/>
                    <a:lstStyle/>
                    <a:p>
                      <a:pPr algn="ctr"/>
                      <a:r>
                        <a:rPr lang="en-US"/>
                        <a:t>Female</a:t>
                      </a:r>
                    </a:p>
                  </a:txBody>
                  <a:tcPr anchor="ctr">
                    <a:solidFill>
                      <a:schemeClr val="bg1">
                        <a:lumMod val="85000"/>
                      </a:schemeClr>
                    </a:solidFill>
                  </a:tcPr>
                </a:tc>
                <a:tc>
                  <a:txBody>
                    <a:bodyPr/>
                    <a:lstStyle/>
                    <a:p>
                      <a:pPr algn="ctr"/>
                      <a:r>
                        <a:rPr lang="en-US"/>
                        <a:t>Male</a:t>
                      </a:r>
                    </a:p>
                  </a:txBody>
                  <a:tcPr anchor="ctr">
                    <a:solidFill>
                      <a:schemeClr val="bg1">
                        <a:lumMod val="85000"/>
                      </a:schemeClr>
                    </a:solidFill>
                  </a:tcPr>
                </a:tc>
                <a:tc>
                  <a:txBody>
                    <a:bodyPr/>
                    <a:lstStyle/>
                    <a:p>
                      <a:pPr algn="ctr"/>
                      <a:r>
                        <a:rPr lang="en-US" dirty="0"/>
                        <a:t>Female</a:t>
                      </a:r>
                    </a:p>
                  </a:txBody>
                  <a:tcPr anchor="ctr">
                    <a:solidFill>
                      <a:schemeClr val="bg1">
                        <a:lumMod val="85000"/>
                      </a:schemeClr>
                    </a:solidFill>
                  </a:tcPr>
                </a:tc>
                <a:extLst>
                  <a:ext uri="{0D108BD9-81ED-4DB2-BD59-A6C34878D82A}">
                    <a16:rowId xmlns:a16="http://schemas.microsoft.com/office/drawing/2014/main" val="1761932133"/>
                  </a:ext>
                </a:extLst>
              </a:tr>
              <a:tr h="0">
                <a:tc>
                  <a:txBody>
                    <a:bodyPr/>
                    <a:lstStyle/>
                    <a:p>
                      <a:r>
                        <a:rPr lang="en-US"/>
                        <a:t>Score1</a:t>
                      </a:r>
                    </a:p>
                  </a:txBody>
                  <a:tcPr anchor="ctr">
                    <a:solidFill>
                      <a:schemeClr val="bg1">
                        <a:lumMod val="85000"/>
                      </a:schemeClr>
                    </a:solidFill>
                  </a:tcPr>
                </a:tc>
                <a:tc>
                  <a:txBody>
                    <a:bodyPr/>
                    <a:lstStyle/>
                    <a:p>
                      <a:pPr algn="ctr"/>
                      <a:r>
                        <a:rPr lang="en-US"/>
                        <a:t>75</a:t>
                      </a:r>
                    </a:p>
                  </a:txBody>
                  <a:tcPr anchor="ctr"/>
                </a:tc>
                <a:tc>
                  <a:txBody>
                    <a:bodyPr/>
                    <a:lstStyle/>
                    <a:p>
                      <a:pPr algn="ctr"/>
                      <a:r>
                        <a:rPr lang="en-US"/>
                        <a:t>85</a:t>
                      </a:r>
                    </a:p>
                  </a:txBody>
                  <a:tcPr anchor="ctr"/>
                </a:tc>
                <a:tc>
                  <a:txBody>
                    <a:bodyPr/>
                    <a:lstStyle/>
                    <a:p>
                      <a:pPr algn="ctr"/>
                      <a:r>
                        <a:rPr lang="en-US"/>
                        <a:t>70</a:t>
                      </a:r>
                    </a:p>
                  </a:txBody>
                  <a:tcPr anchor="ctr"/>
                </a:tc>
                <a:tc>
                  <a:txBody>
                    <a:bodyPr/>
                    <a:lstStyle/>
                    <a:p>
                      <a:pPr algn="ctr"/>
                      <a:r>
                        <a:rPr lang="en-US"/>
                        <a:t>80</a:t>
                      </a:r>
                    </a:p>
                  </a:txBody>
                  <a:tcPr anchor="ctr"/>
                </a:tc>
                <a:extLst>
                  <a:ext uri="{0D108BD9-81ED-4DB2-BD59-A6C34878D82A}">
                    <a16:rowId xmlns:a16="http://schemas.microsoft.com/office/drawing/2014/main" val="3274913487"/>
                  </a:ext>
                </a:extLst>
              </a:tr>
              <a:tr h="0">
                <a:tc>
                  <a:txBody>
                    <a:bodyPr/>
                    <a:lstStyle/>
                    <a:p>
                      <a:r>
                        <a:rPr lang="en-US" dirty="0"/>
                        <a:t>Score2</a:t>
                      </a:r>
                    </a:p>
                  </a:txBody>
                  <a:tcPr anchor="ctr">
                    <a:solidFill>
                      <a:schemeClr val="bg1">
                        <a:lumMod val="85000"/>
                      </a:schemeClr>
                    </a:solidFill>
                  </a:tcPr>
                </a:tc>
                <a:tc>
                  <a:txBody>
                    <a:bodyPr/>
                    <a:lstStyle/>
                    <a:p>
                      <a:pPr algn="ctr"/>
                      <a:r>
                        <a:rPr lang="en-US"/>
                        <a:t>78</a:t>
                      </a:r>
                    </a:p>
                  </a:txBody>
                  <a:tcPr anchor="ctr"/>
                </a:tc>
                <a:tc>
                  <a:txBody>
                    <a:bodyPr/>
                    <a:lstStyle/>
                    <a:p>
                      <a:pPr algn="ctr"/>
                      <a:r>
                        <a:rPr lang="en-US"/>
                        <a:t>82</a:t>
                      </a:r>
                    </a:p>
                  </a:txBody>
                  <a:tcPr anchor="ctr"/>
                </a:tc>
                <a:tc>
                  <a:txBody>
                    <a:bodyPr/>
                    <a:lstStyle/>
                    <a:p>
                      <a:pPr algn="ctr"/>
                      <a:r>
                        <a:rPr lang="en-US"/>
                        <a:t>68</a:t>
                      </a:r>
                    </a:p>
                  </a:txBody>
                  <a:tcPr anchor="ctr"/>
                </a:tc>
                <a:tc>
                  <a:txBody>
                    <a:bodyPr/>
                    <a:lstStyle/>
                    <a:p>
                      <a:pPr algn="ctr"/>
                      <a:r>
                        <a:rPr lang="en-US" dirty="0"/>
                        <a:t>83</a:t>
                      </a:r>
                    </a:p>
                  </a:txBody>
                  <a:tcPr anchor="ctr"/>
                </a:tc>
                <a:extLst>
                  <a:ext uri="{0D108BD9-81ED-4DB2-BD59-A6C34878D82A}">
                    <a16:rowId xmlns:a16="http://schemas.microsoft.com/office/drawing/2014/main" val="943877498"/>
                  </a:ext>
                </a:extLst>
              </a:tr>
            </a:tbl>
          </a:graphicData>
        </a:graphic>
      </p:graphicFrame>
    </p:spTree>
    <p:extLst>
      <p:ext uri="{BB962C8B-B14F-4D97-AF65-F5344CB8AC3E}">
        <p14:creationId xmlns:p14="http://schemas.microsoft.com/office/powerpoint/2010/main" val="3660604927"/>
      </p:ext>
    </p:extLst>
  </p:cSld>
  <p:clrMapOvr>
    <a:masterClrMapping/>
  </p:clrMapOvr>
  <p:transition spd="med">
    <p:pull/>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B5AA95-80B6-CD5E-3924-E510E93FA389}"/>
              </a:ext>
            </a:extLst>
          </p:cNvPr>
          <p:cNvSpPr>
            <a:spLocks noGrp="1"/>
          </p:cNvSpPr>
          <p:nvPr>
            <p:ph type="title"/>
          </p:nvPr>
        </p:nvSpPr>
        <p:spPr>
          <a:xfrm>
            <a:off x="838200" y="797523"/>
            <a:ext cx="4265141" cy="748208"/>
          </a:xfrm>
        </p:spPr>
        <p:txBody>
          <a:bodyPr/>
          <a:lstStyle/>
          <a:p>
            <a:r>
              <a:rPr lang="en-US" dirty="0"/>
              <a:t>How to Select Test Type</a:t>
            </a:r>
          </a:p>
        </p:txBody>
      </p:sp>
      <p:pic>
        <p:nvPicPr>
          <p:cNvPr id="4" name="Content Placeholder 4" descr="A diagram of a flowchart&#10;&#10;Description automatically generated">
            <a:extLst>
              <a:ext uri="{FF2B5EF4-FFF2-40B4-BE49-F238E27FC236}">
                <a16:creationId xmlns:a16="http://schemas.microsoft.com/office/drawing/2014/main" id="{74D2163C-9B06-605A-CBD7-17ACC1C06142}"/>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5430794" y="732755"/>
            <a:ext cx="4751172" cy="6053345"/>
          </a:xfrm>
        </p:spPr>
      </p:pic>
    </p:spTree>
    <p:extLst>
      <p:ext uri="{BB962C8B-B14F-4D97-AF65-F5344CB8AC3E}">
        <p14:creationId xmlns:p14="http://schemas.microsoft.com/office/powerpoint/2010/main" val="1697141369"/>
      </p:ext>
    </p:extLst>
  </p:cSld>
  <p:clrMapOvr>
    <a:masterClrMapping/>
  </p:clrMapOvr>
  <p:transition spd="med">
    <p:pull/>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8129</TotalTime>
  <Words>5752</Words>
  <Application>Microsoft Office PowerPoint</Application>
  <PresentationFormat>Widescreen</PresentationFormat>
  <Paragraphs>958</Paragraphs>
  <Slides>53</Slides>
  <Notes>1</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53</vt:i4>
      </vt:variant>
    </vt:vector>
  </HeadingPairs>
  <TitlesOfParts>
    <vt:vector size="62" baseType="lpstr">
      <vt:lpstr>Aptos Narrow</vt:lpstr>
      <vt:lpstr>Arial</vt:lpstr>
      <vt:lpstr>Calibri</vt:lpstr>
      <vt:lpstr>Calibri Light</vt:lpstr>
      <vt:lpstr>Cambria Math</vt:lpstr>
      <vt:lpstr>Söhne</vt:lpstr>
      <vt:lpstr>Verdana</vt:lpstr>
      <vt:lpstr>Wingdings</vt:lpstr>
      <vt:lpstr>Office Theme</vt:lpstr>
      <vt:lpstr>307102 Descriptive Statistics for Business</vt:lpstr>
      <vt:lpstr>Content</vt:lpstr>
      <vt:lpstr>Hypothesis Testing</vt:lpstr>
      <vt:lpstr>Business Related Examples in Hypothesis Testing</vt:lpstr>
      <vt:lpstr>PowerPoint Presentation</vt:lpstr>
      <vt:lpstr>Key Concepts</vt:lpstr>
      <vt:lpstr>The Null and The Alternative Hypothesis</vt:lpstr>
      <vt:lpstr>Choosing the Right Test</vt:lpstr>
      <vt:lpstr>The Process</vt:lpstr>
      <vt:lpstr>More about Hypothesis Testing Core Concepts</vt:lpstr>
      <vt:lpstr>The Significance Level α</vt:lpstr>
      <vt:lpstr>The Test Statistic</vt:lpstr>
      <vt:lpstr>Computing the Test Statistic Dependence on our Knowledge about Variance</vt:lpstr>
      <vt:lpstr>The Critical Value and the p-Value Approach to Hypothesis Testing</vt:lpstr>
      <vt:lpstr>The Critical Value Approach to Hypothesis Testing</vt:lpstr>
      <vt:lpstr>The p-Value Approach to Hypothesis Testing</vt:lpstr>
      <vt:lpstr>Type I and Type II Errors</vt:lpstr>
      <vt:lpstr>Hypothesis Testing Examples</vt:lpstr>
      <vt:lpstr>One Sample Test – Testing for Two Tails</vt:lpstr>
      <vt:lpstr>Implement the Test Using Excel Data Analysis Add In</vt:lpstr>
      <vt:lpstr>One Sample – One Tail Test – Upper Tail</vt:lpstr>
      <vt:lpstr>Implement the Test Using Excel Data Analysis Add In</vt:lpstr>
      <vt:lpstr>Two Sample T-Tests</vt:lpstr>
      <vt:lpstr>Two Samples T-Test – Testing Dependent Groups (Paired T Test)</vt:lpstr>
      <vt:lpstr>Two Samples T-Test – Testing Dependent Groups (Paired T Test)</vt:lpstr>
      <vt:lpstr>Two Samples T-Test – Testing Dependent Groups (Paired T Test)</vt:lpstr>
      <vt:lpstr>Two Samples T-Test – Testing Independent Groups (Unpaired T Test) (variance assumed to be equal)</vt:lpstr>
      <vt:lpstr>Two Samples T-Test – Testing Independent Groups (Unpaired T Test) (variance assumed to be equal)</vt:lpstr>
      <vt:lpstr>Two Samples T-Test – Testing Independent Groups (Unpaired T Test) (variance assumed to be NOT equal)</vt:lpstr>
      <vt:lpstr>Two Samples T-Test – Testing Independent Groups (Unpaired T Test) (variance assumed to be NOT equal)</vt:lpstr>
      <vt:lpstr>Testing Proportions</vt:lpstr>
      <vt:lpstr>Introduction to Proportion Tests</vt:lpstr>
      <vt:lpstr>One-Sample Proportion Test</vt:lpstr>
      <vt:lpstr>Example</vt:lpstr>
      <vt:lpstr>Two-Samples Proportion Test</vt:lpstr>
      <vt:lpstr>Example: Does the New Treatment Work?</vt:lpstr>
      <vt:lpstr>Hypothesis Testing for Categorical Data</vt:lpstr>
      <vt:lpstr>Introduction to Chi-Square Tests</vt:lpstr>
      <vt:lpstr>Examples</vt:lpstr>
      <vt:lpstr>Chi-Square Steps – Test of Independence</vt:lpstr>
      <vt:lpstr>Chi-Square Steps – Test of Independence</vt:lpstr>
      <vt:lpstr>Example: Product Preference Across Age Groups</vt:lpstr>
      <vt:lpstr>Steps to Solve in Excel</vt:lpstr>
      <vt:lpstr>Calculate Chi-Square Value</vt:lpstr>
      <vt:lpstr>Steps to Solve in Excel</vt:lpstr>
      <vt:lpstr>Hypothesis Testing for More than Two Populations Means</vt:lpstr>
      <vt:lpstr>Introduction to One-Way ANOVA</vt:lpstr>
      <vt:lpstr>One Way ANOVA</vt:lpstr>
      <vt:lpstr>ANOVA Example</vt:lpstr>
      <vt:lpstr>Interpreting Results</vt:lpstr>
      <vt:lpstr>2-Way ANOVA</vt:lpstr>
      <vt:lpstr>2-Way ANOVA</vt:lpstr>
      <vt:lpstr>How to Select Test Type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Probability Distribution Functions</dc:title>
  <dc:creator>Mohammed Fasha</dc:creator>
  <cp:lastModifiedBy>Mohammed Fasha</cp:lastModifiedBy>
  <cp:revision>1116</cp:revision>
  <dcterms:created xsi:type="dcterms:W3CDTF">2023-03-26T11:17:23Z</dcterms:created>
  <dcterms:modified xsi:type="dcterms:W3CDTF">2025-05-28T03:46:35Z</dcterms:modified>
</cp:coreProperties>
</file>