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83" r:id="rId2"/>
    <p:sldId id="447" r:id="rId3"/>
    <p:sldId id="423" r:id="rId4"/>
    <p:sldId id="333" r:id="rId5"/>
    <p:sldId id="427" r:id="rId6"/>
    <p:sldId id="428" r:id="rId7"/>
    <p:sldId id="611" r:id="rId8"/>
    <p:sldId id="612" r:id="rId9"/>
    <p:sldId id="644" r:id="rId10"/>
    <p:sldId id="607" r:id="rId11"/>
    <p:sldId id="725" r:id="rId12"/>
    <p:sldId id="430" r:id="rId13"/>
    <p:sldId id="431" r:id="rId14"/>
    <p:sldId id="613" r:id="rId15"/>
    <p:sldId id="614" r:id="rId16"/>
    <p:sldId id="615" r:id="rId17"/>
    <p:sldId id="617" r:id="rId18"/>
    <p:sldId id="616" r:id="rId19"/>
    <p:sldId id="618" r:id="rId20"/>
    <p:sldId id="69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DC8870-DB6C-438B-8070-11A8FA504ECC}" v="1" dt="2025-05-17T14:18:37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51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5980B3BB-4EB6-4E37-92BF-3A2A8F4B2C7A}"/>
    <pc:docChg chg="custSel modSld">
      <pc:chgData name="Mohammed Fasha" userId="cc64f42d-a1a6-4f08-b97b-0c37f877119f" providerId="ADAL" clId="{5980B3BB-4EB6-4E37-92BF-3A2A8F4B2C7A}" dt="2024-10-15T02:28:13.535" v="0" actId="478"/>
      <pc:docMkLst>
        <pc:docMk/>
      </pc:docMkLst>
      <pc:sldChg chg="delSp mod">
        <pc:chgData name="Mohammed Fasha" userId="cc64f42d-a1a6-4f08-b97b-0c37f877119f" providerId="ADAL" clId="{5980B3BB-4EB6-4E37-92BF-3A2A8F4B2C7A}" dt="2024-10-15T02:28:13.535" v="0" actId="478"/>
        <pc:sldMkLst>
          <pc:docMk/>
          <pc:sldMk cId="2297456757" sldId="483"/>
        </pc:sldMkLst>
      </pc:sldChg>
    </pc:docChg>
  </pc:docChgLst>
  <pc:docChgLst>
    <pc:chgData name="Mohammed Fasha" userId="cc64f42d-a1a6-4f08-b97b-0c37f877119f" providerId="ADAL" clId="{63DC8870-DB6C-438B-8070-11A8FA504ECC}"/>
    <pc:docChg chg="undo custSel delSld modSld">
      <pc:chgData name="Mohammed Fasha" userId="cc64f42d-a1a6-4f08-b97b-0c37f877119f" providerId="ADAL" clId="{63DC8870-DB6C-438B-8070-11A8FA504ECC}" dt="2025-05-17T14:18:37.241" v="102"/>
      <pc:docMkLst>
        <pc:docMk/>
      </pc:docMkLst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607684796" sldId="33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241718055" sldId="344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957811751" sldId="354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499958888" sldId="394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852804652" sldId="396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587789057" sldId="42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625691186" sldId="425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2127906749" sldId="427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391491219" sldId="428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3339445507" sldId="430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3389046835" sldId="431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409345436" sldId="43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522174856" sldId="43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905491798" sldId="440"/>
        </pc:sldMkLst>
      </pc:sldChg>
      <pc:sldChg chg="modSp mod modTransition">
        <pc:chgData name="Mohammed Fasha" userId="cc64f42d-a1a6-4f08-b97b-0c37f877119f" providerId="ADAL" clId="{63DC8870-DB6C-438B-8070-11A8FA504ECC}" dt="2025-05-17T14:18:37.241" v="102"/>
        <pc:sldMkLst>
          <pc:docMk/>
          <pc:sldMk cId="4208461039" sldId="447"/>
        </pc:sldMkLst>
        <pc:spChg chg="mod">
          <ac:chgData name="Mohammed Fasha" userId="cc64f42d-a1a6-4f08-b97b-0c37f877119f" providerId="ADAL" clId="{63DC8870-DB6C-438B-8070-11A8FA504ECC}" dt="2025-05-16T05:58:26.814" v="101" actId="20577"/>
          <ac:spMkLst>
            <pc:docMk/>
            <pc:sldMk cId="4208461039" sldId="447"/>
            <ac:spMk id="3" creationId="{33DCE5F9-E85C-BE5A-115B-5073F877C0A4}"/>
          </ac:spMkLst>
        </pc:spChg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210803598" sldId="47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726994946" sldId="479"/>
        </pc:sldMkLst>
      </pc:sldChg>
      <pc:sldChg chg="modSp mod modTransition">
        <pc:chgData name="Mohammed Fasha" userId="cc64f42d-a1a6-4f08-b97b-0c37f877119f" providerId="ADAL" clId="{63DC8870-DB6C-438B-8070-11A8FA504ECC}" dt="2025-05-17T14:18:37.241" v="102"/>
        <pc:sldMkLst>
          <pc:docMk/>
          <pc:sldMk cId="2297456757" sldId="483"/>
        </pc:sldMkLst>
        <pc:spChg chg="mod">
          <ac:chgData name="Mohammed Fasha" userId="cc64f42d-a1a6-4f08-b97b-0c37f877119f" providerId="ADAL" clId="{63DC8870-DB6C-438B-8070-11A8FA504ECC}" dt="2025-05-16T05:56:12.898" v="7" actId="20577"/>
          <ac:spMkLst>
            <pc:docMk/>
            <pc:sldMk cId="2297456757" sldId="483"/>
            <ac:spMk id="5" creationId="{89403830-E271-DAA0-8838-E295A84A8B5B}"/>
          </ac:spMkLst>
        </pc:spChg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941853383" sldId="48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586650541" sldId="51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271956779" sldId="51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281221656" sldId="52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354701919" sldId="58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772982877" sldId="590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013144202" sldId="591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204510001" sldId="592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503045661" sldId="59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474268344" sldId="596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148675757" sldId="59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392152533" sldId="59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480194047" sldId="599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146452721" sldId="600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244541146" sldId="601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659845697" sldId="602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464207026" sldId="60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4283467534" sldId="604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2877973779" sldId="607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21481256" sldId="611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4040874025" sldId="612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399592497" sldId="613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3535314737" sldId="614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627652750" sldId="615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423212581" sldId="616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3329135496" sldId="617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1380276415" sldId="61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46730148" sldId="61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839834530" sldId="62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734309461" sldId="62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269580935" sldId="63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38240985" sldId="63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75291572" sldId="63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145145303" sldId="640"/>
        </pc:sldMkLst>
      </pc:sldChg>
      <pc:sldChg chg="del">
        <pc:chgData name="Mohammed Fasha" userId="cc64f42d-a1a6-4f08-b97b-0c37f877119f" providerId="ADAL" clId="{63DC8870-DB6C-438B-8070-11A8FA504ECC}" dt="2025-05-16T05:45:00.833" v="3" actId="47"/>
        <pc:sldMkLst>
          <pc:docMk/>
          <pc:sldMk cId="1135291414" sldId="643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1030124935" sldId="64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168644593" sldId="64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743226386" sldId="64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02107314" sldId="64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662689605" sldId="64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942060319" sldId="65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061130053" sldId="65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585687456" sldId="65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92622100" sldId="65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555764928" sldId="65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61426122" sldId="65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990045589" sldId="65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575039538" sldId="66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554491934" sldId="66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980180774" sldId="66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898885298" sldId="66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52660250" sldId="66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80231355" sldId="66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960150938" sldId="67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605011436" sldId="67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20993364" sldId="67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65119215" sldId="67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170303756" sldId="67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577854815" sldId="67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454522070" sldId="67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377124484" sldId="68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30096202" sldId="68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328652623" sldId="68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916102856" sldId="68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20697854" sldId="68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0683555" sldId="68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788308240" sldId="68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60737293" sldId="68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987101698" sldId="69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982708772" sldId="692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3424197979" sldId="69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697141369" sldId="69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317643237" sldId="69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247717824" sldId="70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085160177" sldId="70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862107672" sldId="70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142780366" sldId="706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972625976" sldId="707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2004852" sldId="708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67871309" sldId="709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114896152" sldId="710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794385322" sldId="711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701206727" sldId="712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499972066" sldId="713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270641495" sldId="714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096386322" sldId="71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1784058309" sldId="71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139017106" sldId="717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043812923" sldId="718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555545871" sldId="719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150550060" sldId="720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1915229598" sldId="721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417524918" sldId="722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218477773" sldId="723"/>
        </pc:sldMkLst>
      </pc:sldChg>
      <pc:sldChg chg="del">
        <pc:chgData name="Mohammed Fasha" userId="cc64f42d-a1a6-4f08-b97b-0c37f877119f" providerId="ADAL" clId="{63DC8870-DB6C-438B-8070-11A8FA504ECC}" dt="2025-05-16T05:44:58.934" v="2" actId="47"/>
        <pc:sldMkLst>
          <pc:docMk/>
          <pc:sldMk cId="3056700689" sldId="724"/>
        </pc:sldMkLst>
      </pc:sldChg>
      <pc:sldChg chg="modTransition">
        <pc:chgData name="Mohammed Fasha" userId="cc64f42d-a1a6-4f08-b97b-0c37f877119f" providerId="ADAL" clId="{63DC8870-DB6C-438B-8070-11A8FA504ECC}" dt="2025-05-17T14:18:37.241" v="102"/>
        <pc:sldMkLst>
          <pc:docMk/>
          <pc:sldMk cId="2280465272" sldId="725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3660604927" sldId="726"/>
        </pc:sldMkLst>
      </pc:sldChg>
      <pc:sldChg chg="del">
        <pc:chgData name="Mohammed Fasha" userId="cc64f42d-a1a6-4f08-b97b-0c37f877119f" providerId="ADAL" clId="{63DC8870-DB6C-438B-8070-11A8FA504ECC}" dt="2025-05-16T05:45:10.893" v="4" actId="47"/>
        <pc:sldMkLst>
          <pc:docMk/>
          <pc:sldMk cId="4051640529" sldId="728"/>
        </pc:sldMkLst>
      </pc:sldChg>
    </pc:docChg>
  </pc:docChgLst>
  <pc:docChgLst>
    <pc:chgData name="Mohammed Fasha" userId="cc64f42d-a1a6-4f08-b97b-0c37f877119f" providerId="ADAL" clId="{19B6BCF0-69C5-47B4-98CC-B0941D29A039}"/>
    <pc:docChg chg="undo redo custSel addSld delSld modSld sldOrd modMainMaster">
      <pc:chgData name="Mohammed Fasha" userId="cc64f42d-a1a6-4f08-b97b-0c37f877119f" providerId="ADAL" clId="{19B6BCF0-69C5-47B4-98CC-B0941D29A039}" dt="2025-04-09T04:34:39.336" v="631" actId="1076"/>
      <pc:docMkLst>
        <pc:docMk/>
      </pc:docMkLst>
      <pc:sldChg chg="modSp mod">
        <pc:chgData name="Mohammed Fasha" userId="cc64f42d-a1a6-4f08-b97b-0c37f877119f" providerId="ADAL" clId="{19B6BCF0-69C5-47B4-98CC-B0941D29A039}" dt="2025-04-09T04:33:31.242" v="608" actId="27636"/>
        <pc:sldMkLst>
          <pc:docMk/>
          <pc:sldMk cId="3241718055" sldId="344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852804652" sldId="3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127906749" sldId="427"/>
        </pc:sldMkLst>
        <pc:spChg chg="mod">
          <ac:chgData name="Mohammed Fasha" userId="cc64f42d-a1a6-4f08-b97b-0c37f877119f" providerId="ADAL" clId="{19B6BCF0-69C5-47B4-98CC-B0941D29A039}" dt="2025-04-09T04:26:33.067" v="527" actId="404"/>
          <ac:spMkLst>
            <pc:docMk/>
            <pc:sldMk cId="2127906749" sldId="427"/>
            <ac:spMk id="3" creationId="{32E2342E-0CC8-71FC-EE2F-99270AAFCB94}"/>
          </ac:spMkLst>
        </pc:spChg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339445507" sldId="430"/>
        </pc:sldMkLst>
        <pc:spChg chg="mod">
          <ac:chgData name="Mohammed Fasha" userId="cc64f42d-a1a6-4f08-b97b-0c37f877119f" providerId="ADAL" clId="{19B6BCF0-69C5-47B4-98CC-B0941D29A039}" dt="2025-04-09T04:26:33.067" v="527" actId="404"/>
          <ac:spMkLst>
            <pc:docMk/>
            <pc:sldMk cId="3339445507" sldId="430"/>
            <ac:spMk id="3" creationId="{C1943909-B67F-2AFB-1222-ADB4F344CF2F}"/>
          </ac:spMkLst>
        </pc:spChg>
      </pc:sldChg>
      <pc:sldChg chg="addSp delSp modSp mod">
        <pc:chgData name="Mohammed Fasha" userId="cc64f42d-a1a6-4f08-b97b-0c37f877119f" providerId="ADAL" clId="{19B6BCF0-69C5-47B4-98CC-B0941D29A039}" dt="2025-04-09T04:16:36.518" v="433" actId="1076"/>
        <pc:sldMkLst>
          <pc:docMk/>
          <pc:sldMk cId="1210803598" sldId="478"/>
        </pc:sldMkLst>
      </pc:sldChg>
      <pc:sldChg chg="modSp mod">
        <pc:chgData name="Mohammed Fasha" userId="cc64f42d-a1a6-4f08-b97b-0c37f877119f" providerId="ADAL" clId="{19B6BCF0-69C5-47B4-98CC-B0941D29A039}" dt="2025-04-07T04:00:51.916" v="22" actId="207"/>
        <pc:sldMkLst>
          <pc:docMk/>
          <pc:sldMk cId="1772982877" sldId="590"/>
        </pc:sldMkLst>
      </pc:sldChg>
      <pc:sldChg chg="modSp mod chgLayout">
        <pc:chgData name="Mohammed Fasha" userId="cc64f42d-a1a6-4f08-b97b-0c37f877119f" providerId="ADAL" clId="{19B6BCF0-69C5-47B4-98CC-B0941D29A039}" dt="2025-04-09T04:26:31.177" v="523" actId="700"/>
        <pc:sldMkLst>
          <pc:docMk/>
          <pc:sldMk cId="4204510001" sldId="592"/>
        </pc:sldMkLst>
      </pc:sldChg>
      <pc:sldChg chg="modSp mod chgLayout">
        <pc:chgData name="Mohammed Fasha" userId="cc64f42d-a1a6-4f08-b97b-0c37f877119f" providerId="ADAL" clId="{19B6BCF0-69C5-47B4-98CC-B0941D29A039}" dt="2025-04-09T04:24:52.300" v="492" actId="700"/>
        <pc:sldMkLst>
          <pc:docMk/>
          <pc:sldMk cId="1503045661" sldId="593"/>
        </pc:sldMkLst>
      </pc:sldChg>
      <pc:sldChg chg="addSp delSp modSp mod">
        <pc:chgData name="Mohammed Fasha" userId="cc64f42d-a1a6-4f08-b97b-0c37f877119f" providerId="ADAL" clId="{19B6BCF0-69C5-47B4-98CC-B0941D29A039}" dt="2025-04-09T04:14:48.624" v="428" actId="1076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627652750" sldId="615"/>
        </pc:sldMkLst>
        <pc:spChg chg="mod">
          <ac:chgData name="Mohammed Fasha" userId="cc64f42d-a1a6-4f08-b97b-0c37f877119f" providerId="ADAL" clId="{19B6BCF0-69C5-47B4-98CC-B0941D29A039}" dt="2025-04-09T04:26:33.067" v="527" actId="404"/>
          <ac:spMkLst>
            <pc:docMk/>
            <pc:sldMk cId="627652750" sldId="615"/>
            <ac:spMk id="3" creationId="{484F9505-EA03-A008-0752-7C7865FA6971}"/>
          </ac:spMkLst>
        </pc:spChg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839834530" sldId="621"/>
        </pc:sldMkLst>
      </pc:sldChg>
      <pc:sldChg chg="modSp mod">
        <pc:chgData name="Mohammed Fasha" userId="cc64f42d-a1a6-4f08-b97b-0c37f877119f" providerId="ADAL" clId="{19B6BCF0-69C5-47B4-98CC-B0941D29A039}" dt="2025-04-09T04:26:32.504" v="525" actId="404"/>
        <pc:sldMkLst>
          <pc:docMk/>
          <pc:sldMk cId="662689605" sldId="64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942060319" sldId="650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916802035" sldId="651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892622100" sldId="65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2680231355" sldId="669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620993364" sldId="672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2004852" sldId="708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096386322" sldId="715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1784058309" sldId="716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139017106" sldId="717"/>
        </pc:sldMkLst>
      </pc:sldChg>
      <pc:sldChg chg="modSp mod">
        <pc:chgData name="Mohammed Fasha" userId="cc64f42d-a1a6-4f08-b97b-0c37f877119f" providerId="ADAL" clId="{19B6BCF0-69C5-47B4-98CC-B0941D29A039}" dt="2025-04-09T04:26:33.067" v="527" actId="404"/>
        <pc:sldMkLst>
          <pc:docMk/>
          <pc:sldMk cId="3043812923" sldId="718"/>
        </pc:sldMkLst>
      </pc:sldChg>
      <pc:sldChg chg="addSp delSp modSp new add del mod">
        <pc:chgData name="Mohammed Fasha" userId="cc64f42d-a1a6-4f08-b97b-0c37f877119f" providerId="ADAL" clId="{19B6BCF0-69C5-47B4-98CC-B0941D29A039}" dt="2025-04-09T04:34:39.336" v="631" actId="1076"/>
        <pc:sldMkLst>
          <pc:docMk/>
          <pc:sldMk cId="555545871" sldId="719"/>
        </pc:sldMkLst>
      </pc:sldChg>
      <pc:sldChg chg="addSp delSp modSp new del mod">
        <pc:chgData name="Mohammed Fasha" userId="cc64f42d-a1a6-4f08-b97b-0c37f877119f" providerId="ADAL" clId="{19B6BCF0-69C5-47B4-98CC-B0941D29A039}" dt="2025-04-07T04:08:55.256" v="104" actId="2696"/>
        <pc:sldMkLst>
          <pc:docMk/>
          <pc:sldMk cId="2947275043" sldId="720"/>
        </pc:sldMkLst>
      </pc:sldChg>
      <pc:sldChg chg="addSp delSp modSp add del mod ord">
        <pc:chgData name="Mohammed Fasha" userId="cc64f42d-a1a6-4f08-b97b-0c37f877119f" providerId="ADAL" clId="{19B6BCF0-69C5-47B4-98CC-B0941D29A039}" dt="2025-04-09T04:32:45.968" v="563" actId="2696"/>
        <pc:sldMkLst>
          <pc:docMk/>
          <pc:sldMk cId="3150113204" sldId="720"/>
        </pc:sldMkLst>
      </pc:sldChg>
      <pc:sldChg chg="modSp add mod">
        <pc:chgData name="Mohammed Fasha" userId="cc64f42d-a1a6-4f08-b97b-0c37f877119f" providerId="ADAL" clId="{19B6BCF0-69C5-47B4-98CC-B0941D29A039}" dt="2025-04-09T04:33:34.769" v="611" actId="27636"/>
        <pc:sldMkLst>
          <pc:docMk/>
          <pc:sldMk cId="3150550060" sldId="720"/>
        </pc:sldMkLst>
      </pc:sldChg>
      <pc:sldChg chg="add">
        <pc:chgData name="Mohammed Fasha" userId="cc64f42d-a1a6-4f08-b97b-0c37f877119f" providerId="ADAL" clId="{19B6BCF0-69C5-47B4-98CC-B0941D29A039}" dt="2025-04-09T04:33:17.533" v="605"/>
        <pc:sldMkLst>
          <pc:docMk/>
          <pc:sldMk cId="1915229598" sldId="721"/>
        </pc:sldMkLst>
      </pc:sldChg>
      <pc:sldChg chg="addSp delSp modSp new del mod">
        <pc:chgData name="Mohammed Fasha" userId="cc64f42d-a1a6-4f08-b97b-0c37f877119f" providerId="ADAL" clId="{19B6BCF0-69C5-47B4-98CC-B0941D29A039}" dt="2025-04-09T04:32:45.968" v="563" actId="2696"/>
        <pc:sldMkLst>
          <pc:docMk/>
          <pc:sldMk cId="4183243958" sldId="721"/>
        </pc:sldMkLst>
      </pc:sldChg>
      <pc:sldChg chg="modSp new del mod">
        <pc:chgData name="Mohammed Fasha" userId="cc64f42d-a1a6-4f08-b97b-0c37f877119f" providerId="ADAL" clId="{19B6BCF0-69C5-47B4-98CC-B0941D29A039}" dt="2025-04-07T04:12:17.364" v="158" actId="680"/>
        <pc:sldMkLst>
          <pc:docMk/>
          <pc:sldMk cId="3245137052" sldId="722"/>
        </pc:sldMkLst>
      </pc:sldChg>
      <pc:sldChg chg="modSp new mod">
        <pc:chgData name="Mohammed Fasha" userId="cc64f42d-a1a6-4f08-b97b-0c37f877119f" providerId="ADAL" clId="{19B6BCF0-69C5-47B4-98CC-B0941D29A039}" dt="2025-04-07T04:19:02.971" v="311" actId="404"/>
        <pc:sldMkLst>
          <pc:docMk/>
          <pc:sldMk cId="3417524918" sldId="722"/>
        </pc:sldMkLst>
      </pc:sldChg>
      <pc:sldChg chg="modSp new del mod">
        <pc:chgData name="Mohammed Fasha" userId="cc64f42d-a1a6-4f08-b97b-0c37f877119f" providerId="ADAL" clId="{19B6BCF0-69C5-47B4-98CC-B0941D29A039}" dt="2025-04-09T04:00:40.794" v="375" actId="47"/>
        <pc:sldMkLst>
          <pc:docMk/>
          <pc:sldMk cId="180109985" sldId="723"/>
        </pc:sldMkLst>
      </pc:sldChg>
      <pc:sldChg chg="addSp delSp modSp new mod modClrScheme chgLayout">
        <pc:chgData name="Mohammed Fasha" userId="cc64f42d-a1a6-4f08-b97b-0c37f877119f" providerId="ADAL" clId="{19B6BCF0-69C5-47B4-98CC-B0941D29A039}" dt="2025-04-09T04:33:02.362" v="604" actId="20577"/>
        <pc:sldMkLst>
          <pc:docMk/>
          <pc:sldMk cId="218477773" sldId="723"/>
        </pc:sldMkLst>
      </pc:sldChg>
      <pc:sldChg chg="addSp delSp modSp new del mod">
        <pc:chgData name="Mohammed Fasha" userId="cc64f42d-a1a6-4f08-b97b-0c37f877119f" providerId="ADAL" clId="{19B6BCF0-69C5-47B4-98CC-B0941D29A039}" dt="2025-04-09T04:02:01.456" v="378" actId="47"/>
        <pc:sldMkLst>
          <pc:docMk/>
          <pc:sldMk cId="2150408616" sldId="724"/>
        </pc:sldMkLst>
      </pc:sldChg>
      <pc:sldChg chg="modSp add mod">
        <pc:chgData name="Mohammed Fasha" userId="cc64f42d-a1a6-4f08-b97b-0c37f877119f" providerId="ADAL" clId="{19B6BCF0-69C5-47B4-98CC-B0941D29A039}" dt="2025-04-09T04:33:53.274" v="628" actId="27636"/>
        <pc:sldMkLst>
          <pc:docMk/>
          <pc:sldMk cId="3056700689" sldId="724"/>
        </pc:sldMkLst>
      </pc:sldChg>
      <pc:sldChg chg="addSp delSp modSp new add del mod">
        <pc:chgData name="Mohammed Fasha" userId="cc64f42d-a1a6-4f08-b97b-0c37f877119f" providerId="ADAL" clId="{19B6BCF0-69C5-47B4-98CC-B0941D29A039}" dt="2025-04-09T04:32:31.834" v="562" actId="47"/>
        <pc:sldMkLst>
          <pc:docMk/>
          <pc:sldMk cId="1308458687" sldId="725"/>
        </pc:sldMkLst>
      </pc:sldChg>
      <pc:sldChg chg="addSp delSp modSp new del mod">
        <pc:chgData name="Mohammed Fasha" userId="cc64f42d-a1a6-4f08-b97b-0c37f877119f" providerId="ADAL" clId="{19B6BCF0-69C5-47B4-98CC-B0941D29A039}" dt="2025-04-09T04:32:26.748" v="561" actId="47"/>
        <pc:sldMkLst>
          <pc:docMk/>
          <pc:sldMk cId="745892495" sldId="726"/>
        </pc:sldMkLst>
      </pc:sldChg>
      <pc:sldChg chg="addSp delSp modSp new add del mod">
        <pc:chgData name="Mohammed Fasha" userId="cc64f42d-a1a6-4f08-b97b-0c37f877119f" providerId="ADAL" clId="{19B6BCF0-69C5-47B4-98CC-B0941D29A039}" dt="2025-04-09T04:27:26.321" v="531" actId="47"/>
        <pc:sldMkLst>
          <pc:docMk/>
          <pc:sldMk cId="2248567439" sldId="726"/>
        </pc:sldMkLst>
      </pc:sldChg>
      <pc:sldMasterChg chg="modSldLayout">
        <pc:chgData name="Mohammed Fasha" userId="cc64f42d-a1a6-4f08-b97b-0c37f877119f" providerId="ADAL" clId="{19B6BCF0-69C5-47B4-98CC-B0941D29A039}" dt="2025-04-09T04:24:26.302" v="479" actId="404"/>
        <pc:sldMasterMkLst>
          <pc:docMk/>
          <pc:sldMasterMk cId="742811419" sldId="2147483648"/>
        </pc:sldMasterMkLst>
        <pc:sldLayoutChg chg="modSp">
          <pc:chgData name="Mohammed Fasha" userId="cc64f42d-a1a6-4f08-b97b-0c37f877119f" providerId="ADAL" clId="{19B6BCF0-69C5-47B4-98CC-B0941D29A039}" dt="2025-04-09T04:24:26.302" v="479" actId="404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19B6BCF0-69C5-47B4-98CC-B0941D29A039}" dt="2025-04-09T04:24:26.302" v="479" actId="404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</pc:sldMasterChg>
    </pc:docChg>
  </pc:docChgLst>
  <pc:docChgLst>
    <pc:chgData name="Mohammed Fasha" userId="cc64f42d-a1a6-4f08-b97b-0c37f877119f" providerId="ADAL" clId="{4C71ED24-115E-432D-933D-C801DA3E52F1}"/>
    <pc:docChg chg="delSld">
      <pc:chgData name="Mohammed Fasha" userId="cc64f42d-a1a6-4f08-b97b-0c37f877119f" providerId="ADAL" clId="{4C71ED24-115E-432D-933D-C801DA3E52F1}" dt="2024-12-29T03:12:49.974" v="2" actId="47"/>
      <pc:docMkLst>
        <pc:docMk/>
      </pc:docMkLst>
      <pc:sldChg chg="del">
        <pc:chgData name="Mohammed Fasha" userId="cc64f42d-a1a6-4f08-b97b-0c37f877119f" providerId="ADAL" clId="{4C71ED24-115E-432D-933D-C801DA3E52F1}" dt="2024-12-29T03:12:48.360" v="0" actId="47"/>
        <pc:sldMkLst>
          <pc:docMk/>
          <pc:sldMk cId="2341000601" sldId="701"/>
        </pc:sldMkLst>
      </pc:sldChg>
      <pc:sldChg chg="del">
        <pc:chgData name="Mohammed Fasha" userId="cc64f42d-a1a6-4f08-b97b-0c37f877119f" providerId="ADAL" clId="{4C71ED24-115E-432D-933D-C801DA3E52F1}" dt="2024-12-29T03:12:49.133" v="1" actId="47"/>
        <pc:sldMkLst>
          <pc:docMk/>
          <pc:sldMk cId="3519698944" sldId="702"/>
        </pc:sldMkLst>
      </pc:sldChg>
      <pc:sldChg chg="del">
        <pc:chgData name="Mohammed Fasha" userId="cc64f42d-a1a6-4f08-b97b-0c37f877119f" providerId="ADAL" clId="{4C71ED24-115E-432D-933D-C801DA3E52F1}" dt="2024-12-29T03:12:49.974" v="2" actId="47"/>
        <pc:sldMkLst>
          <pc:docMk/>
          <pc:sldMk cId="3934257344" sldId="703"/>
        </pc:sldMkLst>
      </pc:sldChg>
    </pc:docChg>
  </pc:docChgLst>
  <pc:docChgLst>
    <pc:chgData name="Mohammed Fasha" userId="cc64f42d-a1a6-4f08-b97b-0c37f877119f" providerId="ADAL" clId="{BECD4A7F-C1AF-4585-8C31-FE7D4FE3ED16}"/>
    <pc:docChg chg="undo redo custSel addSld delSld modSld sldOrd">
      <pc:chgData name="Mohammed Fasha" userId="cc64f42d-a1a6-4f08-b97b-0c37f877119f" providerId="ADAL" clId="{BECD4A7F-C1AF-4585-8C31-FE7D4FE3ED16}" dt="2025-01-05T16:36:16.605" v="1945" actId="1076"/>
      <pc:docMkLst>
        <pc:docMk/>
      </pc:docMkLst>
      <pc:sldChg chg="modSp mod">
        <pc:chgData name="Mohammed Fasha" userId="cc64f42d-a1a6-4f08-b97b-0c37f877119f" providerId="ADAL" clId="{BECD4A7F-C1AF-4585-8C31-FE7D4FE3ED16}" dt="2024-12-30T18:47:27.683" v="988" actId="20577"/>
        <pc:sldMkLst>
          <pc:docMk/>
          <pc:sldMk cId="2281221656" sldId="527"/>
        </pc:sldMkLst>
      </pc:sldChg>
      <pc:sldChg chg="modSp mod">
        <pc:chgData name="Mohammed Fasha" userId="cc64f42d-a1a6-4f08-b97b-0c37f877119f" providerId="ADAL" clId="{BECD4A7F-C1AF-4585-8C31-FE7D4FE3ED16}" dt="2024-12-27T13:59:26.893" v="366" actId="20577"/>
        <pc:sldMkLst>
          <pc:docMk/>
          <pc:sldMk cId="3474268344" sldId="596"/>
        </pc:sldMkLst>
      </pc:sldChg>
      <pc:sldChg chg="modSp mod">
        <pc:chgData name="Mohammed Fasha" userId="cc64f42d-a1a6-4f08-b97b-0c37f877119f" providerId="ADAL" clId="{BECD4A7F-C1AF-4585-8C31-FE7D4FE3ED16}" dt="2024-12-30T18:44:34.649" v="884" actId="20577"/>
        <pc:sldMkLst>
          <pc:docMk/>
          <pc:sldMk cId="916802035" sldId="65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6516858" sldId="662"/>
        </pc:sldMkLst>
      </pc:sldChg>
      <pc:sldChg chg="modSp add del mod">
        <pc:chgData name="Mohammed Fasha" userId="cc64f42d-a1a6-4f08-b97b-0c37f877119f" providerId="ADAL" clId="{BECD4A7F-C1AF-4585-8C31-FE7D4FE3ED16}" dt="2025-01-05T16:34:59.233" v="1926" actId="20577"/>
        <pc:sldMkLst>
          <pc:docMk/>
          <pc:sldMk cId="691538069" sldId="662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895445062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3980180774" sldId="663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1728680596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900588277" sldId="664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123002105" sldId="665"/>
        </pc:sldMkLst>
      </pc:sldChg>
      <pc:sldChg chg="modSp add del mod">
        <pc:chgData name="Mohammed Fasha" userId="cc64f42d-a1a6-4f08-b97b-0c37f877119f" providerId="ADAL" clId="{BECD4A7F-C1AF-4585-8C31-FE7D4FE3ED16}" dt="2025-01-05T15:05:12.729" v="1226" actId="21"/>
        <pc:sldMkLst>
          <pc:docMk/>
          <pc:sldMk cId="148099094" sldId="665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659863378" sldId="676"/>
        </pc:sldMkLst>
      </pc:sldChg>
      <pc:sldChg chg="modSp add del mod">
        <pc:chgData name="Mohammed Fasha" userId="cc64f42d-a1a6-4f08-b97b-0c37f877119f" providerId="ADAL" clId="{BECD4A7F-C1AF-4585-8C31-FE7D4FE3ED16}" dt="2025-01-05T14:55:27.595" v="1130" actId="255"/>
        <pc:sldMkLst>
          <pc:docMk/>
          <pc:sldMk cId="1577854815" sldId="676"/>
        </pc:sldMkLst>
      </pc:sldChg>
      <pc:sldChg chg="modSp add del mod">
        <pc:chgData name="Mohammed Fasha" userId="cc64f42d-a1a6-4f08-b97b-0c37f877119f" providerId="ADAL" clId="{BECD4A7F-C1AF-4585-8C31-FE7D4FE3ED16}" dt="2025-01-05T14:55:43.754" v="1132" actId="1076"/>
        <pc:sldMkLst>
          <pc:docMk/>
          <pc:sldMk cId="139882925" sldId="677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2736863534" sldId="677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4146654093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4228312762" sldId="67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581717462" sldId="679"/>
        </pc:sldMkLst>
      </pc:sldChg>
      <pc:sldChg chg="addSp delSp modSp add del mod chgLayout">
        <pc:chgData name="Mohammed Fasha" userId="cc64f42d-a1a6-4f08-b97b-0c37f877119f" providerId="ADAL" clId="{BECD4A7F-C1AF-4585-8C31-FE7D4FE3ED16}" dt="2025-01-05T16:36:16.605" v="1945" actId="1076"/>
        <pc:sldMkLst>
          <pc:docMk/>
          <pc:sldMk cId="3454522070" sldId="679"/>
        </pc:sldMkLst>
      </pc:sldChg>
      <pc:sldChg chg="add del">
        <pc:chgData name="Mohammed Fasha" userId="cc64f42d-a1a6-4f08-b97b-0c37f877119f" providerId="ADAL" clId="{BECD4A7F-C1AF-4585-8C31-FE7D4FE3ED16}" dt="2025-01-05T14:43:16.100" v="993" actId="2696"/>
        <pc:sldMkLst>
          <pc:docMk/>
          <pc:sldMk cId="2856814121" sldId="681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083966018" sldId="681"/>
        </pc:sldMkLst>
      </pc:sldChg>
      <pc:sldChg chg="modSp mod">
        <pc:chgData name="Mohammed Fasha" userId="cc64f42d-a1a6-4f08-b97b-0c37f877119f" providerId="ADAL" clId="{BECD4A7F-C1AF-4585-8C31-FE7D4FE3ED16}" dt="2025-01-05T14:42:50.596" v="990" actId="14100"/>
        <pc:sldMkLst>
          <pc:docMk/>
          <pc:sldMk cId="1697141369" sldId="695"/>
        </pc:sldMkLst>
      </pc:sldChg>
      <pc:sldChg chg="addSp delSp modSp add del mod">
        <pc:chgData name="Mohammed Fasha" userId="cc64f42d-a1a6-4f08-b97b-0c37f877119f" providerId="ADAL" clId="{BECD4A7F-C1AF-4585-8C31-FE7D4FE3ED16}" dt="2025-01-05T14:54:31.375" v="1125" actId="14100"/>
        <pc:sldMkLst>
          <pc:docMk/>
          <pc:sldMk cId="265576630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991725834" sldId="698"/>
        </pc:sldMkLst>
      </pc:sldChg>
      <pc:sldChg chg="del">
        <pc:chgData name="Mohammed Fasha" userId="cc64f42d-a1a6-4f08-b97b-0c37f877119f" providerId="ADAL" clId="{BECD4A7F-C1AF-4585-8C31-FE7D4FE3ED16}" dt="2025-01-05T14:42:38.675" v="989" actId="2696"/>
        <pc:sldMkLst>
          <pc:docMk/>
          <pc:sldMk cId="3109561867" sldId="700"/>
        </pc:sldMkLst>
      </pc:sldChg>
      <pc:sldChg chg="addSp delSp modSp add del mod">
        <pc:chgData name="Mohammed Fasha" userId="cc64f42d-a1a6-4f08-b97b-0c37f877119f" providerId="ADAL" clId="{BECD4A7F-C1AF-4585-8C31-FE7D4FE3ED16}" dt="2025-01-05T16:00:05.564" v="1529" actId="20577"/>
        <pc:sldMkLst>
          <pc:docMk/>
          <pc:sldMk cId="4247717824" sldId="700"/>
        </pc:sldMkLst>
      </pc:sldChg>
      <pc:sldChg chg="addSp delSp modSp add mod">
        <pc:chgData name="Mohammed Fasha" userId="cc64f42d-a1a6-4f08-b97b-0c37f877119f" providerId="ADAL" clId="{BECD4A7F-C1AF-4585-8C31-FE7D4FE3ED16}" dt="2025-01-05T14:53:29.185" v="1101" actId="21"/>
        <pc:sldMkLst>
          <pc:docMk/>
          <pc:sldMk cId="67871309" sldId="709"/>
        </pc:sldMkLst>
      </pc:sldChg>
      <pc:sldChg chg="modSp add mod">
        <pc:chgData name="Mohammed Fasha" userId="cc64f42d-a1a6-4f08-b97b-0c37f877119f" providerId="ADAL" clId="{BECD4A7F-C1AF-4585-8C31-FE7D4FE3ED16}" dt="2025-01-05T15:31:09.113" v="1385" actId="6549"/>
        <pc:sldMkLst>
          <pc:docMk/>
          <pc:sldMk cId="4114896152" sldId="710"/>
        </pc:sldMkLst>
      </pc:sldChg>
      <pc:sldChg chg="addSp modSp add mod">
        <pc:chgData name="Mohammed Fasha" userId="cc64f42d-a1a6-4f08-b97b-0c37f877119f" providerId="ADAL" clId="{BECD4A7F-C1AF-4585-8C31-FE7D4FE3ED16}" dt="2025-01-05T15:27:36.027" v="1348" actId="20577"/>
        <pc:sldMkLst>
          <pc:docMk/>
          <pc:sldMk cId="3794385322" sldId="711"/>
        </pc:sldMkLst>
      </pc:sldChg>
      <pc:sldChg chg="add del">
        <pc:chgData name="Mohammed Fasha" userId="cc64f42d-a1a6-4f08-b97b-0c37f877119f" providerId="ADAL" clId="{BECD4A7F-C1AF-4585-8C31-FE7D4FE3ED16}" dt="2025-01-05T14:57:43.613" v="1146" actId="2696"/>
        <pc:sldMkLst>
          <pc:docMk/>
          <pc:sldMk cId="501127302" sldId="712"/>
        </pc:sldMkLst>
      </pc:sldChg>
      <pc:sldChg chg="modSp add mod">
        <pc:chgData name="Mohammed Fasha" userId="cc64f42d-a1a6-4f08-b97b-0c37f877119f" providerId="ADAL" clId="{BECD4A7F-C1AF-4585-8C31-FE7D4FE3ED16}" dt="2025-01-05T15:32:23.870" v="1388"/>
        <pc:sldMkLst>
          <pc:docMk/>
          <pc:sldMk cId="3701206727" sldId="712"/>
        </pc:sldMkLst>
      </pc:sldChg>
      <pc:sldChg chg="addSp modSp add mod">
        <pc:chgData name="Mohammed Fasha" userId="cc64f42d-a1a6-4f08-b97b-0c37f877119f" providerId="ADAL" clId="{BECD4A7F-C1AF-4585-8C31-FE7D4FE3ED16}" dt="2025-01-05T16:06:36.028" v="1538" actId="1076"/>
        <pc:sldMkLst>
          <pc:docMk/>
          <pc:sldMk cId="1499972066" sldId="713"/>
        </pc:sldMkLst>
      </pc:sldChg>
      <pc:sldChg chg="addSp delSp modSp add mod">
        <pc:chgData name="Mohammed Fasha" userId="cc64f42d-a1a6-4f08-b97b-0c37f877119f" providerId="ADAL" clId="{BECD4A7F-C1AF-4585-8C31-FE7D4FE3ED16}" dt="2025-01-05T16:19:08.436" v="1705" actId="1036"/>
        <pc:sldMkLst>
          <pc:docMk/>
          <pc:sldMk cId="1270641495" sldId="714"/>
        </pc:sldMkLst>
      </pc:sldChg>
      <pc:sldChg chg="addSp modSp new mod">
        <pc:chgData name="Mohammed Fasha" userId="cc64f42d-a1a6-4f08-b97b-0c37f877119f" providerId="ADAL" clId="{BECD4A7F-C1AF-4585-8C31-FE7D4FE3ED16}" dt="2025-01-05T16:23:44.632" v="1736" actId="12"/>
        <pc:sldMkLst>
          <pc:docMk/>
          <pc:sldMk cId="1096386322" sldId="715"/>
        </pc:sldMkLst>
      </pc:sldChg>
      <pc:sldChg chg="modSp new mod">
        <pc:chgData name="Mohammed Fasha" userId="cc64f42d-a1a6-4f08-b97b-0c37f877119f" providerId="ADAL" clId="{BECD4A7F-C1AF-4585-8C31-FE7D4FE3ED16}" dt="2025-01-05T16:34:02.360" v="1902" actId="27636"/>
        <pc:sldMkLst>
          <pc:docMk/>
          <pc:sldMk cId="1784058309" sldId="716"/>
        </pc:sldMkLst>
      </pc:sldChg>
      <pc:sldChg chg="modSp add mod ord">
        <pc:chgData name="Mohammed Fasha" userId="cc64f42d-a1a6-4f08-b97b-0c37f877119f" providerId="ADAL" clId="{BECD4A7F-C1AF-4585-8C31-FE7D4FE3ED16}" dt="2025-01-05T16:27:20.520" v="1803"/>
        <pc:sldMkLst>
          <pc:docMk/>
          <pc:sldMk cId="3139017106" sldId="717"/>
        </pc:sldMkLst>
      </pc:sldChg>
      <pc:sldChg chg="addSp delSp modSp new mod">
        <pc:chgData name="Mohammed Fasha" userId="cc64f42d-a1a6-4f08-b97b-0c37f877119f" providerId="ADAL" clId="{BECD4A7F-C1AF-4585-8C31-FE7D4FE3ED16}" dt="2025-01-05T16:32:45.446" v="1897" actId="20577"/>
        <pc:sldMkLst>
          <pc:docMk/>
          <pc:sldMk cId="3043812923" sldId="718"/>
        </pc:sldMkLst>
      </pc:sldChg>
    </pc:docChg>
  </pc:docChgLst>
  <pc:docChgLst>
    <pc:chgData name="Mohammed Fasha" userId="cc64f42d-a1a6-4f08-b97b-0c37f877119f" providerId="ADAL" clId="{FEC9C214-E726-4192-8176-A8C9AACEB478}"/>
    <pc:docChg chg="custSel addSld delSld modSld">
      <pc:chgData name="Mohammed Fasha" userId="cc64f42d-a1a6-4f08-b97b-0c37f877119f" providerId="ADAL" clId="{FEC9C214-E726-4192-8176-A8C9AACEB478}" dt="2025-05-14T04:17:14.830" v="98" actId="20577"/>
      <pc:docMkLst>
        <pc:docMk/>
      </pc:docMkLst>
      <pc:sldChg chg="modSp">
        <pc:chgData name="Mohammed Fasha" userId="cc64f42d-a1a6-4f08-b97b-0c37f877119f" providerId="ADAL" clId="{FEC9C214-E726-4192-8176-A8C9AACEB478}" dt="2025-05-14T03:53:46.744" v="53" actId="1076"/>
        <pc:sldMkLst>
          <pc:docMk/>
          <pc:sldMk cId="2145145303" sldId="640"/>
        </pc:sldMkLst>
      </pc:sldChg>
      <pc:sldChg chg="modSp mod">
        <pc:chgData name="Mohammed Fasha" userId="cc64f42d-a1a6-4f08-b97b-0c37f877119f" providerId="ADAL" clId="{FEC9C214-E726-4192-8176-A8C9AACEB478}" dt="2025-05-14T04:13:57.431" v="81" actId="6549"/>
        <pc:sldMkLst>
          <pc:docMk/>
          <pc:sldMk cId="555764928" sldId="657"/>
        </pc:sldMkLst>
      </pc:sldChg>
      <pc:sldChg chg="modSp mod">
        <pc:chgData name="Mohammed Fasha" userId="cc64f42d-a1a6-4f08-b97b-0c37f877119f" providerId="ADAL" clId="{FEC9C214-E726-4192-8176-A8C9AACEB478}" dt="2025-05-14T04:17:14.830" v="98" actId="20577"/>
        <pc:sldMkLst>
          <pc:docMk/>
          <pc:sldMk cId="1960150938" sldId="670"/>
        </pc:sldMkLst>
      </pc:sldChg>
      <pc:sldChg chg="modSp mod">
        <pc:chgData name="Mohammed Fasha" userId="cc64f42d-a1a6-4f08-b97b-0c37f877119f" providerId="ADAL" clId="{FEC9C214-E726-4192-8176-A8C9AACEB478}" dt="2025-05-14T04:02:51.605" v="54" actId="6549"/>
        <pc:sldMkLst>
          <pc:docMk/>
          <pc:sldMk cId="1142780366" sldId="706"/>
        </pc:sldMkLst>
      </pc:sldChg>
      <pc:sldChg chg="modSp mod">
        <pc:chgData name="Mohammed Fasha" userId="cc64f42d-a1a6-4f08-b97b-0c37f877119f" providerId="ADAL" clId="{FEC9C214-E726-4192-8176-A8C9AACEB478}" dt="2025-04-28T03:49:07.346" v="1" actId="113"/>
        <pc:sldMkLst>
          <pc:docMk/>
          <pc:sldMk cId="1096386322" sldId="715"/>
        </pc:sldMkLst>
      </pc:sldChg>
      <pc:sldChg chg="modSp mod">
        <pc:chgData name="Mohammed Fasha" userId="cc64f42d-a1a6-4f08-b97b-0c37f877119f" providerId="ADAL" clId="{FEC9C214-E726-4192-8176-A8C9AACEB478}" dt="2025-04-28T03:48:56.430" v="0" actId="113"/>
        <pc:sldMkLst>
          <pc:docMk/>
          <pc:sldMk cId="1784058309" sldId="716"/>
        </pc:sldMkLst>
      </pc:sldChg>
      <pc:sldChg chg="modSp mod">
        <pc:chgData name="Mohammed Fasha" userId="cc64f42d-a1a6-4f08-b97b-0c37f877119f" providerId="ADAL" clId="{FEC9C214-E726-4192-8176-A8C9AACEB478}" dt="2025-04-28T03:49:27.586" v="2" actId="113"/>
        <pc:sldMkLst>
          <pc:docMk/>
          <pc:sldMk cId="3139017106" sldId="717"/>
        </pc:sldMkLst>
      </pc:sldChg>
      <pc:sldChg chg="modSp del mod">
        <pc:chgData name="Mohammed Fasha" userId="cc64f42d-a1a6-4f08-b97b-0c37f877119f" providerId="ADAL" clId="{FEC9C214-E726-4192-8176-A8C9AACEB478}" dt="2025-05-12T03:04:56.963" v="45" actId="2696"/>
        <pc:sldMkLst>
          <pc:docMk/>
          <pc:sldMk cId="666527140" sldId="725"/>
        </pc:sldMkLst>
      </pc:sldChg>
      <pc:sldChg chg="add">
        <pc:chgData name="Mohammed Fasha" userId="cc64f42d-a1a6-4f08-b97b-0c37f877119f" providerId="ADAL" clId="{FEC9C214-E726-4192-8176-A8C9AACEB478}" dt="2025-05-12T03:05:03.915" v="46"/>
        <pc:sldMkLst>
          <pc:docMk/>
          <pc:sldMk cId="2280465272" sldId="725"/>
        </pc:sldMkLst>
      </pc:sldChg>
      <pc:sldChg chg="modSp new del mod">
        <pc:chgData name="Mohammed Fasha" userId="cc64f42d-a1a6-4f08-b97b-0c37f877119f" providerId="ADAL" clId="{FEC9C214-E726-4192-8176-A8C9AACEB478}" dt="2025-05-12T03:11:40.927" v="51" actId="47"/>
        <pc:sldMkLst>
          <pc:docMk/>
          <pc:sldMk cId="1223704259" sldId="729"/>
        </pc:sldMkLst>
      </pc:sldChg>
      <pc:sldChg chg="add del">
        <pc:chgData name="Mohammed Fasha" userId="cc64f42d-a1a6-4f08-b97b-0c37f877119f" providerId="ADAL" clId="{FEC9C214-E726-4192-8176-A8C9AACEB478}" dt="2025-05-12T03:06:57.298" v="49"/>
        <pc:sldMkLst>
          <pc:docMk/>
          <pc:sldMk cId="3927078588" sldId="730"/>
        </pc:sldMkLst>
      </pc:sldChg>
    </pc:docChg>
  </pc:docChgLst>
  <pc:docChgLst>
    <pc:chgData name="Mohammed Fasha" userId="cc64f42d-a1a6-4f08-b97b-0c37f877119f" providerId="ADAL" clId="{2E5FBF59-3168-4932-9518-582502FE1AD5}"/>
    <pc:docChg chg="undo custSel delSld modSld">
      <pc:chgData name="Mohammed Fasha" userId="cc64f42d-a1a6-4f08-b97b-0c37f877119f" providerId="ADAL" clId="{2E5FBF59-3168-4932-9518-582502FE1AD5}" dt="2024-12-24T08:08:19.987" v="550" actId="20577"/>
      <pc:docMkLst>
        <pc:docMk/>
      </pc:docMkLst>
      <pc:sldChg chg="delSp">
        <pc:chgData name="Mohammed Fasha" userId="cc64f42d-a1a6-4f08-b97b-0c37f877119f" providerId="ADAL" clId="{2E5FBF59-3168-4932-9518-582502FE1AD5}" dt="2024-11-19T07:40:47.121" v="208" actId="478"/>
        <pc:sldMkLst>
          <pc:docMk/>
          <pc:sldMk cId="391491219" sldId="428"/>
        </pc:sldMkLst>
      </pc:sldChg>
      <pc:sldChg chg="modSp">
        <pc:chgData name="Mohammed Fasha" userId="cc64f42d-a1a6-4f08-b97b-0c37f877119f" providerId="ADAL" clId="{2E5FBF59-3168-4932-9518-582502FE1AD5}" dt="2024-12-03T07:43:58.007" v="456" actId="1076"/>
        <pc:sldMkLst>
          <pc:docMk/>
          <pc:sldMk cId="3339445507" sldId="430"/>
        </pc:sldMkLst>
      </pc:sldChg>
      <pc:sldChg chg="modSp">
        <pc:chgData name="Mohammed Fasha" userId="cc64f42d-a1a6-4f08-b97b-0c37f877119f" providerId="ADAL" clId="{2E5FBF59-3168-4932-9518-582502FE1AD5}" dt="2024-12-03T07:45:08.136" v="474" actId="20577"/>
        <pc:sldMkLst>
          <pc:docMk/>
          <pc:sldMk cId="3389046835" sldId="431"/>
        </pc:sldMkLst>
      </pc:sldChg>
      <pc:sldChg chg="modSp">
        <pc:chgData name="Mohammed Fasha" userId="cc64f42d-a1a6-4f08-b97b-0c37f877119f" providerId="ADAL" clId="{2E5FBF59-3168-4932-9518-582502FE1AD5}" dt="2024-11-10T06:33:09.727" v="37" actId="207"/>
        <pc:sldMkLst>
          <pc:docMk/>
          <pc:sldMk cId="2726994946" sldId="479"/>
        </pc:sldMkLst>
      </pc:sldChg>
      <pc:sldChg chg="modSp">
        <pc:chgData name="Mohammed Fasha" userId="cc64f42d-a1a6-4f08-b97b-0c37f877119f" providerId="ADAL" clId="{2E5FBF59-3168-4932-9518-582502FE1AD5}" dt="2024-11-19T07:44:28.766" v="211" actId="20577"/>
        <pc:sldMkLst>
          <pc:docMk/>
          <pc:sldMk cId="2297456757" sldId="483"/>
        </pc:sldMkLst>
      </pc:sldChg>
      <pc:sldChg chg="modSp">
        <pc:chgData name="Mohammed Fasha" userId="cc64f42d-a1a6-4f08-b97b-0c37f877119f" providerId="ADAL" clId="{2E5FBF59-3168-4932-9518-582502FE1AD5}" dt="2024-11-10T06:45:09.392" v="40" actId="20577"/>
        <pc:sldMkLst>
          <pc:docMk/>
          <pc:sldMk cId="3474268344" sldId="596"/>
        </pc:sldMkLst>
      </pc:sldChg>
      <pc:sldChg chg="modSp">
        <pc:chgData name="Mohammed Fasha" userId="cc64f42d-a1a6-4f08-b97b-0c37f877119f" providerId="ADAL" clId="{2E5FBF59-3168-4932-9518-582502FE1AD5}" dt="2024-12-03T07:47:21.561" v="476" actId="6549"/>
        <pc:sldMkLst>
          <pc:docMk/>
          <pc:sldMk cId="399592497" sldId="613"/>
        </pc:sldMkLst>
      </pc:sldChg>
      <pc:sldChg chg="modSp">
        <pc:chgData name="Mohammed Fasha" userId="cc64f42d-a1a6-4f08-b97b-0c37f877119f" providerId="ADAL" clId="{2E5FBF59-3168-4932-9518-582502FE1AD5}" dt="2024-12-03T07:49:02.980" v="478" actId="207"/>
        <pc:sldMkLst>
          <pc:docMk/>
          <pc:sldMk cId="3329135496" sldId="617"/>
        </pc:sldMkLst>
      </pc:sldChg>
      <pc:sldChg chg="modSp">
        <pc:chgData name="Mohammed Fasha" userId="cc64f42d-a1a6-4f08-b97b-0c37f877119f" providerId="ADAL" clId="{2E5FBF59-3168-4932-9518-582502FE1AD5}" dt="2024-12-24T08:05:16.608" v="482" actId="403"/>
        <pc:sldMkLst>
          <pc:docMk/>
          <pc:sldMk cId="2990045589" sldId="659"/>
        </pc:sldMkLst>
      </pc:sldChg>
      <pc:sldChg chg="modSp">
        <pc:chgData name="Mohammed Fasha" userId="cc64f42d-a1a6-4f08-b97b-0c37f877119f" providerId="ADAL" clId="{2E5FBF59-3168-4932-9518-582502FE1AD5}" dt="2024-12-24T08:08:19.987" v="550" actId="20577"/>
        <pc:sldMkLst>
          <pc:docMk/>
          <pc:sldMk cId="2680231355" sldId="669"/>
        </pc:sldMkLst>
      </pc:sldChg>
      <pc:sldChg chg="addSp modSp">
        <pc:chgData name="Mohammed Fasha" userId="cc64f42d-a1a6-4f08-b97b-0c37f877119f" providerId="ADAL" clId="{2E5FBF59-3168-4932-9518-582502FE1AD5}" dt="2024-12-24T08:05:52.910" v="488" actId="1076"/>
        <pc:sldMkLst>
          <pc:docMk/>
          <pc:sldMk cId="916102856" sldId="685"/>
        </pc:sldMkLst>
      </pc:sldChg>
      <pc:sldChg chg="modSp">
        <pc:chgData name="Mohammed Fasha" userId="cc64f42d-a1a6-4f08-b97b-0c37f877119f" providerId="ADAL" clId="{2E5FBF59-3168-4932-9518-582502FE1AD5}" dt="2024-11-19T07:03:29.557" v="206" actId="207"/>
        <pc:sldMkLst>
          <pc:docMk/>
          <pc:sldMk cId="32004852" sldId="708"/>
        </pc:sldMkLst>
      </pc:sldChg>
    </pc:docChg>
  </pc:docChgLst>
  <pc:docChgLst>
    <pc:chgData name="Mohammed Fasha" userId="cc64f42d-a1a6-4f08-b97b-0c37f877119f" providerId="ADAL" clId="{25C05559-E4DC-4EE1-91BC-1444D09EE869}"/>
    <pc:docChg chg="undo custSel addSld delSld modSld sldOrd">
      <pc:chgData name="Mohammed Fasha" userId="cc64f42d-a1a6-4f08-b97b-0c37f877119f" providerId="ADAL" clId="{25C05559-E4DC-4EE1-91BC-1444D09EE869}" dt="2025-04-30T07:51:18.812" v="264" actId="47"/>
      <pc:docMkLst>
        <pc:docMk/>
      </pc:docMkLst>
      <pc:sldChg chg="modSp mod">
        <pc:chgData name="Mohammed Fasha" userId="cc64f42d-a1a6-4f08-b97b-0c37f877119f" providerId="ADAL" clId="{25C05559-E4DC-4EE1-91BC-1444D09EE869}" dt="2025-04-16T06:14:55.232" v="16" actId="1076"/>
        <pc:sldMkLst>
          <pc:docMk/>
          <pc:sldMk cId="1499958888" sldId="394"/>
        </pc:sldMkLst>
      </pc:sldChg>
      <pc:sldChg chg="delSp modSp mod delAnim">
        <pc:chgData name="Mohammed Fasha" userId="cc64f42d-a1a6-4f08-b97b-0c37f877119f" providerId="ADAL" clId="{25C05559-E4DC-4EE1-91BC-1444D09EE869}" dt="2025-04-16T06:43:36.666" v="20" actId="478"/>
        <pc:sldMkLst>
          <pc:docMk/>
          <pc:sldMk cId="2905491798" sldId="440"/>
        </pc:sldMkLst>
      </pc:sldChg>
      <pc:sldChg chg="modSp mod">
        <pc:chgData name="Mohammed Fasha" userId="cc64f42d-a1a6-4f08-b97b-0c37f877119f" providerId="ADAL" clId="{25C05559-E4DC-4EE1-91BC-1444D09EE869}" dt="2025-04-09T06:23:26.187" v="0" actId="20577"/>
        <pc:sldMkLst>
          <pc:docMk/>
          <pc:sldMk cId="2297456757" sldId="483"/>
        </pc:sldMkLst>
        <pc:spChg chg="mod">
          <ac:chgData name="Mohammed Fasha" userId="cc64f42d-a1a6-4f08-b97b-0c37f877119f" providerId="ADAL" clId="{25C05559-E4DC-4EE1-91BC-1444D09EE869}" dt="2025-04-09T06:23:26.187" v="0" actId="20577"/>
          <ac:spMkLst>
            <pc:docMk/>
            <pc:sldMk cId="2297456757" sldId="483"/>
            <ac:spMk id="5" creationId="{89403830-E271-DAA0-8838-E295A84A8B5B}"/>
          </ac:spMkLst>
        </pc:spChg>
      </pc:sldChg>
      <pc:sldChg chg="ord">
        <pc:chgData name="Mohammed Fasha" userId="cc64f42d-a1a6-4f08-b97b-0c37f877119f" providerId="ADAL" clId="{25C05559-E4DC-4EE1-91BC-1444D09EE869}" dt="2025-04-16T06:46:21.733" v="23" actId="20578"/>
        <pc:sldMkLst>
          <pc:docMk/>
          <pc:sldMk cId="3480194047" sldId="599"/>
        </pc:sldMkLst>
      </pc:sldChg>
      <pc:sldChg chg="modSp mod">
        <pc:chgData name="Mohammed Fasha" userId="cc64f42d-a1a6-4f08-b97b-0c37f877119f" providerId="ADAL" clId="{25C05559-E4DC-4EE1-91BC-1444D09EE869}" dt="2025-04-16T06:46:47.902" v="27" actId="404"/>
        <pc:sldMkLst>
          <pc:docMk/>
          <pc:sldMk cId="3146452721" sldId="600"/>
        </pc:sldMkLst>
      </pc:sldChg>
      <pc:sldChg chg="delSp mod">
        <pc:chgData name="Mohammed Fasha" userId="cc64f42d-a1a6-4f08-b97b-0c37f877119f" providerId="ADAL" clId="{25C05559-E4DC-4EE1-91BC-1444D09EE869}" dt="2025-04-16T06:47:57.131" v="35" actId="21"/>
        <pc:sldMkLst>
          <pc:docMk/>
          <pc:sldMk cId="202107314" sldId="647"/>
        </pc:sldMkLst>
      </pc:sldChg>
      <pc:sldChg chg="modSp mod">
        <pc:chgData name="Mohammed Fasha" userId="cc64f42d-a1a6-4f08-b97b-0c37f877119f" providerId="ADAL" clId="{25C05559-E4DC-4EE1-91BC-1444D09EE869}" dt="2025-04-16T06:48:42.467" v="40" actId="14100"/>
        <pc:sldMkLst>
          <pc:docMk/>
          <pc:sldMk cId="3454522070" sldId="679"/>
        </pc:sldMkLst>
      </pc:sldChg>
      <pc:sldChg chg="modSp mod">
        <pc:chgData name="Mohammed Fasha" userId="cc64f42d-a1a6-4f08-b97b-0c37f877119f" providerId="ADAL" clId="{25C05559-E4DC-4EE1-91BC-1444D09EE869}" dt="2025-04-16T06:49:10.468" v="48" actId="404"/>
        <pc:sldMkLst>
          <pc:docMk/>
          <pc:sldMk cId="2856814121" sldId="681"/>
        </pc:sldMkLst>
      </pc:sldChg>
      <pc:sldChg chg="modSp mod">
        <pc:chgData name="Mohammed Fasha" userId="cc64f42d-a1a6-4f08-b97b-0c37f877119f" providerId="ADAL" clId="{25C05559-E4DC-4EE1-91BC-1444D09EE869}" dt="2025-04-16T06:48:55.287" v="46" actId="27636"/>
        <pc:sldMkLst>
          <pc:docMk/>
          <pc:sldMk cId="265576630" sldId="698"/>
        </pc:sldMkLst>
      </pc:sldChg>
      <pc:sldChg chg="modSp">
        <pc:chgData name="Mohammed Fasha" userId="cc64f42d-a1a6-4f08-b97b-0c37f877119f" providerId="ADAL" clId="{25C05559-E4DC-4EE1-91BC-1444D09EE869}" dt="2025-04-16T06:48:02.658" v="36" actId="1076"/>
        <pc:sldMkLst>
          <pc:docMk/>
          <pc:sldMk cId="3085160177" sldId="704"/>
        </pc:sldMkLst>
      </pc:sldChg>
      <pc:sldChg chg="modSp mod">
        <pc:chgData name="Mohammed Fasha" userId="cc64f42d-a1a6-4f08-b97b-0c37f877119f" providerId="ADAL" clId="{25C05559-E4DC-4EE1-91BC-1444D09EE869}" dt="2025-04-16T06:47:18.630" v="34" actId="1076"/>
        <pc:sldMkLst>
          <pc:docMk/>
          <pc:sldMk cId="32004852" sldId="708"/>
        </pc:sldMkLst>
      </pc:sldChg>
      <pc:sldChg chg="addSp delSp modSp mod">
        <pc:chgData name="Mohammed Fasha" userId="cc64f42d-a1a6-4f08-b97b-0c37f877119f" providerId="ADAL" clId="{25C05559-E4DC-4EE1-91BC-1444D09EE869}" dt="2025-04-16T06:14:10.424" v="11" actId="167"/>
        <pc:sldMkLst>
          <pc:docMk/>
          <pc:sldMk cId="3150550060" sldId="720"/>
        </pc:sldMkLst>
      </pc:sldChg>
      <pc:sldChg chg="addSp modSp new mod">
        <pc:chgData name="Mohammed Fasha" userId="cc64f42d-a1a6-4f08-b97b-0c37f877119f" providerId="ADAL" clId="{25C05559-E4DC-4EE1-91BC-1444D09EE869}" dt="2025-04-30T06:40:50.224" v="212" actId="6549"/>
        <pc:sldMkLst>
          <pc:docMk/>
          <pc:sldMk cId="666527140" sldId="725"/>
        </pc:sldMkLst>
      </pc:sldChg>
      <pc:sldChg chg="addSp delSp modSp new mod">
        <pc:chgData name="Mohammed Fasha" userId="cc64f42d-a1a6-4f08-b97b-0c37f877119f" providerId="ADAL" clId="{25C05559-E4DC-4EE1-91BC-1444D09EE869}" dt="2025-04-30T07:05:36.135" v="263" actId="122"/>
        <pc:sldMkLst>
          <pc:docMk/>
          <pc:sldMk cId="3660604927" sldId="726"/>
        </pc:sldMkLst>
      </pc:sldChg>
      <pc:sldChg chg="add del">
        <pc:chgData name="Mohammed Fasha" userId="cc64f42d-a1a6-4f08-b97b-0c37f877119f" providerId="ADAL" clId="{25C05559-E4DC-4EE1-91BC-1444D09EE869}" dt="2025-04-30T07:51:18.812" v="264" actId="47"/>
        <pc:sldMkLst>
          <pc:docMk/>
          <pc:sldMk cId="2399550384" sldId="727"/>
        </pc:sldMkLst>
      </pc:sldChg>
      <pc:sldChg chg="modSp add mod ord">
        <pc:chgData name="Mohammed Fasha" userId="cc64f42d-a1a6-4f08-b97b-0c37f877119f" providerId="ADAL" clId="{25C05559-E4DC-4EE1-91BC-1444D09EE869}" dt="2025-04-30T06:47:23.280" v="238" actId="20577"/>
        <pc:sldMkLst>
          <pc:docMk/>
          <pc:sldMk cId="4051640529" sldId="728"/>
        </pc:sldMkLst>
      </pc:sldChg>
    </pc:docChg>
  </pc:docChgLst>
  <pc:docChgLst>
    <pc:chgData name="Mohammed Fasha" userId="cc64f42d-a1a6-4f08-b97b-0c37f877119f" providerId="ADAL" clId="{6804A8E6-8D7F-46E3-B091-66A8F6B926BF}"/>
    <pc:docChg chg="custSel modMainMaster">
      <pc:chgData name="Mohammed Fasha" userId="cc64f42d-a1a6-4f08-b97b-0c37f877119f" providerId="ADAL" clId="{6804A8E6-8D7F-46E3-B091-66A8F6B926BF}" dt="2024-11-09T05:15:35.019" v="2" actId="1076"/>
      <pc:docMkLst>
        <pc:docMk/>
      </pc:docMkLst>
      <pc:sldMasterChg chg="delSp mod modSldLayout">
        <pc:chgData name="Mohammed Fasha" userId="cc64f42d-a1a6-4f08-b97b-0c37f877119f" providerId="ADAL" clId="{6804A8E6-8D7F-46E3-B091-66A8F6B926BF}" dt="2024-11-09T05:15:35.019" v="2" actId="1076"/>
        <pc:sldMasterMkLst>
          <pc:docMk/>
          <pc:sldMasterMk cId="742811419" sldId="2147483648"/>
        </pc:sldMasterMkLst>
        <pc:sldLayoutChg chg="addSp modSp mod">
          <pc:chgData name="Mohammed Fasha" userId="cc64f42d-a1a6-4f08-b97b-0c37f877119f" providerId="ADAL" clId="{6804A8E6-8D7F-46E3-B091-66A8F6B926BF}" dt="2024-11-09T05:15:35.019" v="2" actId="1076"/>
          <pc:sldLayoutMkLst>
            <pc:docMk/>
            <pc:sldMasterMk cId="742811419" sldId="2147483648"/>
            <pc:sldLayoutMk cId="4063788262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C3971-340B-41A2-ABD3-FB1A577E48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1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C3971-340B-41A2-ABD3-FB1A577E48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22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15635-BBAD-7E56-C59A-73312B169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525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7523"/>
            <a:ext cx="10515600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4991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ashisharora2204/hypothesis-testing-confidence-interval-level-margin-of-error-39aa7c7ddcd2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hyperlink" Target="https://www.lock5stat.com/StatKey/sampling_1_quant/sampling_1_quan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NTq0BO6pbbg&amp;list=PLLTSM0eKjC2eSEO7y7MZWb1sdDJiAejoI&amp;index=10" TargetMode="External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ribbr.com/statistics/t-distribution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3E9DF1-2223-C2DE-EF40-211A8D65C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0" dirty="0"/>
              <a:t>307102</a:t>
            </a:r>
            <a:br>
              <a:rPr lang="en-US" sz="4800" b="0" dirty="0"/>
            </a:br>
            <a:r>
              <a:rPr lang="en-US" sz="4800" b="0" dirty="0"/>
              <a:t>Descriptive Statistics for Business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403830-E271-DAA0-8838-E295A84A8B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0" dirty="0"/>
              <a:t>Introduction to Estimation in Statistics</a:t>
            </a:r>
          </a:p>
          <a:p>
            <a:r>
              <a:rPr lang="en-US" sz="3200" dirty="0"/>
              <a:t>2024-2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87D1D-1AA9-EA47-F9E0-B5509D9C1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279230"/>
            <a:ext cx="914400" cy="120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56757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5847-8AA4-1F16-2BAA-3BA29D94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CE5F9-E85C-BE5A-115B-5073F877C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Introduction to Inferential Statistics</a:t>
            </a:r>
          </a:p>
          <a:p>
            <a:r>
              <a:rPr lang="en-US" sz="2200" dirty="0"/>
              <a:t>Estimation in Statistics (Point Estimate and Interval Estimate)</a:t>
            </a:r>
          </a:p>
          <a:p>
            <a:r>
              <a:rPr lang="en-US" sz="2200" dirty="0"/>
              <a:t>The Central Limit Theorem (CLT)</a:t>
            </a:r>
          </a:p>
          <a:p>
            <a:r>
              <a:rPr lang="en-US" sz="2200" dirty="0"/>
              <a:t>Confidence Intervals – Using Z-Tables</a:t>
            </a:r>
          </a:p>
          <a:p>
            <a:r>
              <a:rPr lang="en-US" sz="2200" dirty="0"/>
              <a:t>Confidence Intervals – </a:t>
            </a:r>
            <a:r>
              <a:rPr lang="en-US" sz="2200"/>
              <a:t>Using T-Tables</a:t>
            </a:r>
            <a:endParaRPr lang="en-US" sz="2200" dirty="0"/>
          </a:p>
          <a:p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08461039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13DC6-01DA-0808-EDB7-622B006C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342E-0CC8-71FC-EE2F-99270AAFC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Often in statistics we’re interested in measuring population parameters.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Two of the </a:t>
            </a:r>
            <a:r>
              <a:rPr lang="en-US" u="sng" dirty="0"/>
              <a:t>most common</a:t>
            </a:r>
            <a:r>
              <a:rPr lang="en-US" dirty="0"/>
              <a:t> population parameters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Population mean</a:t>
            </a:r>
            <a:r>
              <a:rPr lang="en-US" sz="2400" dirty="0"/>
              <a:t>: the mean value of some variable in a population (e.g. the mean height of males in the U.S.)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Population proportion</a:t>
            </a:r>
            <a:r>
              <a:rPr lang="en-US" sz="2400" dirty="0"/>
              <a:t>: the proportion of some variable in a population (e.g. the proportion of residents in a county who support a certain law)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Although we’re interested in measuring these parameters, it’s usually too costly and time-consuming to go around and collect data on every individual in a population in order to calculate the population parameter.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Instead, </a:t>
            </a:r>
            <a:r>
              <a:rPr lang="en-US" b="1" u="sng" dirty="0"/>
              <a:t>we typically take a random sample </a:t>
            </a:r>
            <a:r>
              <a:rPr lang="en-US" dirty="0"/>
              <a:t>from the overall population and use data from the sample to </a:t>
            </a:r>
            <a:r>
              <a:rPr lang="en-US" b="1" u="sng" dirty="0"/>
              <a:t>estimate</a:t>
            </a:r>
            <a:r>
              <a:rPr lang="en-US" dirty="0"/>
              <a:t> the population parameter.</a:t>
            </a:r>
          </a:p>
        </p:txBody>
      </p:sp>
    </p:spTree>
    <p:extLst>
      <p:ext uri="{BB962C8B-B14F-4D97-AF65-F5344CB8AC3E}">
        <p14:creationId xmlns:p14="http://schemas.microsoft.com/office/powerpoint/2010/main" val="587789057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Point vs. Interval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dirty="0"/>
              <a:t>A point estimate is a single value estimate of a parameter. For instance, a sample mean is a point estimate of a population mean. </a:t>
            </a:r>
          </a:p>
          <a:p>
            <a:pPr>
              <a:buFont typeface="Arial" panose="05000000000000000000" pitchFamily="2" charset="2"/>
              <a:buChar char="•"/>
            </a:pPr>
            <a:r>
              <a:rPr lang="en-US" dirty="0"/>
              <a:t>An interval estimate gives you a range of values where the parameter is expected to lie. </a:t>
            </a:r>
            <a:endParaRPr lang="ar-JO" dirty="0"/>
          </a:p>
          <a:p>
            <a:pPr>
              <a:buFont typeface="Arial" panose="05000000000000000000" pitchFamily="2" charset="2"/>
              <a:buChar char="•"/>
            </a:pPr>
            <a:r>
              <a:rPr lang="en-US" dirty="0"/>
              <a:t>Both types of estimates are important for gathering a clear idea of where a parameter is likely to lie.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D15A24-F92E-44D4-9F7F-7A76B2B7027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4121834" y="3781209"/>
            <a:ext cx="4304713" cy="276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8479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11AF47-13D0-D4CF-0E61-813F56D23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2342E-0CC8-71FC-EE2F-99270AAFC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080760" cy="34755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want to estimate the mean weight of a students in the university.</a:t>
            </a:r>
          </a:p>
          <a:p>
            <a:r>
              <a:rPr lang="en-US" dirty="0"/>
              <a:t>Since there are thousands of students in the university, it would be extremely time-consuming and costly to go around and weigh each individual student.</a:t>
            </a:r>
          </a:p>
          <a:p>
            <a:r>
              <a:rPr lang="en-US" sz="2400" dirty="0"/>
              <a:t>Instead, we might take </a:t>
            </a:r>
            <a:r>
              <a:rPr lang="en-US" sz="2400" u="sng" dirty="0"/>
              <a:t>a random sample of 50 students </a:t>
            </a:r>
            <a:r>
              <a:rPr lang="en-US" sz="2400" dirty="0"/>
              <a:t>and use the mean weight of the students in this sample </a:t>
            </a:r>
            <a:r>
              <a:rPr lang="en-US" sz="2400" u="sng" dirty="0"/>
              <a:t>to estimate the true population mean</a:t>
            </a:r>
            <a:r>
              <a:rPr lang="en-US" sz="24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D3AE4-3393-1760-1D0D-00275C4BAF05}"/>
              </a:ext>
            </a:extLst>
          </p:cNvPr>
          <p:cNvSpPr txBox="1"/>
          <p:nvPr/>
        </p:nvSpPr>
        <p:spPr>
          <a:xfrm>
            <a:off x="838200" y="5062385"/>
            <a:ext cx="101768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 this case, the mean weight  of the sample is called a </a:t>
            </a:r>
            <a:r>
              <a:rPr lang="en-US" sz="2400" dirty="0">
                <a:solidFill>
                  <a:srgbClr val="002060"/>
                </a:solidFill>
              </a:rPr>
              <a:t>Point Estimate </a:t>
            </a:r>
            <a:r>
              <a:rPr lang="en-US" sz="2400" dirty="0"/>
              <a:t>for the true mean weight of the population.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F5C551-D0EA-70CC-FEFE-824F3C7E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365" y="4457998"/>
            <a:ext cx="803994" cy="4441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A254BE-8A6E-BD2C-FEE2-57CA0C3F0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028" y="1795615"/>
            <a:ext cx="4967854" cy="282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90674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AADBB2-5BAE-B366-2BB6-8C361305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Interval Estimates - 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CE225-DA1B-62A4-4CD1-C5A95F022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 problem with the previous example is that the mean weight of students in the sample </a:t>
            </a:r>
            <a:r>
              <a:rPr lang="en-US" sz="2200" b="1" u="sng" dirty="0"/>
              <a:t>is not guaranteed </a:t>
            </a:r>
            <a:r>
              <a:rPr lang="en-US" sz="2200" dirty="0"/>
              <a:t>to exactly match the mean weight of students in the whole population.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For example, we might just happen to pick a sample full of low-weight students or perhaps a sample full of heavy students.</a:t>
            </a:r>
          </a:p>
          <a:p>
            <a:r>
              <a:rPr lang="en-US" sz="2200" dirty="0"/>
              <a:t>To capture this uncertainty, </a:t>
            </a:r>
            <a:r>
              <a:rPr lang="en-US" sz="2200" u="sng" dirty="0">
                <a:solidFill>
                  <a:srgbClr val="002060"/>
                </a:solidFill>
              </a:rPr>
              <a:t>we can create an Interval Estimate or a confidence interval around our point estimate</a:t>
            </a:r>
            <a:r>
              <a:rPr lang="en-US" sz="2200" b="1" u="sng" dirty="0">
                <a:solidFill>
                  <a:srgbClr val="002060"/>
                </a:solidFill>
              </a:rPr>
              <a:t>.</a:t>
            </a:r>
            <a:endParaRPr lang="en-US" sz="2200" dirty="0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C8BE6-7DAE-7E3D-855A-6B4CF6BD9848}"/>
              </a:ext>
            </a:extLst>
          </p:cNvPr>
          <p:cNvSpPr txBox="1"/>
          <p:nvPr/>
        </p:nvSpPr>
        <p:spPr>
          <a:xfrm>
            <a:off x="838200" y="4189585"/>
            <a:ext cx="60127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confidence interval gives </a:t>
            </a:r>
            <a:r>
              <a:rPr lang="en-US" sz="2200" dirty="0">
                <a:solidFill>
                  <a:srgbClr val="FF0000"/>
                </a:solidFill>
              </a:rPr>
              <a:t>us a range of values that</a:t>
            </a:r>
            <a:r>
              <a:rPr lang="en-US" sz="2200" dirty="0"/>
              <a:t> are likely to contain the true population parameter.</a:t>
            </a:r>
          </a:p>
          <a:p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33EC58-9558-FE16-E9A3-4EE740EEB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004615"/>
            <a:ext cx="6118773" cy="262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91219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0558E-ABB6-A16A-F169-F3355A207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Confidence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42ADD-577C-7CF5-CC92-814897C92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06007"/>
                <a:ext cx="5329136" cy="3794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To compute the confidence interval for the mean of a normally distributed data we use the formula below:</a:t>
                </a:r>
              </a:p>
              <a:p>
                <a:pPr marL="225425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Confidence Interval = (point estimate) </a:t>
                </a:r>
                <a:r>
                  <a:rPr lang="en-US" sz="2400" dirty="0">
                    <a:solidFill>
                      <a:srgbClr val="002060"/>
                    </a:solidFill>
                  </a:rPr>
                  <a:t>±</a:t>
                </a:r>
                <a:r>
                  <a:rPr lang="en-US" dirty="0">
                    <a:solidFill>
                      <a:srgbClr val="002060"/>
                    </a:solidFill>
                  </a:rPr>
                  <a:t> Margin of Error</a:t>
                </a:r>
              </a:p>
              <a:p>
                <a:pPr marL="225425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Confidence Interval = (point estimate) </a:t>
                </a:r>
                <a:r>
                  <a:rPr lang="en-US" sz="2400" dirty="0">
                    <a:solidFill>
                      <a:schemeClr val="tx1"/>
                    </a:solidFill>
                  </a:rPr>
                  <a:t>±</a:t>
                </a:r>
                <a:r>
                  <a:rPr lang="en-US" dirty="0">
                    <a:solidFill>
                      <a:schemeClr val="tx1"/>
                    </a:solidFill>
                  </a:rPr>
                  <a:t> [(critical value)*(standard error)]</a:t>
                </a:r>
              </a:p>
              <a:p>
                <a:pPr marL="225425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The critical value is the z-score and the standard error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A42ADD-577C-7CF5-CC92-814897C92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06007"/>
                <a:ext cx="5329136" cy="3794041"/>
              </a:xfrm>
              <a:blipFill>
                <a:blip r:embed="rId2"/>
                <a:stretch>
                  <a:fillRect l="-1831" t="-2251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381FD07-E31A-5851-D2EC-0EB7DE0F4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612" y="1641409"/>
            <a:ext cx="4770966" cy="50664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E5A004-B979-E1DE-0077-ED295FC3F72B}"/>
              </a:ext>
            </a:extLst>
          </p:cNvPr>
          <p:cNvSpPr txBox="1"/>
          <p:nvPr/>
        </p:nvSpPr>
        <p:spPr>
          <a:xfrm>
            <a:off x="838200" y="5978737"/>
            <a:ext cx="6097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https://medium.com/@ashisharora2204/hypothesis-testing-confidence-interval-level-margin-of-error-39aa7c7ddcd2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125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745E88-5323-1601-93AD-9CF45ED76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Significance Level Alpha (α) and The Confidence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60F0-5589-E587-7D43-FCAB30D63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compute the confidence interval, we need to define the Significance Level Alpha (</a:t>
            </a:r>
            <a:r>
              <a:rPr lang="el-GR" b="0" i="1" dirty="0">
                <a:solidFill>
                  <a:srgbClr val="404040"/>
                </a:solidFill>
                <a:effectLst/>
                <a:latin typeface="KaTeX_Math"/>
              </a:rPr>
              <a:t>α</a:t>
            </a:r>
            <a:r>
              <a:rPr lang="en-US" b="0" i="1" dirty="0">
                <a:solidFill>
                  <a:srgbClr val="404040"/>
                </a:solidFill>
                <a:effectLst/>
                <a:latin typeface="KaTeX_Math"/>
              </a:rPr>
              <a:t>)</a:t>
            </a:r>
            <a:r>
              <a:rPr lang="en-US" dirty="0"/>
              <a:t> or the Confidence Level.</a:t>
            </a:r>
          </a:p>
          <a:p>
            <a:r>
              <a:rPr lang="en-US" dirty="0"/>
              <a:t>The two terms are related to each other according to the following equation:</a:t>
            </a:r>
          </a:p>
          <a:p>
            <a:pPr marL="225425" indent="0">
              <a:buNone/>
            </a:pPr>
            <a:r>
              <a:rPr lang="en-US" b="1" dirty="0">
                <a:solidFill>
                  <a:srgbClr val="002060"/>
                </a:solidFill>
              </a:rPr>
              <a:t>Confidence level= 1 – </a:t>
            </a:r>
            <a:r>
              <a:rPr lang="el-GR" b="1" i="1" dirty="0">
                <a:solidFill>
                  <a:srgbClr val="002060"/>
                </a:solidFill>
                <a:effectLst/>
                <a:latin typeface="KaTeX_Math"/>
              </a:rPr>
              <a:t>α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US" dirty="0"/>
              <a:t>Common values for these notations are listed in the table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D96211-FF25-A83F-468B-3700C7254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812157"/>
              </p:ext>
            </p:extLst>
          </p:nvPr>
        </p:nvGraphicFramePr>
        <p:xfrm>
          <a:off x="3922541" y="4184302"/>
          <a:ext cx="4346918" cy="113919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86597">
                  <a:extLst>
                    <a:ext uri="{9D8B030D-6E8A-4147-A177-3AD203B41FA5}">
                      <a16:colId xmlns:a16="http://schemas.microsoft.com/office/drawing/2014/main" val="2974747651"/>
                    </a:ext>
                  </a:extLst>
                </a:gridCol>
                <a:gridCol w="1189955">
                  <a:extLst>
                    <a:ext uri="{9D8B030D-6E8A-4147-A177-3AD203B41FA5}">
                      <a16:colId xmlns:a16="http://schemas.microsoft.com/office/drawing/2014/main" val="4018239766"/>
                    </a:ext>
                  </a:extLst>
                </a:gridCol>
                <a:gridCol w="1370366">
                  <a:extLst>
                    <a:ext uri="{9D8B030D-6E8A-4147-A177-3AD203B41FA5}">
                      <a16:colId xmlns:a16="http://schemas.microsoft.com/office/drawing/2014/main" val="4052885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dirty="0">
                          <a:effectLst/>
                        </a:rPr>
                        <a:t>Alpha -  </a:t>
                      </a:r>
                      <a:r>
                        <a:rPr lang="el-GR" sz="20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lang="en-US" sz="1800" b="1" dirty="0">
                        <a:effectLst/>
                      </a:endParaRP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5%</a:t>
                      </a: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1%</a:t>
                      </a:r>
                    </a:p>
                  </a:txBody>
                  <a:tcPr marL="95250" marR="95250" marT="47625" marB="47625" anchor="b"/>
                </a:tc>
                <a:extLst>
                  <a:ext uri="{0D108BD9-81ED-4DB2-BD59-A6C34878D82A}">
                    <a16:rowId xmlns:a16="http://schemas.microsoft.com/office/drawing/2014/main" val="3964057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dirty="0">
                          <a:effectLst/>
                        </a:rPr>
                        <a:t>Confidence level</a:t>
                      </a: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95%</a:t>
                      </a:r>
                    </a:p>
                  </a:txBody>
                  <a:tcPr marL="95250" marR="95250" marT="47625" marB="4762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dirty="0">
                          <a:effectLst/>
                        </a:rPr>
                        <a:t>99%</a:t>
                      </a:r>
                    </a:p>
                  </a:txBody>
                  <a:tcPr marL="95250" marR="95250" marT="47625" marB="47625" anchor="b"/>
                </a:tc>
                <a:extLst>
                  <a:ext uri="{0D108BD9-81ED-4DB2-BD59-A6C34878D82A}">
                    <a16:rowId xmlns:a16="http://schemas.microsoft.com/office/drawing/2014/main" val="66966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1" dirty="0">
                          <a:effectLst/>
                        </a:rPr>
                        <a:t>z-Value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1.96</a:t>
                      </a:r>
                    </a:p>
                  </a:txBody>
                  <a:tcPr marL="95250" marR="95250" marT="47625" marB="4762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effectLst/>
                        </a:rPr>
                        <a:t>2.58</a:t>
                      </a:r>
                    </a:p>
                  </a:txBody>
                  <a:tcPr marL="95250" marR="95250" marT="47625" marB="47625"/>
                </a:tc>
                <a:extLst>
                  <a:ext uri="{0D108BD9-81ED-4DB2-BD59-A6C34878D82A}">
                    <a16:rowId xmlns:a16="http://schemas.microsoft.com/office/drawing/2014/main" val="127253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874025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nfidence interval 95">
            <a:extLst>
              <a:ext uri="{FF2B5EF4-FFF2-40B4-BE49-F238E27FC236}">
                <a16:creationId xmlns:a16="http://schemas.microsoft.com/office/drawing/2014/main" id="{18D690B5-463B-B680-EA32-6D05B7C65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735" y="4010113"/>
            <a:ext cx="4820529" cy="247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F45BFFC-53FA-9071-161E-FB4EF158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Significance Level Alpha (α) and The Confidence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D677EF-5D75-C72A-B886-A89578708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confidence level (e.g. 95%) means that if we collected 100 samples and created confidence intervals for each of these samples, we would expect that 95% of these confidence intervals will contain the true population parameter. </a:t>
            </a:r>
          </a:p>
          <a:p>
            <a:r>
              <a:rPr lang="en-US" dirty="0"/>
              <a:t>It's important to note that this is a theoretical long-term proportion—it's about what we'd expect to happen over many repetitions of the same process, not a guarantee for any individual interval.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12493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6976EC-DCFF-72AD-8F40-5BDD8E023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Where did the Standard Error Come From?</a:t>
            </a:r>
            <a:br>
              <a:rPr lang="en-US" dirty="0"/>
            </a:br>
            <a:r>
              <a:rPr lang="en-US" dirty="0"/>
              <a:t>The Central Limit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187F-C5CD-D0D5-1B6D-DB601A85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5"/>
            <a:ext cx="6010072" cy="4688309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The Central Limit Theorem (CLT)</a:t>
            </a:r>
            <a:r>
              <a:rPr lang="en-US" sz="1800" dirty="0"/>
              <a:t> states that samples means created from large number of samples will be approximately normally distribution although the distribution we sample from might not be normal.</a:t>
            </a:r>
          </a:p>
          <a:p>
            <a:r>
              <a:rPr lang="en-US" sz="1800" dirty="0"/>
              <a:t>When we collect large number of samples and we compute the average for each of these samples, we call the generated means as the </a:t>
            </a:r>
            <a:r>
              <a:rPr lang="en-US" sz="1800" dirty="0">
                <a:solidFill>
                  <a:srgbClr val="FF0000"/>
                </a:solidFill>
              </a:rPr>
              <a:t>Sampling Distribution </a:t>
            </a:r>
            <a:r>
              <a:rPr lang="en-US" sz="1800" dirty="0"/>
              <a:t>of the means.</a:t>
            </a:r>
          </a:p>
          <a:p>
            <a:r>
              <a:rPr lang="en-US" sz="1800" dirty="0"/>
              <a:t>The distribution of samples means becomes more normal when the samples size increases.</a:t>
            </a:r>
          </a:p>
          <a:p>
            <a:pPr marL="0" indent="0">
              <a:buNone/>
            </a:pPr>
            <a:r>
              <a:rPr lang="en-US" sz="1800" dirty="0"/>
              <a:t>According to CLT:</a:t>
            </a:r>
          </a:p>
          <a:p>
            <a:pPr marL="0" indent="0">
              <a:buNone/>
            </a:pPr>
            <a:r>
              <a:rPr lang="en-US" sz="1800" dirty="0"/>
              <a:t>1- The mean of the sampling distribution would be equal to the mean of the original distribution.</a:t>
            </a:r>
          </a:p>
          <a:p>
            <a:pPr marL="0" indent="0">
              <a:buNone/>
            </a:pPr>
            <a:r>
              <a:rPr lang="en-US" sz="1800" dirty="0"/>
              <a:t>2- The variance of the sampling distribution of the sample mean would be equal to the variance of the original distribution divided by n, where n is the size of the samples.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08C786-FF35-6F8F-7866-4859F643F0AA}"/>
              </a:ext>
            </a:extLst>
          </p:cNvPr>
          <p:cNvSpPr txBox="1"/>
          <p:nvPr/>
        </p:nvSpPr>
        <p:spPr>
          <a:xfrm>
            <a:off x="820366" y="6488668"/>
            <a:ext cx="3022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00"/>
                </a:solidFill>
                <a:highlight>
                  <a:srgbClr val="00642D"/>
                </a:highligh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for a CLT simulator.</a:t>
            </a:r>
            <a:endParaRPr lang="en-US" dirty="0">
              <a:solidFill>
                <a:srgbClr val="FFFF00"/>
              </a:solidFill>
              <a:highlight>
                <a:srgbClr val="00642D"/>
              </a:highligh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3D4EE4-5C99-68C4-12B8-6A1C07793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859" y="4909958"/>
            <a:ext cx="2037413" cy="1763376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B0C4F0D-C0ED-BFD7-8DF3-DAC7809D9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8272" y="2101845"/>
            <a:ext cx="4791487" cy="2251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849B9047-1461-3088-AD5F-8842C7648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9336" y="5980502"/>
            <a:ext cx="804086" cy="74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73779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22A9-AB9B-4DB6-909D-9B719B54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Empirical Proof that Standard Error is an Approximate for the True SD of Sample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C943-3A8B-4F77-93D3-E418FD3ED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5545015" cy="499103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numpy </a:t>
            </a: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np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matplotlib.pyplot </a:t>
            </a: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plt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Set population parameters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population = np.random.normal(loc=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scale=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size=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1000000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true_sigma = np.std(population)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Simulation setup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sample_size = 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num_samples = 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1000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sample_means = []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sample_sds = []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_ 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1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(num_samples):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sample = np.random.choice(population, sample_size)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sample_means.append(np.mean(sample))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sample_sds.append(np.std(sample, ddof=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Calculate actual SD of sample means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sd_of_sample_means = np.std(sample_means)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Calculate average standard error estimate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average_se = np.mean([s / np.sqrt(sample_size) </a:t>
            </a:r>
            <a:r>
              <a:rPr lang="en-US" sz="1000" b="1" noProof="1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 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sample_sds])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"True SD of sample means: 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{sd_of_sample_means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795E26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000" b="1" noProof="1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"Average estimated SE:     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{average_se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1000" b="1" noProof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Optional: plot histogram</a:t>
            </a: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plt.hist(sample_means, bins=</a:t>
            </a:r>
            <a:r>
              <a:rPr lang="en-US" sz="1000" b="1" noProof="1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30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edgecolor=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'black'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plt.title(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'Distribution of Sample Means'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plt.xlabel(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'Sample Mean'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plt.ylabel(</a:t>
            </a:r>
            <a:r>
              <a:rPr lang="en-US" sz="1000" b="1" noProof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'Frequency'</a:t>
            </a: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plt.show()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noProof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sz="1000" b="1" noProof="1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6608F-A355-48A5-AA45-B590299EF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205" y="1706007"/>
            <a:ext cx="4914595" cy="403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6527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C094EA5-6E24-C7A6-5A2C-B84010934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299" y="1866146"/>
            <a:ext cx="2732231" cy="200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56EC655-D9EC-DF2D-356D-B9A17988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7178040" cy="25078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size n = 50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mean weight x = 73.16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Population standard deviation s = 8.63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67385" y="4213860"/>
            <a:ext cx="794885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To find the upper bound z-score for the 90% CI, we need to look for area 95% in the z table i.e. 90% + 5% (</a:t>
            </a:r>
            <a:r>
              <a:rPr lang="en-US" sz="2200" dirty="0">
                <a:solidFill>
                  <a:srgbClr val="FF0000"/>
                </a:solidFill>
              </a:rPr>
              <a:t>Look at the Figure</a:t>
            </a:r>
            <a:r>
              <a:rPr lang="en-US" sz="2200" dirty="0">
                <a:solidFill>
                  <a:srgbClr val="002060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Therefore, according to the z-table, the upper bound z-score for the 90% Confidence Interval = 1.64 i.e. lower bound is -1.64.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The Margin of Error = 1.64 * (8.63/√50) = ~2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</a:rPr>
              <a:t>Therefore, the 90% CI = 73.16 ± 2 = [71.16, 75.16]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CCD646-8F86-4A0E-628C-FDB520E71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116" y="3868614"/>
            <a:ext cx="3576565" cy="28547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8E01BC-D8C8-4BCA-927B-96F1BDB07317}"/>
              </a:ext>
            </a:extLst>
          </p:cNvPr>
          <p:cNvSpPr/>
          <p:nvPr/>
        </p:nvSpPr>
        <p:spPr>
          <a:xfrm>
            <a:off x="10475089" y="6360986"/>
            <a:ext cx="347240" cy="1851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4550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56B8C4-CFE9-DC5A-FF75-A5F491EF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6AF92-2E41-6AA0-B630-E98522877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301902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interpret this 90% confidence interval as follows: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interval [71.16 kgs to 75.16 kgs] gives us a good estimate of where the mean lies, based on the collective information from our samples.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90% means that if we estimate the population parameter and computed the confidence intervals 100 times, we expect that 90% of these intervals will contain our parameter.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 descr="A person standing on a scale in a classroom&#10;&#10;Description automatically generated">
            <a:extLst>
              <a:ext uri="{FF2B5EF4-FFF2-40B4-BE49-F238E27FC236}">
                <a16:creationId xmlns:a16="http://schemas.microsoft.com/office/drawing/2014/main" id="{44F40FC0-76F1-BC68-C413-6A3B3D800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170" y="1385455"/>
            <a:ext cx="4642338" cy="464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4683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6F08F5-E804-9111-4745-3EEFBD86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Confidence Intervals using Excel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204626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size n = 50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mean weight x = 73.16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Sample standard deviation s = 8.63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812648" y="4423227"/>
            <a:ext cx="635508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We can compute the confidence interval using Excel CONFIDENCE.NORM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This function computes the margin of error.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CONFIDENCE.NORM(.1 , 8.63 , 50) = 2.0074 ~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Therefore, the 90% CI = 73.16 ± 2 = [71.16, 75.16]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B247C-CFC6-55BA-93E6-4D682AE57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729" y="2076541"/>
            <a:ext cx="4892175" cy="12993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F08A47-B648-7BFF-D75F-C35A7078E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1" y="3906713"/>
            <a:ext cx="3647763" cy="117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249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2180B-78D7-4D1B-A48B-8311DABD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Transitioning to T-Distribution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E4972-F6C5-130E-D848-F258945E4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the Z-distribution when the population variance is known or when our data is large enough (n &gt; 30).</a:t>
            </a:r>
          </a:p>
          <a:p>
            <a:r>
              <a:rPr lang="en-US" dirty="0"/>
              <a:t>However, real-world data often doesn't come with this information.</a:t>
            </a:r>
          </a:p>
          <a:p>
            <a:r>
              <a:rPr lang="en-US" dirty="0"/>
              <a:t>In practice, </a:t>
            </a:r>
            <a:r>
              <a:rPr lang="en-US" dirty="0">
                <a:solidFill>
                  <a:srgbClr val="FF0000"/>
                </a:solidFill>
              </a:rPr>
              <a:t>the population variance is unknown</a:t>
            </a:r>
            <a:r>
              <a:rPr lang="en-US" dirty="0"/>
              <a:t>, and we usually estimate the population variance using the sample variance, which introduces more variability into our statistics.</a:t>
            </a:r>
          </a:p>
          <a:p>
            <a:r>
              <a:rPr lang="en-US" dirty="0"/>
              <a:t>The T-distribution accommodates this additional uncertainty and is especially useful for small sample sizes.</a:t>
            </a:r>
          </a:p>
          <a:p>
            <a:r>
              <a:rPr lang="en-US" dirty="0"/>
              <a:t>The T-distribution often serves as a safer alternative because it accounts for the additional uncertainty from estimating the population variance.</a:t>
            </a:r>
          </a:p>
        </p:txBody>
      </p:sp>
    </p:spTree>
    <p:extLst>
      <p:ext uri="{BB962C8B-B14F-4D97-AF65-F5344CB8AC3E}">
        <p14:creationId xmlns:p14="http://schemas.microsoft.com/office/powerpoint/2010/main" val="353531473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724566-F9DF-5625-A36B-FBC036F8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T-Distribution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F9505-EA03-A008-0752-7C7865FA6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6858000" cy="4991039"/>
          </a:xfrm>
        </p:spPr>
        <p:txBody>
          <a:bodyPr>
            <a:normAutofit fontScale="92500"/>
          </a:bodyPr>
          <a:lstStyle/>
          <a:p>
            <a:r>
              <a:rPr lang="en-US" dirty="0"/>
              <a:t>The T-distribution, like the normal distribution, is bell-shaped and symmetric but has heavier tails.</a:t>
            </a:r>
          </a:p>
          <a:p>
            <a:r>
              <a:rPr lang="en-US" dirty="0"/>
              <a:t>This means there is more probability in the tails and less in the center compared to a normal distribution.</a:t>
            </a:r>
          </a:p>
          <a:p>
            <a:r>
              <a:rPr lang="en-US" dirty="0"/>
              <a:t>The exact shape of the T-distribution depends on the degrees of freedom (</a:t>
            </a:r>
            <a:r>
              <a:rPr lang="en-US" dirty="0" err="1"/>
              <a:t>df</a:t>
            </a:r>
            <a:r>
              <a:rPr lang="en-US" dirty="0"/>
              <a:t>), which are related to the sample size.</a:t>
            </a:r>
          </a:p>
          <a:p>
            <a:r>
              <a:rPr lang="en-US" dirty="0"/>
              <a:t>Degrees of freedom in the context of the T-distribution refer to the number of independent values in a calculation of a statistic that are free to vary.</a:t>
            </a:r>
          </a:p>
          <a:p>
            <a:r>
              <a:rPr lang="en-US" dirty="0"/>
              <a:t>For a confidence interval, </a:t>
            </a:r>
            <a:r>
              <a:rPr lang="en-US" dirty="0" err="1"/>
              <a:t>df</a:t>
            </a:r>
            <a:r>
              <a:rPr lang="en-US" dirty="0"/>
              <a:t> is equal to the sample size (n) minus 1 (</a:t>
            </a:r>
            <a:r>
              <a:rPr lang="en-US" dirty="0" err="1"/>
              <a:t>df</a:t>
            </a:r>
            <a:r>
              <a:rPr lang="en-US" dirty="0"/>
              <a:t> = n - 1).</a:t>
            </a:r>
          </a:p>
          <a:p>
            <a:r>
              <a:rPr lang="en-US" dirty="0"/>
              <a:t>As the sample size increases, the T-distribution approaches the normal Z-distribution.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CC8F4E-A7C1-BDB0-F250-8B963CE60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767" y="1706007"/>
            <a:ext cx="4385729" cy="25351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E2991F-846E-99B7-E80B-4034069D7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709" y="4127003"/>
            <a:ext cx="3985844" cy="246654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6A87B31-9CAC-87C7-8DAE-CDBB00FC72E2}"/>
              </a:ext>
            </a:extLst>
          </p:cNvPr>
          <p:cNvSpPr txBox="1"/>
          <p:nvPr/>
        </p:nvSpPr>
        <p:spPr>
          <a:xfrm>
            <a:off x="8599034" y="6593552"/>
            <a:ext cx="3222520" cy="26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hlinkClick r:id="rId4"/>
              </a:rPr>
              <a:t>https://www.scribbr.com/statistics/t-distribution/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2765275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of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23EDA4B2-8967-C945-41F0-16FAF4CB6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20" y="1101845"/>
            <a:ext cx="4259580" cy="6028843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7AEDC13-565B-E84F-CE76-87579FDF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34CF38-41E6-53F0-6393-4F2238BB1ABD}"/>
              </a:ext>
            </a:extLst>
          </p:cNvPr>
          <p:cNvSpPr/>
          <p:nvPr/>
        </p:nvSpPr>
        <p:spPr>
          <a:xfrm>
            <a:off x="8753793" y="4664953"/>
            <a:ext cx="436098" cy="1514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8942A-EF4D-5560-122D-DA3EDEA30CF7}"/>
              </a:ext>
            </a:extLst>
          </p:cNvPr>
          <p:cNvSpPr txBox="1"/>
          <p:nvPr/>
        </p:nvSpPr>
        <p:spPr>
          <a:xfrm>
            <a:off x="761999" y="1660843"/>
            <a:ext cx="688394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The first column, denoted "v," lists the degrees of freedom.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Degrees of freedom typically equal the sample size minus one (n-1) and relate to the number of independent values in a set of observations.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The top row lists different significance levels (α), like the probabilities in z-table.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The intersection of a row and column gives the t-value or t score, which is the cutoff point on the t-distribution.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F0000"/>
                </a:solidFill>
                <a:effectLst/>
              </a:rPr>
              <a:t>The table lists the areas (probability) on the right side</a:t>
            </a:r>
            <a:r>
              <a:rPr lang="en-US" sz="2000" b="0" i="0" dirty="0">
                <a:solidFill>
                  <a:srgbClr val="0D0D0D"/>
                </a:solidFill>
                <a:effectLst/>
              </a:rPr>
              <a:t>, of the t-scores (</a:t>
            </a:r>
            <a:r>
              <a:rPr lang="en-US" sz="2000" b="0" i="0" dirty="0">
                <a:solidFill>
                  <a:srgbClr val="00B050"/>
                </a:solidFill>
                <a:effectLst/>
              </a:rPr>
              <a:t>opposite to the z-tables</a:t>
            </a:r>
            <a:r>
              <a:rPr lang="en-US" sz="2000" b="0" i="0" dirty="0">
                <a:solidFill>
                  <a:srgbClr val="0D0D0D"/>
                </a:solidFill>
                <a:effectLst/>
              </a:rPr>
              <a:t>), therefore, to find a t scores for confident intervals we split α by 2 and look out the resulting value in the table.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For example, to find the 90% confidence interval for a sample of 20 observations, we</a:t>
            </a:r>
            <a:r>
              <a:rPr lang="en-US" sz="2000" dirty="0">
                <a:solidFill>
                  <a:srgbClr val="0D0D0D"/>
                </a:solidFill>
              </a:rPr>
              <a:t> find </a:t>
            </a:r>
            <a:r>
              <a:rPr lang="en-US" sz="2000" b="0" i="0" dirty="0">
                <a:solidFill>
                  <a:srgbClr val="0D0D0D"/>
                </a:solidFill>
                <a:effectLst/>
              </a:rPr>
              <a:t>α which is 1 - .9 = .1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</a:rPr>
              <a:t>We split α by 2 = .1 / 2 = 0.05 and we lookout that value in the table = 1.729</a:t>
            </a:r>
          </a:p>
        </p:txBody>
      </p:sp>
    </p:spTree>
    <p:extLst>
      <p:ext uri="{BB962C8B-B14F-4D97-AF65-F5344CB8AC3E}">
        <p14:creationId xmlns:p14="http://schemas.microsoft.com/office/powerpoint/2010/main" val="3329135496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9CA6F-4ACD-5301-54AB-C1FED61FB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Confidence Intervals Using T-Distribution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EFC0F-8C1A-C0AF-4F95-9CC370C23F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The formula for a confidence interval using the T-distribution is like the one with the Z-distribution: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rgbClr val="0D0D0D"/>
                  </a:solidFill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0" dirty="0">
                    <a:solidFill>
                      <a:srgbClr val="404040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x̄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 is the sample mean</a:t>
                </a:r>
                <a:endParaRPr lang="en-US" dirty="0">
                  <a:solidFill>
                    <a:srgbClr val="0D0D0D"/>
                  </a:solidFill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1" dirty="0">
                    <a:solidFill>
                      <a:srgbClr val="0D0D0D"/>
                    </a:solidFill>
                    <a:effectLst/>
                  </a:rPr>
                  <a:t>s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 is the sample standard deviation</a:t>
                </a:r>
                <a:endParaRPr lang="en-US" dirty="0">
                  <a:solidFill>
                    <a:srgbClr val="0D0D0D"/>
                  </a:solidFill>
                </a:endParaRP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en-US" b="0" i="1" dirty="0">
                    <a:solidFill>
                      <a:srgbClr val="0D0D0D"/>
                    </a:solidFill>
                    <a:effectLst/>
                  </a:rPr>
                  <a:t>n</a:t>
                </a:r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 is the sample size</a:t>
                </a:r>
                <a:endParaRPr lang="en-US" dirty="0">
                  <a:solidFill>
                    <a:srgbClr val="0D0D0D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tx1"/>
                            </a:solidFill>
                          </a:rPr>
                          <m:t>α</m:t>
                        </m:r>
                        <m: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i="0" dirty="0">
                    <a:solidFill>
                      <a:srgbClr val="0D0D0D"/>
                    </a:solidFill>
                    <a:effectLst/>
                  </a:rPr>
                  <a:t>is the t-score from the T-distribution that corresponds to the desired confidence level.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4EFC0F-8C1A-C0AF-4F95-9CC370C23F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709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B86756D-FC9F-2629-F637-8BDF1DF59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22" y="2203409"/>
            <a:ext cx="2359514" cy="83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2581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1CE5FA9-26A1-082C-DAEE-7F90ECA98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547" y="1576528"/>
            <a:ext cx="4086389" cy="44135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69245-F22E-E0CE-A016-3043950B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Interval Estimates - Confidence Intervals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243" y="1706008"/>
            <a:ext cx="6832345" cy="23348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size n = 20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mean weight x = 72.94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Samples standard deviation s = 8.3946</a:t>
            </a:r>
          </a:p>
          <a:p>
            <a:pPr marL="0" indent="0">
              <a:buNone/>
            </a:pPr>
            <a:r>
              <a:rPr lang="en-US" sz="2200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765243" y="4147402"/>
            <a:ext cx="707525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Confidence Interval 90% </a:t>
            </a:r>
            <a:r>
              <a:rPr lang="en-US" sz="2200" dirty="0">
                <a:solidFill>
                  <a:srgbClr val="002060"/>
                </a:solidFill>
                <a:latin typeface="Calibri (Body)"/>
                <a:sym typeface="Wingdings" panose="05000000000000000000" pitchFamily="2" charset="2"/>
              </a:rPr>
              <a:t> </a:t>
            </a:r>
            <a:r>
              <a:rPr lang="el-GR" sz="2200" i="1" dirty="0">
                <a:solidFill>
                  <a:srgbClr val="002060"/>
                </a:solidFill>
                <a:latin typeface="Calibri (Body)"/>
              </a:rPr>
              <a:t>α</a:t>
            </a:r>
            <a:r>
              <a:rPr lang="en-US" sz="2200" i="1" dirty="0">
                <a:solidFill>
                  <a:srgbClr val="002060"/>
                </a:solidFill>
                <a:latin typeface="Calibri (Body)"/>
              </a:rPr>
              <a:t> = 1 - 0.9 = 0.1 </a:t>
            </a:r>
            <a:r>
              <a:rPr lang="en-US" sz="2200" i="1" dirty="0">
                <a:solidFill>
                  <a:srgbClr val="002060"/>
                </a:solidFill>
                <a:latin typeface="Calibri (Body)"/>
                <a:sym typeface="Wingdings" panose="05000000000000000000" pitchFamily="2" charset="2"/>
              </a:rPr>
              <a:t> </a:t>
            </a:r>
            <a:r>
              <a:rPr lang="el-GR" sz="2200" i="1" dirty="0">
                <a:solidFill>
                  <a:srgbClr val="002060"/>
                </a:solidFill>
                <a:latin typeface="Calibri (Body)"/>
              </a:rPr>
              <a:t>α</a:t>
            </a:r>
            <a:r>
              <a:rPr lang="en-US" sz="2200" i="1" dirty="0">
                <a:solidFill>
                  <a:srgbClr val="002060"/>
                </a:solidFill>
                <a:latin typeface="Calibri (Body)"/>
              </a:rPr>
              <a:t>/2 = 0.05</a:t>
            </a:r>
            <a:endParaRPr lang="en-US" sz="2200" dirty="0">
              <a:solidFill>
                <a:srgbClr val="002060"/>
              </a:solidFill>
              <a:latin typeface="Calibri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According to the t-table, the t-score for the 0.05 with</a:t>
            </a:r>
            <a:r>
              <a:rPr lang="ar-JO" sz="2200" dirty="0">
                <a:solidFill>
                  <a:srgbClr val="002060"/>
                </a:solidFill>
                <a:latin typeface="Calibri (Body)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Calibri (Body)"/>
              </a:rPr>
              <a:t>df</a:t>
            </a:r>
            <a:r>
              <a:rPr lang="en-US" sz="2200" dirty="0">
                <a:solidFill>
                  <a:srgbClr val="002060"/>
                </a:solidFill>
                <a:latin typeface="Calibri (Body)"/>
              </a:rPr>
              <a:t> 20 – 1 =</a:t>
            </a:r>
            <a:r>
              <a:rPr lang="ar-JO" sz="2200" dirty="0">
                <a:solidFill>
                  <a:srgbClr val="002060"/>
                </a:solidFill>
                <a:latin typeface="Calibri (Body)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Calibri (Body)"/>
              </a:rPr>
              <a:t> 19 </a:t>
            </a:r>
            <a:r>
              <a:rPr lang="en-US" sz="2200" dirty="0">
                <a:solidFill>
                  <a:srgbClr val="002060"/>
                </a:solidFill>
                <a:latin typeface="Calibri (Body)"/>
                <a:sym typeface="Wingdings" panose="05000000000000000000" pitchFamily="2" charset="2"/>
              </a:rPr>
              <a:t> t score =</a:t>
            </a:r>
            <a:r>
              <a:rPr lang="en-US" sz="2200" dirty="0">
                <a:solidFill>
                  <a:srgbClr val="002060"/>
                </a:solidFill>
                <a:latin typeface="Calibri (Body)"/>
              </a:rPr>
              <a:t> 1.729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The Margin of Error = 1.729 * (8.3946/√20) = 3.25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2060"/>
                </a:solidFill>
                <a:latin typeface="Calibri (Body)"/>
              </a:rPr>
              <a:t>Therefore, the 90% CI = 72.94 ± 3.25 = [69.69, 76.19]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4DA36-7AD1-F613-1225-EF6F94848305}"/>
              </a:ext>
            </a:extLst>
          </p:cNvPr>
          <p:cNvSpPr/>
          <p:nvPr/>
        </p:nvSpPr>
        <p:spPr>
          <a:xfrm>
            <a:off x="9259508" y="4824919"/>
            <a:ext cx="436098" cy="1899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F2354-72B9-9B08-5A67-3E0C5992CB76}"/>
              </a:ext>
            </a:extLst>
          </p:cNvPr>
          <p:cNvSpPr txBox="1"/>
          <p:nvPr/>
        </p:nvSpPr>
        <p:spPr>
          <a:xfrm>
            <a:off x="281708" y="6293276"/>
            <a:ext cx="11910292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What is the difference between the 90% Confidence Interval of the Z-Distribution and the 90% Confidence Interval of the T-Distribution?</a:t>
            </a:r>
          </a:p>
        </p:txBody>
      </p:sp>
    </p:spTree>
    <p:extLst>
      <p:ext uri="{BB962C8B-B14F-4D97-AF65-F5344CB8AC3E}">
        <p14:creationId xmlns:p14="http://schemas.microsoft.com/office/powerpoint/2010/main" val="13802764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6F08F5-E804-9111-4745-3EEFBD869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Confidence Intervals using Excel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3909-B67F-2AFB-1222-ADB4F344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6007"/>
            <a:ext cx="10515600" cy="2130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Suppose we randomly collected a sample of students with the following information: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size n = 20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 mean weight x = 72.94 kg</a:t>
            </a:r>
          </a:p>
          <a:p>
            <a:pPr marL="228600"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Samples standard deviation s = 8.3946</a:t>
            </a:r>
          </a:p>
          <a:p>
            <a:pPr marL="0" indent="0">
              <a:buNone/>
            </a:pPr>
            <a:r>
              <a:rPr lang="en-US" sz="2200" dirty="0"/>
              <a:t>What is the 90% confidence interval for the true population mean weight?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0183CC-E7FD-FCCB-B3F0-4ED143848459}"/>
              </a:ext>
            </a:extLst>
          </p:cNvPr>
          <p:cNvSpPr txBox="1"/>
          <p:nvPr/>
        </p:nvSpPr>
        <p:spPr>
          <a:xfrm>
            <a:off x="838199" y="4131397"/>
            <a:ext cx="635508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We can compute the confidence interval using Excel CONFIDENCE.T function.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This function computes the margin of error.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CONFIDENCE.T(.1 , 8. 39 , 20) = 3.24 ~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642D"/>
                </a:solidFill>
              </a:rPr>
              <a:t>Therefore, the 90% CI = 72.94 ± 3.24 = [69.69, 76.19]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DE5D1B-F541-4FB4-A1F1-D734DE36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329" y="3655862"/>
            <a:ext cx="2891197" cy="1945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04B0AA-65EF-4765-B7E1-B9DEC6EAC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16" y="5644492"/>
            <a:ext cx="2251424" cy="12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9797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7618</TotalTime>
  <Words>2170</Words>
  <Application>Microsoft Office PowerPoint</Application>
  <PresentationFormat>Widescreen</PresentationFormat>
  <Paragraphs>167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-apple-system</vt:lpstr>
      <vt:lpstr>Arial</vt:lpstr>
      <vt:lpstr>Calibri</vt:lpstr>
      <vt:lpstr>Calibri (Body)</vt:lpstr>
      <vt:lpstr>Calibri Light</vt:lpstr>
      <vt:lpstr>Cambria Math</vt:lpstr>
      <vt:lpstr>Courier New</vt:lpstr>
      <vt:lpstr>KaTeX_Math</vt:lpstr>
      <vt:lpstr>Office Theme</vt:lpstr>
      <vt:lpstr>307102 Descriptive Statistics for Business</vt:lpstr>
      <vt:lpstr>Content</vt:lpstr>
      <vt:lpstr>Estimation in Statistics</vt:lpstr>
      <vt:lpstr>Point vs. Interval</vt:lpstr>
      <vt:lpstr>Point Estimates</vt:lpstr>
      <vt:lpstr>Interval Estimates - Confidence Intervals</vt:lpstr>
      <vt:lpstr>Computing Confidence Intervals</vt:lpstr>
      <vt:lpstr>The Significance Level Alpha (α) and The Confidence Level</vt:lpstr>
      <vt:lpstr>The Significance Level Alpha (α) and The Confidence Level</vt:lpstr>
      <vt:lpstr>Where did the Standard Error Come From? The Central Limit Theorem</vt:lpstr>
      <vt:lpstr>Empirical Proof that Standard Error is an Approximate for the True SD of Sample Means</vt:lpstr>
      <vt:lpstr>Confidence Intervals Example</vt:lpstr>
      <vt:lpstr>Confidence Intervals Example</vt:lpstr>
      <vt:lpstr>Solving Confidence Intervals using Excel Functions</vt:lpstr>
      <vt:lpstr>Transitioning to T-Distribution</vt:lpstr>
      <vt:lpstr>Characteristics of T-Distribution</vt:lpstr>
      <vt:lpstr>The T Table</vt:lpstr>
      <vt:lpstr>Confidence Intervals Using T-Distribution</vt:lpstr>
      <vt:lpstr>Interval Estimates - Confidence Intervals</vt:lpstr>
      <vt:lpstr>Solving Confidence Intervals using Excel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1116</cp:revision>
  <dcterms:created xsi:type="dcterms:W3CDTF">2023-03-26T11:17:23Z</dcterms:created>
  <dcterms:modified xsi:type="dcterms:W3CDTF">2025-05-17T14:18:38Z</dcterms:modified>
</cp:coreProperties>
</file>